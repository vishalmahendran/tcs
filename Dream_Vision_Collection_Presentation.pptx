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Adventure Vision</a:t>
            </a:r>
          </a:p>
        </p:txBody>
      </p:sp>
      <p:pic>
        <p:nvPicPr>
          <p:cNvPr id="3" name="Picture 2" descr="10001819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028" y="685800"/>
            <a:ext cx="412194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Pilot Vision</a:t>
            </a:r>
          </a:p>
        </p:txBody>
      </p:sp>
      <p:pic>
        <p:nvPicPr>
          <p:cNvPr id="3" name="Picture 2" descr="10001819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17" y="685800"/>
            <a:ext cx="246816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Aviation Dream</a:t>
            </a:r>
          </a:p>
        </p:txBody>
      </p:sp>
      <p:pic>
        <p:nvPicPr>
          <p:cNvPr id="3" name="Picture 2" descr="10001819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17" y="685800"/>
            <a:ext cx="246816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Sherlock &amp; Director Vision</a:t>
            </a:r>
          </a:p>
        </p:txBody>
      </p:sp>
      <p:pic>
        <p:nvPicPr>
          <p:cNvPr id="3" name="Picture 2" descr="10001819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17" y="685800"/>
            <a:ext cx="246816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Sherlock Holmes Inspired</a:t>
            </a:r>
          </a:p>
        </p:txBody>
      </p:sp>
      <p:pic>
        <p:nvPicPr>
          <p:cNvPr id="3" name="Picture 2" descr="10001819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772" y="685800"/>
            <a:ext cx="36504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Travel Dreams</a:t>
            </a:r>
          </a:p>
        </p:txBody>
      </p:sp>
      <p:pic>
        <p:nvPicPr>
          <p:cNvPr id="3" name="Picture 2" descr="10001819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805" y="685800"/>
            <a:ext cx="426839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Strategy &amp; Mentorship</a:t>
            </a:r>
          </a:p>
        </p:txBody>
      </p:sp>
      <p:pic>
        <p:nvPicPr>
          <p:cNvPr id="3" name="Picture 2" descr="1000181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685800"/>
            <a:ext cx="4114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Better Society Vision</a:t>
            </a:r>
          </a:p>
        </p:txBody>
      </p:sp>
      <p:pic>
        <p:nvPicPr>
          <p:cNvPr id="3" name="Picture 2" descr="10001819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685800"/>
            <a:ext cx="4114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Service Mindset</a:t>
            </a:r>
          </a:p>
        </p:txBody>
      </p:sp>
      <p:pic>
        <p:nvPicPr>
          <p:cNvPr id="3" name="Picture 2" descr="10001819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685800"/>
            <a:ext cx="4114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Leadership Vision</a:t>
            </a:r>
          </a:p>
        </p:txBody>
      </p:sp>
      <p:pic>
        <p:nvPicPr>
          <p:cNvPr id="3" name="Picture 2" descr="1000181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7772400" cy="51866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Horse Riding Vision</a:t>
            </a:r>
          </a:p>
        </p:txBody>
      </p:sp>
      <p:pic>
        <p:nvPicPr>
          <p:cNvPr id="3" name="Picture 2" descr="10001819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139" y="685800"/>
            <a:ext cx="3489721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