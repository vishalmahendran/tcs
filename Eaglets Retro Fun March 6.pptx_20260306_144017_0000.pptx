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Space Mono" charset="1" panose="02000509040000020004"/>
      <p:regular r:id="rId34"/>
    </p:embeddedFont>
    <p:embeddedFont>
      <p:font typeface="Arimo" charset="1" panose="020B0604020202020204"/>
      <p:regular r:id="rId35"/>
    </p:embeddedFont>
    <p:embeddedFont>
      <p:font typeface="Arimo Bold" charset="1" panose="020B07040202020202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2.jpeg" Type="http://schemas.openxmlformats.org/officeDocument/2006/relationships/image"/><Relationship Id="rId4" Target="../media/image2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4.jpe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Relationship Id="rId5" Target="../media/image30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1.jpeg" Type="http://schemas.openxmlformats.org/officeDocument/2006/relationships/image"/><Relationship Id="rId4" Target="../media/image32.jpeg" Type="http://schemas.openxmlformats.org/officeDocument/2006/relationships/image"/><Relationship Id="rId5" Target="../media/image3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4.jpeg" Type="http://schemas.openxmlformats.org/officeDocument/2006/relationships/image"/><Relationship Id="rId4" Target="../media/image35.jpeg" Type="http://schemas.openxmlformats.org/officeDocument/2006/relationships/image"/><Relationship Id="rId5" Target="../media/image3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39.png" Type="http://schemas.openxmlformats.org/officeDocument/2006/relationships/image"/><Relationship Id="rId4" Target="../media/image40.jpeg" Type="http://schemas.openxmlformats.org/officeDocument/2006/relationships/image"/><Relationship Id="rId5" Target="../media/image4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2.jpeg" Type="http://schemas.openxmlformats.org/officeDocument/2006/relationships/image"/><Relationship Id="rId4" Target="../media/image43.jpeg" Type="http://schemas.openxmlformats.org/officeDocument/2006/relationships/image"/><Relationship Id="rId5" Target="../media/image4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5.jpeg" Type="http://schemas.openxmlformats.org/officeDocument/2006/relationships/image"/><Relationship Id="rId4" Target="../media/image46.jpeg" Type="http://schemas.openxmlformats.org/officeDocument/2006/relationships/image"/><Relationship Id="rId5" Target="../media/image47.jpeg" Type="http://schemas.openxmlformats.org/officeDocument/2006/relationships/image"/><Relationship Id="rId6" Target="../media/image48.jpeg" Type="http://schemas.openxmlformats.org/officeDocument/2006/relationships/image"/><Relationship Id="rId7" Target="../media/image49.jpeg" Type="http://schemas.openxmlformats.org/officeDocument/2006/relationships/image"/><Relationship Id="rId8" Target="../media/image50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1.jpeg" Type="http://schemas.openxmlformats.org/officeDocument/2006/relationships/image"/><Relationship Id="rId4" Target="../media/image5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3.jpeg" Type="http://schemas.openxmlformats.org/officeDocument/2006/relationships/image"/><Relationship Id="rId4" Target="../media/image54.jpeg" Type="http://schemas.openxmlformats.org/officeDocument/2006/relationships/image"/><Relationship Id="rId5" Target="../media/image55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6.jpeg" Type="http://schemas.openxmlformats.org/officeDocument/2006/relationships/image"/><Relationship Id="rId4" Target="../media/image57.png" Type="http://schemas.openxmlformats.org/officeDocument/2006/relationships/image"/><Relationship Id="rId5" Target="../media/image58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9.jpeg" Type="http://schemas.openxmlformats.org/officeDocument/2006/relationships/image"/><Relationship Id="rId4" Target="../media/image60.jpeg" Type="http://schemas.openxmlformats.org/officeDocument/2006/relationships/image"/><Relationship Id="rId5" Target="../media/image6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jpeg" Type="http://schemas.openxmlformats.org/officeDocument/2006/relationships/image"/><Relationship Id="rId3" Target="../media/image63.jpeg" Type="http://schemas.openxmlformats.org/officeDocument/2006/relationships/image"/><Relationship Id="rId4" Target="../media/image64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9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0000"/>
              </a:blip>
              <a:stretch>
                <a:fillRect l="0" t="-840" r="-1" b="-85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43177" y="3151051"/>
            <a:ext cx="13902604" cy="4800600"/>
            <a:chOff x="0" y="0"/>
            <a:chExt cx="18536806" cy="640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5368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18536800">
                  <a:moveTo>
                    <a:pt x="0" y="0"/>
                  </a:moveTo>
                  <a:lnTo>
                    <a:pt x="18536800" y="0"/>
                  </a:lnTo>
                  <a:lnTo>
                    <a:pt x="18536800" y="6400800"/>
                  </a:lnTo>
                  <a:lnTo>
                    <a:pt x="0" y="640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28" r="0" b="-642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8536806" cy="6410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800"/>
                </a:lnSpc>
              </a:pPr>
              <a:r>
                <a:rPr lang="en-US" sz="9000">
                  <a:solidFill>
                    <a:srgbClr val="19191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Snap Your First Letter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352600" y="7951651"/>
            <a:ext cx="13309797" cy="1877997"/>
            <a:chOff x="0" y="0"/>
            <a:chExt cx="17746396" cy="25039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746401" cy="2504000"/>
            </a:xfrm>
            <a:custGeom>
              <a:avLst/>
              <a:gdLst/>
              <a:ahLst/>
              <a:cxnLst/>
              <a:rect r="r" b="b" t="t" l="l"/>
              <a:pathLst>
                <a:path h="2504000" w="17746401">
                  <a:moveTo>
                    <a:pt x="0" y="0"/>
                  </a:moveTo>
                  <a:lnTo>
                    <a:pt x="17746401" y="0"/>
                  </a:lnTo>
                  <a:lnTo>
                    <a:pt x="17746401" y="2504000"/>
                  </a:lnTo>
                  <a:lnTo>
                    <a:pt x="0" y="2504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8094" r="0" b="-880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7746396" cy="249447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r">
                <a:lnSpc>
                  <a:spcPts val="3359"/>
                </a:lnSpc>
              </a:pPr>
              <a:r>
                <a:rPr lang="en-US" sz="2799">
                  <a:solidFill>
                    <a:srgbClr val="191919"/>
                  </a:solidFill>
                  <a:latin typeface="Space Mono"/>
                  <a:ea typeface="Space Mono"/>
                  <a:cs typeface="Space Mono"/>
                  <a:sym typeface="Space Mono"/>
                </a:rPr>
                <a:t>06-03-2026 Restrospective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860660" y="922811"/>
            <a:ext cx="8716242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Saravanan-S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20326" y="575186"/>
            <a:ext cx="5084959" cy="9157811"/>
            <a:chOff x="0" y="0"/>
            <a:chExt cx="6779946" cy="122104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79895" cy="12210415"/>
            </a:xfrm>
            <a:custGeom>
              <a:avLst/>
              <a:gdLst/>
              <a:ahLst/>
              <a:cxnLst/>
              <a:rect r="r" b="b" t="t" l="l"/>
              <a:pathLst>
                <a:path h="12210415" w="6779895">
                  <a:moveTo>
                    <a:pt x="0" y="0"/>
                  </a:moveTo>
                  <a:lnTo>
                    <a:pt x="6779895" y="0"/>
                  </a:lnTo>
                  <a:lnTo>
                    <a:pt x="6779895" y="12210415"/>
                  </a:lnTo>
                  <a:lnTo>
                    <a:pt x="0" y="12210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231" r="0" b="-1023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18244" y="2551471"/>
            <a:ext cx="11537794" cy="5730164"/>
            <a:chOff x="0" y="0"/>
            <a:chExt cx="15383726" cy="76402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83763" cy="7640193"/>
            </a:xfrm>
            <a:custGeom>
              <a:avLst/>
              <a:gdLst/>
              <a:ahLst/>
              <a:cxnLst/>
              <a:rect r="r" b="b" t="t" l="l"/>
              <a:pathLst>
                <a:path h="7640193" w="15383763">
                  <a:moveTo>
                    <a:pt x="0" y="0"/>
                  </a:moveTo>
                  <a:lnTo>
                    <a:pt x="15383763" y="0"/>
                  </a:lnTo>
                  <a:lnTo>
                    <a:pt x="15383763" y="7640193"/>
                  </a:lnTo>
                  <a:lnTo>
                    <a:pt x="0" y="7640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507" r="0" b="-25507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Saravanan-S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96408" y="1775831"/>
            <a:ext cx="5671556" cy="8235172"/>
            <a:chOff x="0" y="0"/>
            <a:chExt cx="7562075" cy="10980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62088" cy="10980293"/>
            </a:xfrm>
            <a:custGeom>
              <a:avLst/>
              <a:gdLst/>
              <a:ahLst/>
              <a:cxnLst/>
              <a:rect r="r" b="b" t="t" l="l"/>
              <a:pathLst>
                <a:path h="10980293" w="7562088">
                  <a:moveTo>
                    <a:pt x="0" y="0"/>
                  </a:moveTo>
                  <a:lnTo>
                    <a:pt x="7562088" y="0"/>
                  </a:lnTo>
                  <a:lnTo>
                    <a:pt x="7562088" y="10980293"/>
                  </a:lnTo>
                  <a:lnTo>
                    <a:pt x="0" y="10980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50" t="0" r="-445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2685" y="1775831"/>
            <a:ext cx="5947315" cy="8206369"/>
            <a:chOff x="0" y="0"/>
            <a:chExt cx="7929753" cy="109418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29753" cy="10941812"/>
            </a:xfrm>
            <a:custGeom>
              <a:avLst/>
              <a:gdLst/>
              <a:ahLst/>
              <a:cxnLst/>
              <a:rect r="r" b="b" t="t" l="l"/>
              <a:pathLst>
                <a:path h="10941812" w="7929753">
                  <a:moveTo>
                    <a:pt x="0" y="0"/>
                  </a:moveTo>
                  <a:lnTo>
                    <a:pt x="7929753" y="0"/>
                  </a:lnTo>
                  <a:lnTo>
                    <a:pt x="7929753" y="10941812"/>
                  </a:lnTo>
                  <a:lnTo>
                    <a:pt x="0" y="109418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44" t="0" r="-1744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Radhika- 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649954" y="2906744"/>
            <a:ext cx="12638046" cy="5545874"/>
            <a:chOff x="0" y="0"/>
            <a:chExt cx="16850728" cy="73944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50740" cy="7394448"/>
            </a:xfrm>
            <a:custGeom>
              <a:avLst/>
              <a:gdLst/>
              <a:ahLst/>
              <a:cxnLst/>
              <a:rect r="r" b="b" t="t" l="l"/>
              <a:pathLst>
                <a:path h="7394448" w="16850740">
                  <a:moveTo>
                    <a:pt x="0" y="0"/>
                  </a:moveTo>
                  <a:lnTo>
                    <a:pt x="16850740" y="0"/>
                  </a:lnTo>
                  <a:lnTo>
                    <a:pt x="16850740" y="7394448"/>
                  </a:lnTo>
                  <a:lnTo>
                    <a:pt x="0" y="7394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581" t="0" r="-2758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8948" y="2094271"/>
            <a:ext cx="5412057" cy="7079228"/>
            <a:chOff x="0" y="0"/>
            <a:chExt cx="7216077" cy="94389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16140" cy="9439021"/>
            </a:xfrm>
            <a:custGeom>
              <a:avLst/>
              <a:gdLst/>
              <a:ahLst/>
              <a:cxnLst/>
              <a:rect r="r" b="b" t="t" l="l"/>
              <a:pathLst>
                <a:path h="9439021" w="7216140">
                  <a:moveTo>
                    <a:pt x="0" y="0"/>
                  </a:moveTo>
                  <a:lnTo>
                    <a:pt x="7216140" y="0"/>
                  </a:lnTo>
                  <a:lnTo>
                    <a:pt x="7216140" y="9439021"/>
                  </a:lnTo>
                  <a:lnTo>
                    <a:pt x="0" y="9439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91" t="0" r="-169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Radhika- 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93518" y="2012280"/>
            <a:ext cx="6177086" cy="7860773"/>
            <a:chOff x="0" y="0"/>
            <a:chExt cx="8236115" cy="104810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36077" cy="10481056"/>
            </a:xfrm>
            <a:custGeom>
              <a:avLst/>
              <a:gdLst/>
              <a:ahLst/>
              <a:cxnLst/>
              <a:rect r="r" b="b" t="t" l="l"/>
              <a:pathLst>
                <a:path h="10481056" w="8236077">
                  <a:moveTo>
                    <a:pt x="0" y="0"/>
                  </a:moveTo>
                  <a:lnTo>
                    <a:pt x="8236077" y="0"/>
                  </a:lnTo>
                  <a:lnTo>
                    <a:pt x="8236077" y="10481056"/>
                  </a:lnTo>
                  <a:lnTo>
                    <a:pt x="0" y="10481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7" r="0" b="-238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59130" y="1903143"/>
            <a:ext cx="6423098" cy="8079057"/>
            <a:chOff x="0" y="0"/>
            <a:chExt cx="8564131" cy="107720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64118" cy="10772140"/>
            </a:xfrm>
            <a:custGeom>
              <a:avLst/>
              <a:gdLst/>
              <a:ahLst/>
              <a:cxnLst/>
              <a:rect r="r" b="b" t="t" l="l"/>
              <a:pathLst>
                <a:path h="10772140" w="8564118">
                  <a:moveTo>
                    <a:pt x="0" y="0"/>
                  </a:moveTo>
                  <a:lnTo>
                    <a:pt x="8564118" y="0"/>
                  </a:lnTo>
                  <a:lnTo>
                    <a:pt x="8564118" y="10772140"/>
                  </a:lnTo>
                  <a:lnTo>
                    <a:pt x="0" y="10772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002" r="0" b="-300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5340" y="174365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Chandra- C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6434" y="1650559"/>
            <a:ext cx="4986509" cy="7865869"/>
            <a:chOff x="0" y="0"/>
            <a:chExt cx="6648679" cy="10487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48704" cy="10487787"/>
            </a:xfrm>
            <a:custGeom>
              <a:avLst/>
              <a:gdLst/>
              <a:ahLst/>
              <a:cxnLst/>
              <a:rect r="r" b="b" t="t" l="l"/>
              <a:pathLst>
                <a:path h="10487787" w="6648704">
                  <a:moveTo>
                    <a:pt x="0" y="0"/>
                  </a:moveTo>
                  <a:lnTo>
                    <a:pt x="6648704" y="0"/>
                  </a:lnTo>
                  <a:lnTo>
                    <a:pt x="6648704" y="10487787"/>
                  </a:lnTo>
                  <a:lnTo>
                    <a:pt x="0" y="10487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438" r="0" b="-2043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30641" y="2212257"/>
            <a:ext cx="12857359" cy="6515424"/>
            <a:chOff x="0" y="0"/>
            <a:chExt cx="17143146" cy="86872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143095" cy="8687181"/>
            </a:xfrm>
            <a:custGeom>
              <a:avLst/>
              <a:gdLst/>
              <a:ahLst/>
              <a:cxnLst/>
              <a:rect r="r" b="b" t="t" l="l"/>
              <a:pathLst>
                <a:path h="8687181" w="17143095">
                  <a:moveTo>
                    <a:pt x="0" y="0"/>
                  </a:moveTo>
                  <a:lnTo>
                    <a:pt x="17143095" y="0"/>
                  </a:lnTo>
                  <a:lnTo>
                    <a:pt x="17143095" y="8687181"/>
                  </a:lnTo>
                  <a:lnTo>
                    <a:pt x="0" y="8687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305" t="0" r="-6305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04025" y="628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Chandra- C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2594" y="1515247"/>
            <a:ext cx="4528556" cy="8556165"/>
            <a:chOff x="0" y="0"/>
            <a:chExt cx="6038075" cy="11408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38088" cy="11408156"/>
            </a:xfrm>
            <a:custGeom>
              <a:avLst/>
              <a:gdLst/>
              <a:ahLst/>
              <a:cxnLst/>
              <a:rect r="r" b="b" t="t" l="l"/>
              <a:pathLst>
                <a:path h="11408156" w="6038088">
                  <a:moveTo>
                    <a:pt x="0" y="0"/>
                  </a:moveTo>
                  <a:lnTo>
                    <a:pt x="6038088" y="0"/>
                  </a:lnTo>
                  <a:lnTo>
                    <a:pt x="6038088" y="11408156"/>
                  </a:lnTo>
                  <a:lnTo>
                    <a:pt x="0" y="11408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808" r="0" b="-880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260135" y="1360989"/>
            <a:ext cx="5148148" cy="8593064"/>
            <a:chOff x="0" y="0"/>
            <a:chExt cx="6864198" cy="114574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64223" cy="11457432"/>
            </a:xfrm>
            <a:custGeom>
              <a:avLst/>
              <a:gdLst/>
              <a:ahLst/>
              <a:cxnLst/>
              <a:rect r="r" b="b" t="t" l="l"/>
              <a:pathLst>
                <a:path h="11457432" w="6864223">
                  <a:moveTo>
                    <a:pt x="0" y="0"/>
                  </a:moveTo>
                  <a:lnTo>
                    <a:pt x="6864223" y="0"/>
                  </a:lnTo>
                  <a:lnTo>
                    <a:pt x="6864223" y="11457432"/>
                  </a:lnTo>
                  <a:lnTo>
                    <a:pt x="0" y="11457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567" r="0" b="-1656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727257" y="1360989"/>
            <a:ext cx="5148148" cy="8593064"/>
            <a:chOff x="0" y="0"/>
            <a:chExt cx="6864198" cy="114574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64223" cy="11457432"/>
            </a:xfrm>
            <a:custGeom>
              <a:avLst/>
              <a:gdLst/>
              <a:ahLst/>
              <a:cxnLst/>
              <a:rect r="r" b="b" t="t" l="l"/>
              <a:pathLst>
                <a:path h="11457432" w="6864223">
                  <a:moveTo>
                    <a:pt x="0" y="0"/>
                  </a:moveTo>
                  <a:lnTo>
                    <a:pt x="6864223" y="0"/>
                  </a:lnTo>
                  <a:lnTo>
                    <a:pt x="6864223" y="11457432"/>
                  </a:lnTo>
                  <a:lnTo>
                    <a:pt x="0" y="11457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567" r="0" b="-1656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80019" y="628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191919"/>
                </a:solidFill>
                <a:latin typeface="Arimo Bold"/>
                <a:ea typeface="Arimo Bold"/>
                <a:cs typeface="Arimo Bold"/>
                <a:sym typeface="Arimo Bold"/>
              </a:rPr>
              <a:t>Charan - C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4518" y="1442228"/>
            <a:ext cx="5584384" cy="8844772"/>
            <a:chOff x="0" y="0"/>
            <a:chExt cx="7445845" cy="117930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45883" cy="11793093"/>
            </a:xfrm>
            <a:custGeom>
              <a:avLst/>
              <a:gdLst/>
              <a:ahLst/>
              <a:cxnLst/>
              <a:rect r="r" b="b" t="t" l="l"/>
              <a:pathLst>
                <a:path h="11793093" w="7445883">
                  <a:moveTo>
                    <a:pt x="0" y="0"/>
                  </a:moveTo>
                  <a:lnTo>
                    <a:pt x="7445883" y="0"/>
                  </a:lnTo>
                  <a:lnTo>
                    <a:pt x="7445883" y="11793093"/>
                  </a:lnTo>
                  <a:lnTo>
                    <a:pt x="0" y="11793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122" r="0" b="-612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32446" y="1873406"/>
            <a:ext cx="12355554" cy="7895063"/>
            <a:chOff x="0" y="0"/>
            <a:chExt cx="16474072" cy="105267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74060" cy="10526776"/>
            </a:xfrm>
            <a:custGeom>
              <a:avLst/>
              <a:gdLst/>
              <a:ahLst/>
              <a:cxnLst/>
              <a:rect r="r" b="b" t="t" l="l"/>
              <a:pathLst>
                <a:path h="10526776" w="16474060">
                  <a:moveTo>
                    <a:pt x="0" y="0"/>
                  </a:moveTo>
                  <a:lnTo>
                    <a:pt x="16474060" y="0"/>
                  </a:lnTo>
                  <a:lnTo>
                    <a:pt x="16474060" y="10526776"/>
                  </a:lnTo>
                  <a:lnTo>
                    <a:pt x="0" y="10526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686" r="0" b="-868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Charan - C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945969" y="1888274"/>
            <a:ext cx="6107401" cy="8398726"/>
            <a:chOff x="0" y="0"/>
            <a:chExt cx="8143202" cy="11198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43240" cy="11198352"/>
            </a:xfrm>
            <a:custGeom>
              <a:avLst/>
              <a:gdLst/>
              <a:ahLst/>
              <a:cxnLst/>
              <a:rect r="r" b="b" t="t" l="l"/>
              <a:pathLst>
                <a:path h="11198352" w="8143240">
                  <a:moveTo>
                    <a:pt x="0" y="0"/>
                  </a:moveTo>
                  <a:lnTo>
                    <a:pt x="8143240" y="0"/>
                  </a:lnTo>
                  <a:lnTo>
                    <a:pt x="8143240" y="11198352"/>
                  </a:lnTo>
                  <a:lnTo>
                    <a:pt x="0" y="11198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68" t="0" r="-156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34620" y="1888265"/>
            <a:ext cx="5775636" cy="8398726"/>
            <a:chOff x="0" y="0"/>
            <a:chExt cx="7700848" cy="11198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00899" cy="11198352"/>
            </a:xfrm>
            <a:custGeom>
              <a:avLst/>
              <a:gdLst/>
              <a:ahLst/>
              <a:cxnLst/>
              <a:rect r="r" b="b" t="t" l="l"/>
              <a:pathLst>
                <a:path h="11198352" w="7700899">
                  <a:moveTo>
                    <a:pt x="0" y="0"/>
                  </a:moveTo>
                  <a:lnTo>
                    <a:pt x="7700899" y="0"/>
                  </a:lnTo>
                  <a:lnTo>
                    <a:pt x="7700899" y="11198352"/>
                  </a:lnTo>
                  <a:lnTo>
                    <a:pt x="0" y="11198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531" t="0" r="-45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50372" y="1888274"/>
            <a:ext cx="5455482" cy="8398726"/>
            <a:chOff x="0" y="0"/>
            <a:chExt cx="7273976" cy="111983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73925" cy="11198352"/>
            </a:xfrm>
            <a:custGeom>
              <a:avLst/>
              <a:gdLst/>
              <a:ahLst/>
              <a:cxnLst/>
              <a:rect r="r" b="b" t="t" l="l"/>
              <a:pathLst>
                <a:path h="11198352" w="7273925">
                  <a:moveTo>
                    <a:pt x="0" y="0"/>
                  </a:moveTo>
                  <a:lnTo>
                    <a:pt x="7273925" y="0"/>
                  </a:lnTo>
                  <a:lnTo>
                    <a:pt x="7273925" y="11198352"/>
                  </a:lnTo>
                  <a:lnTo>
                    <a:pt x="0" y="11198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450" r="0" b="-144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5340" y="628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Naveen - 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63909" y="1271778"/>
            <a:ext cx="5790505" cy="8836800"/>
            <a:chOff x="0" y="0"/>
            <a:chExt cx="7720673" cy="11782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20711" cy="11782425"/>
            </a:xfrm>
            <a:custGeom>
              <a:avLst/>
              <a:gdLst/>
              <a:ahLst/>
              <a:cxnLst/>
              <a:rect r="r" b="b" t="t" l="l"/>
              <a:pathLst>
                <a:path h="11782425" w="7720711">
                  <a:moveTo>
                    <a:pt x="0" y="0"/>
                  </a:moveTo>
                  <a:lnTo>
                    <a:pt x="7720711" y="0"/>
                  </a:lnTo>
                  <a:lnTo>
                    <a:pt x="7720711" y="11782425"/>
                  </a:lnTo>
                  <a:lnTo>
                    <a:pt x="0" y="11782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28" t="0" r="-722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256534" y="2583637"/>
            <a:ext cx="11954104" cy="6619837"/>
            <a:chOff x="0" y="0"/>
            <a:chExt cx="15938805" cy="88264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938754" cy="8826500"/>
            </a:xfrm>
            <a:custGeom>
              <a:avLst/>
              <a:gdLst/>
              <a:ahLst/>
              <a:cxnLst/>
              <a:rect r="r" b="b" t="t" l="l"/>
              <a:pathLst>
                <a:path h="8826500" w="15938754">
                  <a:moveTo>
                    <a:pt x="0" y="0"/>
                  </a:moveTo>
                  <a:lnTo>
                    <a:pt x="15938754" y="0"/>
                  </a:lnTo>
                  <a:lnTo>
                    <a:pt x="15938754" y="8826500"/>
                  </a:lnTo>
                  <a:lnTo>
                    <a:pt x="0" y="882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02" r="0" b="-530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Naveen - 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61280" y="1724720"/>
            <a:ext cx="7021554" cy="8391287"/>
            <a:chOff x="0" y="0"/>
            <a:chExt cx="9362072" cy="111883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62059" cy="11188446"/>
            </a:xfrm>
            <a:custGeom>
              <a:avLst/>
              <a:gdLst/>
              <a:ahLst/>
              <a:cxnLst/>
              <a:rect r="r" b="b" t="t" l="l"/>
              <a:pathLst>
                <a:path h="11188446" w="9362059">
                  <a:moveTo>
                    <a:pt x="0" y="0"/>
                  </a:moveTo>
                  <a:lnTo>
                    <a:pt x="9362059" y="0"/>
                  </a:lnTo>
                  <a:lnTo>
                    <a:pt x="9362059" y="11188446"/>
                  </a:lnTo>
                  <a:lnTo>
                    <a:pt x="0" y="11188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092" r="0" b="-709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025052" y="1865967"/>
            <a:ext cx="7863107" cy="8116233"/>
            <a:chOff x="0" y="0"/>
            <a:chExt cx="10484142" cy="108216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84104" cy="10821670"/>
            </a:xfrm>
            <a:custGeom>
              <a:avLst/>
              <a:gdLst/>
              <a:ahLst/>
              <a:cxnLst/>
              <a:rect r="r" b="b" t="t" l="l"/>
              <a:pathLst>
                <a:path h="10821670" w="10484104">
                  <a:moveTo>
                    <a:pt x="0" y="0"/>
                  </a:moveTo>
                  <a:lnTo>
                    <a:pt x="10484104" y="0"/>
                  </a:lnTo>
                  <a:lnTo>
                    <a:pt x="10484104" y="10821670"/>
                  </a:lnTo>
                  <a:lnTo>
                    <a:pt x="0" y="10821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026" r="0" b="-7026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368227" y="508902"/>
            <a:ext cx="9828343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Sarath - 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4444" y="640613"/>
            <a:ext cx="5627427" cy="9005783"/>
            <a:chOff x="0" y="0"/>
            <a:chExt cx="7503236" cy="120077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3287" cy="12007723"/>
            </a:xfrm>
            <a:custGeom>
              <a:avLst/>
              <a:gdLst/>
              <a:ahLst/>
              <a:cxnLst/>
              <a:rect r="r" b="b" t="t" l="l"/>
              <a:pathLst>
                <a:path h="12007723" w="7503287">
                  <a:moveTo>
                    <a:pt x="0" y="0"/>
                  </a:moveTo>
                  <a:lnTo>
                    <a:pt x="7503287" y="0"/>
                  </a:lnTo>
                  <a:lnTo>
                    <a:pt x="7503287" y="12007723"/>
                  </a:lnTo>
                  <a:lnTo>
                    <a:pt x="0" y="12007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2630" b="-105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894480" y="2146192"/>
            <a:ext cx="12393520" cy="5894480"/>
            <a:chOff x="0" y="0"/>
            <a:chExt cx="16524694" cy="78593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24732" cy="7859268"/>
            </a:xfrm>
            <a:custGeom>
              <a:avLst/>
              <a:gdLst/>
              <a:ahLst/>
              <a:cxnLst/>
              <a:rect r="r" b="b" t="t" l="l"/>
              <a:pathLst>
                <a:path h="7859268" w="16524732">
                  <a:moveTo>
                    <a:pt x="0" y="0"/>
                  </a:moveTo>
                  <a:lnTo>
                    <a:pt x="16524732" y="0"/>
                  </a:lnTo>
                  <a:lnTo>
                    <a:pt x="16524732" y="7859268"/>
                  </a:lnTo>
                  <a:lnTo>
                    <a:pt x="0" y="7859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49" r="0" b="-355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1386" y="62846"/>
            <a:ext cx="6493012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Sarath - 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3554" y="1338148"/>
            <a:ext cx="6093666" cy="8934431"/>
            <a:chOff x="0" y="0"/>
            <a:chExt cx="8124888" cy="11912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4825" cy="11912600"/>
            </a:xfrm>
            <a:custGeom>
              <a:avLst/>
              <a:gdLst/>
              <a:ahLst/>
              <a:cxnLst/>
              <a:rect r="r" b="b" t="t" l="l"/>
              <a:pathLst>
                <a:path h="11912600" w="8124825">
                  <a:moveTo>
                    <a:pt x="0" y="0"/>
                  </a:moveTo>
                  <a:lnTo>
                    <a:pt x="8124825" y="0"/>
                  </a:lnTo>
                  <a:lnTo>
                    <a:pt x="8124825" y="11912600"/>
                  </a:lnTo>
                  <a:lnTo>
                    <a:pt x="0" y="1191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153" t="0" r="-515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448583" y="1338148"/>
            <a:ext cx="6839417" cy="8934431"/>
            <a:chOff x="0" y="0"/>
            <a:chExt cx="9119222" cy="119125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19235" cy="11912600"/>
            </a:xfrm>
            <a:custGeom>
              <a:avLst/>
              <a:gdLst/>
              <a:ahLst/>
              <a:cxnLst/>
              <a:rect r="r" b="b" t="t" l="l"/>
              <a:pathLst>
                <a:path h="11912600" w="9119235">
                  <a:moveTo>
                    <a:pt x="0" y="0"/>
                  </a:moveTo>
                  <a:lnTo>
                    <a:pt x="9119235" y="0"/>
                  </a:lnTo>
                  <a:lnTo>
                    <a:pt x="9119235" y="11912600"/>
                  </a:lnTo>
                  <a:lnTo>
                    <a:pt x="0" y="1191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315" t="0" r="-1531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08230" y="1271235"/>
            <a:ext cx="5040354" cy="9001344"/>
            <a:chOff x="0" y="0"/>
            <a:chExt cx="6720472" cy="120017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20459" cy="12001754"/>
            </a:xfrm>
            <a:custGeom>
              <a:avLst/>
              <a:gdLst/>
              <a:ahLst/>
              <a:cxnLst/>
              <a:rect r="r" b="b" t="t" l="l"/>
              <a:pathLst>
                <a:path h="12001754" w="6720459">
                  <a:moveTo>
                    <a:pt x="0" y="0"/>
                  </a:moveTo>
                  <a:lnTo>
                    <a:pt x="6720459" y="0"/>
                  </a:lnTo>
                  <a:lnTo>
                    <a:pt x="6720459" y="12001754"/>
                  </a:lnTo>
                  <a:lnTo>
                    <a:pt x="0" y="12001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1270" t="0" r="-11271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29682" y="189233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Gokul - 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93291" y="1650378"/>
            <a:ext cx="5434289" cy="8331822"/>
            <a:chOff x="0" y="0"/>
            <a:chExt cx="7245718" cy="111090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45731" cy="11109071"/>
            </a:xfrm>
            <a:custGeom>
              <a:avLst/>
              <a:gdLst/>
              <a:ahLst/>
              <a:cxnLst/>
              <a:rect r="r" b="b" t="t" l="l"/>
              <a:pathLst>
                <a:path h="11109071" w="7245731">
                  <a:moveTo>
                    <a:pt x="0" y="0"/>
                  </a:moveTo>
                  <a:lnTo>
                    <a:pt x="7245731" y="0"/>
                  </a:lnTo>
                  <a:lnTo>
                    <a:pt x="7245731" y="11109071"/>
                  </a:lnTo>
                  <a:lnTo>
                    <a:pt x="0" y="11109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494" t="0" r="-749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415028" y="1650378"/>
            <a:ext cx="5679691" cy="8331822"/>
            <a:chOff x="0" y="0"/>
            <a:chExt cx="7572921" cy="111090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72883" cy="11109071"/>
            </a:xfrm>
            <a:custGeom>
              <a:avLst/>
              <a:gdLst/>
              <a:ahLst/>
              <a:cxnLst/>
              <a:rect r="r" b="b" t="t" l="l"/>
              <a:pathLst>
                <a:path h="11109071" w="7572883">
                  <a:moveTo>
                    <a:pt x="0" y="0"/>
                  </a:moveTo>
                  <a:lnTo>
                    <a:pt x="7572883" y="0"/>
                  </a:lnTo>
                  <a:lnTo>
                    <a:pt x="7572883" y="11109071"/>
                  </a:lnTo>
                  <a:lnTo>
                    <a:pt x="0" y="11109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23" r="0" b="-1062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872982" y="1650378"/>
            <a:ext cx="6124966" cy="8331822"/>
            <a:chOff x="0" y="0"/>
            <a:chExt cx="8166621" cy="111090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66608" cy="11109071"/>
            </a:xfrm>
            <a:custGeom>
              <a:avLst/>
              <a:gdLst/>
              <a:ahLst/>
              <a:cxnLst/>
              <a:rect r="r" b="b" t="t" l="l"/>
              <a:pathLst>
                <a:path h="11109071" w="8166608">
                  <a:moveTo>
                    <a:pt x="0" y="0"/>
                  </a:moveTo>
                  <a:lnTo>
                    <a:pt x="8166608" y="0"/>
                  </a:lnTo>
                  <a:lnTo>
                    <a:pt x="8166608" y="11109071"/>
                  </a:lnTo>
                  <a:lnTo>
                    <a:pt x="0" y="11109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11" t="0" r="-1011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25603" y="239411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Venkat - V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59120" y="1945881"/>
            <a:ext cx="8028880" cy="8341119"/>
            <a:chOff x="0" y="0"/>
            <a:chExt cx="10705173" cy="111214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05211" cy="11121517"/>
            </a:xfrm>
            <a:custGeom>
              <a:avLst/>
              <a:gdLst/>
              <a:ahLst/>
              <a:cxnLst/>
              <a:rect r="r" b="b" t="t" l="l"/>
              <a:pathLst>
                <a:path h="11121517" w="10705211">
                  <a:moveTo>
                    <a:pt x="0" y="0"/>
                  </a:moveTo>
                  <a:lnTo>
                    <a:pt x="10705211" y="0"/>
                  </a:lnTo>
                  <a:lnTo>
                    <a:pt x="10705211" y="11121517"/>
                  </a:lnTo>
                  <a:lnTo>
                    <a:pt x="0" y="11121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2345" t="0" r="-4234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91920" y="1681048"/>
            <a:ext cx="5307978" cy="8605952"/>
            <a:chOff x="0" y="0"/>
            <a:chExt cx="7077304" cy="114746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77329" cy="11474577"/>
            </a:xfrm>
            <a:custGeom>
              <a:avLst/>
              <a:gdLst/>
              <a:ahLst/>
              <a:cxnLst/>
              <a:rect r="r" b="b" t="t" l="l"/>
              <a:pathLst>
                <a:path h="11474577" w="7077329">
                  <a:moveTo>
                    <a:pt x="0" y="0"/>
                  </a:moveTo>
                  <a:lnTo>
                    <a:pt x="7077329" y="0"/>
                  </a:lnTo>
                  <a:lnTo>
                    <a:pt x="7077329" y="11474577"/>
                  </a:lnTo>
                  <a:lnTo>
                    <a:pt x="0" y="11474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24" r="0" b="-482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1674066"/>
            <a:ext cx="5991920" cy="8605952"/>
            <a:chOff x="0" y="0"/>
            <a:chExt cx="7989227" cy="114746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989189" cy="11474577"/>
            </a:xfrm>
            <a:custGeom>
              <a:avLst/>
              <a:gdLst/>
              <a:ahLst/>
              <a:cxnLst/>
              <a:rect r="r" b="b" t="t" l="l"/>
              <a:pathLst>
                <a:path h="11474577" w="7989189">
                  <a:moveTo>
                    <a:pt x="0" y="0"/>
                  </a:moveTo>
                  <a:lnTo>
                    <a:pt x="7989189" y="0"/>
                  </a:lnTo>
                  <a:lnTo>
                    <a:pt x="7989189" y="11474577"/>
                  </a:lnTo>
                  <a:lnTo>
                    <a:pt x="0" y="11474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59" t="0" r="-386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Vasanth - V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5238" y="1667770"/>
            <a:ext cx="6535417" cy="8183137"/>
            <a:chOff x="0" y="0"/>
            <a:chExt cx="8713889" cy="10910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13851" cy="10910824"/>
            </a:xfrm>
            <a:custGeom>
              <a:avLst/>
              <a:gdLst/>
              <a:ahLst/>
              <a:cxnLst/>
              <a:rect r="r" b="b" t="t" l="l"/>
              <a:pathLst>
                <a:path h="10910824" w="8713851">
                  <a:moveTo>
                    <a:pt x="0" y="0"/>
                  </a:moveTo>
                  <a:lnTo>
                    <a:pt x="8713851" y="0"/>
                  </a:lnTo>
                  <a:lnTo>
                    <a:pt x="8713851" y="10910824"/>
                  </a:lnTo>
                  <a:lnTo>
                    <a:pt x="0" y="10910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433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27678" y="1558985"/>
            <a:ext cx="6535417" cy="8400707"/>
            <a:chOff x="0" y="0"/>
            <a:chExt cx="8713889" cy="112009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13851" cy="11200892"/>
            </a:xfrm>
            <a:custGeom>
              <a:avLst/>
              <a:gdLst/>
              <a:ahLst/>
              <a:cxnLst/>
              <a:rect r="r" b="b" t="t" l="l"/>
              <a:pathLst>
                <a:path h="11200892" w="8713851">
                  <a:moveTo>
                    <a:pt x="0" y="0"/>
                  </a:moveTo>
                  <a:lnTo>
                    <a:pt x="8713851" y="0"/>
                  </a:lnTo>
                  <a:lnTo>
                    <a:pt x="8713851" y="11200892"/>
                  </a:lnTo>
                  <a:lnTo>
                    <a:pt x="0" y="11200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64" r="0" b="-1864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Vasanth - V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15455" y="1902990"/>
            <a:ext cx="4950381" cy="3731076"/>
            <a:chOff x="0" y="0"/>
            <a:chExt cx="6600508" cy="49747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0571" cy="4974717"/>
            </a:xfrm>
            <a:custGeom>
              <a:avLst/>
              <a:gdLst/>
              <a:ahLst/>
              <a:cxnLst/>
              <a:rect r="r" b="b" t="t" l="l"/>
              <a:pathLst>
                <a:path h="4974717" w="6600571">
                  <a:moveTo>
                    <a:pt x="0" y="0"/>
                  </a:moveTo>
                  <a:lnTo>
                    <a:pt x="6600571" y="0"/>
                  </a:lnTo>
                  <a:lnTo>
                    <a:pt x="6600571" y="4974717"/>
                  </a:lnTo>
                  <a:lnTo>
                    <a:pt x="0" y="4974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15455" y="5752052"/>
            <a:ext cx="4949247" cy="4349572"/>
            <a:chOff x="0" y="0"/>
            <a:chExt cx="6598996" cy="57994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99047" cy="5799455"/>
            </a:xfrm>
            <a:custGeom>
              <a:avLst/>
              <a:gdLst/>
              <a:ahLst/>
              <a:cxnLst/>
              <a:rect r="r" b="b" t="t" l="l"/>
              <a:pathLst>
                <a:path h="5799455" w="6599047">
                  <a:moveTo>
                    <a:pt x="0" y="0"/>
                  </a:moveTo>
                  <a:lnTo>
                    <a:pt x="6599047" y="0"/>
                  </a:lnTo>
                  <a:lnTo>
                    <a:pt x="6599047" y="5799455"/>
                  </a:lnTo>
                  <a:lnTo>
                    <a:pt x="0" y="5799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9509" r="0" b="-1950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524570" y="1797263"/>
            <a:ext cx="7474658" cy="8304362"/>
            <a:chOff x="0" y="0"/>
            <a:chExt cx="9966211" cy="110724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66198" cy="11072495"/>
            </a:xfrm>
            <a:custGeom>
              <a:avLst/>
              <a:gdLst/>
              <a:ahLst/>
              <a:cxnLst/>
              <a:rect r="r" b="b" t="t" l="l"/>
              <a:pathLst>
                <a:path h="11072495" w="9966198">
                  <a:moveTo>
                    <a:pt x="0" y="0"/>
                  </a:moveTo>
                  <a:lnTo>
                    <a:pt x="9966198" y="0"/>
                  </a:lnTo>
                  <a:lnTo>
                    <a:pt x="9966198" y="11072495"/>
                  </a:lnTo>
                  <a:lnTo>
                    <a:pt x="0" y="11072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005" r="0" b="-10005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Praveen - 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447641" y="147485"/>
            <a:ext cx="5736450" cy="10139515"/>
            <a:chOff x="0" y="0"/>
            <a:chExt cx="7648600" cy="135193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48575" cy="13519404"/>
            </a:xfrm>
            <a:custGeom>
              <a:avLst/>
              <a:gdLst/>
              <a:ahLst/>
              <a:cxnLst/>
              <a:rect r="r" b="b" t="t" l="l"/>
              <a:pathLst>
                <a:path h="13519404" w="7648575">
                  <a:moveTo>
                    <a:pt x="0" y="0"/>
                  </a:moveTo>
                  <a:lnTo>
                    <a:pt x="7648575" y="0"/>
                  </a:lnTo>
                  <a:lnTo>
                    <a:pt x="7648575" y="13519404"/>
                  </a:lnTo>
                  <a:lnTo>
                    <a:pt x="0" y="13519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677" r="0" b="-1667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908" y="2418731"/>
            <a:ext cx="7492517" cy="6474543"/>
            <a:chOff x="0" y="0"/>
            <a:chExt cx="9990023" cy="86327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90074" cy="8632698"/>
            </a:xfrm>
            <a:custGeom>
              <a:avLst/>
              <a:gdLst/>
              <a:ahLst/>
              <a:cxnLst/>
              <a:rect r="r" b="b" t="t" l="l"/>
              <a:pathLst>
                <a:path h="8632698" w="9990074">
                  <a:moveTo>
                    <a:pt x="0" y="0"/>
                  </a:moveTo>
                  <a:lnTo>
                    <a:pt x="9990074" y="0"/>
                  </a:lnTo>
                  <a:lnTo>
                    <a:pt x="9990074" y="8632698"/>
                  </a:lnTo>
                  <a:lnTo>
                    <a:pt x="0" y="8632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487" t="0" r="-2148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699667" y="2418731"/>
            <a:ext cx="4615244" cy="6474543"/>
            <a:chOff x="0" y="0"/>
            <a:chExt cx="6153658" cy="86327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53658" cy="8632698"/>
            </a:xfrm>
            <a:custGeom>
              <a:avLst/>
              <a:gdLst/>
              <a:ahLst/>
              <a:cxnLst/>
              <a:rect r="r" b="b" t="t" l="l"/>
              <a:pathLst>
                <a:path h="8632698" w="6153658">
                  <a:moveTo>
                    <a:pt x="0" y="0"/>
                  </a:moveTo>
                  <a:lnTo>
                    <a:pt x="6153658" y="0"/>
                  </a:lnTo>
                  <a:lnTo>
                    <a:pt x="6153658" y="8632698"/>
                  </a:lnTo>
                  <a:lnTo>
                    <a:pt x="0" y="8632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07" t="0" r="-2607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Praveen - 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8688" y="1747561"/>
            <a:ext cx="4831013" cy="7337441"/>
            <a:chOff x="0" y="0"/>
            <a:chExt cx="6441351" cy="97832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41313" cy="9783318"/>
            </a:xfrm>
            <a:custGeom>
              <a:avLst/>
              <a:gdLst/>
              <a:ahLst/>
              <a:cxnLst/>
              <a:rect r="r" b="b" t="t" l="l"/>
              <a:pathLst>
                <a:path h="9783318" w="6441313">
                  <a:moveTo>
                    <a:pt x="0" y="0"/>
                  </a:moveTo>
                  <a:lnTo>
                    <a:pt x="6441313" y="0"/>
                  </a:lnTo>
                  <a:lnTo>
                    <a:pt x="6441313" y="9783318"/>
                  </a:lnTo>
                  <a:lnTo>
                    <a:pt x="0" y="9783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955" t="0" r="-695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250428" y="1902543"/>
            <a:ext cx="5191430" cy="7182460"/>
            <a:chOff x="0" y="0"/>
            <a:chExt cx="6921906" cy="95766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21881" cy="9576562"/>
            </a:xfrm>
            <a:custGeom>
              <a:avLst/>
              <a:gdLst/>
              <a:ahLst/>
              <a:cxnLst/>
              <a:rect r="r" b="b" t="t" l="l"/>
              <a:pathLst>
                <a:path h="9576562" w="6921881">
                  <a:moveTo>
                    <a:pt x="0" y="0"/>
                  </a:moveTo>
                  <a:lnTo>
                    <a:pt x="6921881" y="0"/>
                  </a:lnTo>
                  <a:lnTo>
                    <a:pt x="6921881" y="9576562"/>
                  </a:lnTo>
                  <a:lnTo>
                    <a:pt x="0" y="9576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82" t="0" r="-188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58488" y="1450200"/>
            <a:ext cx="3258931" cy="4321273"/>
            <a:chOff x="0" y="0"/>
            <a:chExt cx="4345242" cy="57616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45305" cy="5761736"/>
            </a:xfrm>
            <a:custGeom>
              <a:avLst/>
              <a:gdLst/>
              <a:ahLst/>
              <a:cxnLst/>
              <a:rect r="r" b="b" t="t" l="l"/>
              <a:pathLst>
                <a:path h="5761736" w="4345305">
                  <a:moveTo>
                    <a:pt x="0" y="0"/>
                  </a:moveTo>
                  <a:lnTo>
                    <a:pt x="4345305" y="0"/>
                  </a:lnTo>
                  <a:lnTo>
                    <a:pt x="4345305" y="5761736"/>
                  </a:lnTo>
                  <a:lnTo>
                    <a:pt x="0" y="576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620" r="-60709" b="-3498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72805" y="1450200"/>
            <a:ext cx="3247082" cy="4321273"/>
            <a:chOff x="0" y="0"/>
            <a:chExt cx="4329443" cy="57616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29430" cy="5761736"/>
            </a:xfrm>
            <a:custGeom>
              <a:avLst/>
              <a:gdLst/>
              <a:ahLst/>
              <a:cxnLst/>
              <a:rect r="r" b="b" t="t" l="l"/>
              <a:pathLst>
                <a:path h="5761736" w="4329430">
                  <a:moveTo>
                    <a:pt x="0" y="0"/>
                  </a:moveTo>
                  <a:lnTo>
                    <a:pt x="4329430" y="0"/>
                  </a:lnTo>
                  <a:lnTo>
                    <a:pt x="4329430" y="5761736"/>
                  </a:lnTo>
                  <a:lnTo>
                    <a:pt x="0" y="5761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94" r="0" b="-9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692584" y="6224988"/>
            <a:ext cx="3952570" cy="3259398"/>
            <a:chOff x="0" y="0"/>
            <a:chExt cx="5270094" cy="43458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70119" cy="4345813"/>
            </a:xfrm>
            <a:custGeom>
              <a:avLst/>
              <a:gdLst/>
              <a:ahLst/>
              <a:cxnLst/>
              <a:rect r="r" b="b" t="t" l="l"/>
              <a:pathLst>
                <a:path h="4345813" w="5270119">
                  <a:moveTo>
                    <a:pt x="0" y="0"/>
                  </a:moveTo>
                  <a:lnTo>
                    <a:pt x="5270119" y="0"/>
                  </a:lnTo>
                  <a:lnTo>
                    <a:pt x="5270119" y="4345813"/>
                  </a:lnTo>
                  <a:lnTo>
                    <a:pt x="0" y="43458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8719" r="-63515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027688" y="6424679"/>
            <a:ext cx="3091634" cy="2860015"/>
            <a:chOff x="0" y="0"/>
            <a:chExt cx="4122179" cy="38133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22166" cy="3813302"/>
            </a:xfrm>
            <a:custGeom>
              <a:avLst/>
              <a:gdLst/>
              <a:ahLst/>
              <a:cxnLst/>
              <a:rect r="r" b="b" t="t" l="l"/>
              <a:pathLst>
                <a:path h="3813302" w="4122166">
                  <a:moveTo>
                    <a:pt x="0" y="0"/>
                  </a:moveTo>
                  <a:lnTo>
                    <a:pt x="4122166" y="0"/>
                  </a:lnTo>
                  <a:lnTo>
                    <a:pt x="4122166" y="3813302"/>
                  </a:lnTo>
                  <a:lnTo>
                    <a:pt x="0" y="3813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1071" b="-88916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6892" y="628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Vishal - V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63430" y="1471051"/>
            <a:ext cx="6571326" cy="8532000"/>
            <a:chOff x="0" y="0"/>
            <a:chExt cx="8761768" cy="1137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761730" cy="11376025"/>
            </a:xfrm>
            <a:custGeom>
              <a:avLst/>
              <a:gdLst/>
              <a:ahLst/>
              <a:cxnLst/>
              <a:rect r="r" b="b" t="t" l="l"/>
              <a:pathLst>
                <a:path h="11376025" w="8761730">
                  <a:moveTo>
                    <a:pt x="0" y="0"/>
                  </a:moveTo>
                  <a:lnTo>
                    <a:pt x="8761730" y="0"/>
                  </a:lnTo>
                  <a:lnTo>
                    <a:pt x="8761730" y="11376025"/>
                  </a:lnTo>
                  <a:lnTo>
                    <a:pt x="0" y="1137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46" r="0" b="-134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88143" y="1471051"/>
            <a:ext cx="6571326" cy="8532000"/>
            <a:chOff x="0" y="0"/>
            <a:chExt cx="8761768" cy="1137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61730" cy="11376025"/>
            </a:xfrm>
            <a:custGeom>
              <a:avLst/>
              <a:gdLst/>
              <a:ahLst/>
              <a:cxnLst/>
              <a:rect r="r" b="b" t="t" l="l"/>
              <a:pathLst>
                <a:path h="11376025" w="8761730">
                  <a:moveTo>
                    <a:pt x="0" y="0"/>
                  </a:moveTo>
                  <a:lnTo>
                    <a:pt x="8761730" y="0"/>
                  </a:lnTo>
                  <a:lnTo>
                    <a:pt x="8761730" y="11376025"/>
                  </a:lnTo>
                  <a:lnTo>
                    <a:pt x="0" y="1137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461" r="0" b="-18461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Vishal - V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80333" y="1755057"/>
            <a:ext cx="5595928" cy="8228371"/>
            <a:chOff x="0" y="0"/>
            <a:chExt cx="7461237" cy="109711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1250" cy="10971149"/>
            </a:xfrm>
            <a:custGeom>
              <a:avLst/>
              <a:gdLst/>
              <a:ahLst/>
              <a:cxnLst/>
              <a:rect r="r" b="b" t="t" l="l"/>
              <a:pathLst>
                <a:path h="10971149" w="7461250">
                  <a:moveTo>
                    <a:pt x="0" y="0"/>
                  </a:moveTo>
                  <a:lnTo>
                    <a:pt x="7461250" y="0"/>
                  </a:lnTo>
                  <a:lnTo>
                    <a:pt x="7461250" y="10971149"/>
                  </a:lnTo>
                  <a:lnTo>
                    <a:pt x="0" y="10971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94" t="0" r="-169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668860" y="1755057"/>
            <a:ext cx="5161940" cy="8200101"/>
            <a:chOff x="0" y="0"/>
            <a:chExt cx="6882587" cy="109334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82638" cy="10933430"/>
            </a:xfrm>
            <a:custGeom>
              <a:avLst/>
              <a:gdLst/>
              <a:ahLst/>
              <a:cxnLst/>
              <a:rect r="r" b="b" t="t" l="l"/>
              <a:pathLst>
                <a:path h="10933430" w="6882638">
                  <a:moveTo>
                    <a:pt x="0" y="0"/>
                  </a:moveTo>
                  <a:lnTo>
                    <a:pt x="6882638" y="0"/>
                  </a:lnTo>
                  <a:lnTo>
                    <a:pt x="6882638" y="10933430"/>
                  </a:lnTo>
                  <a:lnTo>
                    <a:pt x="0" y="10933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955" r="0" b="-595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16236" y="1755057"/>
            <a:ext cx="5412657" cy="8200101"/>
            <a:chOff x="0" y="0"/>
            <a:chExt cx="7216877" cy="109334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216902" cy="10933430"/>
            </a:xfrm>
            <a:custGeom>
              <a:avLst/>
              <a:gdLst/>
              <a:ahLst/>
              <a:cxnLst/>
              <a:rect r="r" b="b" t="t" l="l"/>
              <a:pathLst>
                <a:path h="10933430" w="7216902">
                  <a:moveTo>
                    <a:pt x="0" y="0"/>
                  </a:moveTo>
                  <a:lnTo>
                    <a:pt x="7216902" y="0"/>
                  </a:lnTo>
                  <a:lnTo>
                    <a:pt x="7216902" y="10933430"/>
                  </a:lnTo>
                  <a:lnTo>
                    <a:pt x="0" y="10933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673" r="0" b="-8673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8906" y="628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Josephine - J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46611" y="1401089"/>
            <a:ext cx="5264258" cy="8576186"/>
            <a:chOff x="0" y="0"/>
            <a:chExt cx="7019011" cy="114349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19036" cy="11434953"/>
            </a:xfrm>
            <a:custGeom>
              <a:avLst/>
              <a:gdLst/>
              <a:ahLst/>
              <a:cxnLst/>
              <a:rect r="r" b="b" t="t" l="l"/>
              <a:pathLst>
                <a:path h="11434953" w="7019036">
                  <a:moveTo>
                    <a:pt x="0" y="0"/>
                  </a:moveTo>
                  <a:lnTo>
                    <a:pt x="7019036" y="0"/>
                  </a:lnTo>
                  <a:lnTo>
                    <a:pt x="7019036" y="11434953"/>
                  </a:lnTo>
                  <a:lnTo>
                    <a:pt x="0" y="11434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8202" r="0" b="-1820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93683" y="1401089"/>
            <a:ext cx="5088188" cy="8453228"/>
            <a:chOff x="0" y="0"/>
            <a:chExt cx="6784251" cy="112709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4213" cy="11270996"/>
            </a:xfrm>
            <a:custGeom>
              <a:avLst/>
              <a:gdLst/>
              <a:ahLst/>
              <a:cxnLst/>
              <a:rect r="r" b="b" t="t" l="l"/>
              <a:pathLst>
                <a:path h="11270996" w="6784213">
                  <a:moveTo>
                    <a:pt x="0" y="0"/>
                  </a:moveTo>
                  <a:lnTo>
                    <a:pt x="6784213" y="0"/>
                  </a:lnTo>
                  <a:lnTo>
                    <a:pt x="6784213" y="11270996"/>
                  </a:lnTo>
                  <a:lnTo>
                    <a:pt x="0" y="112709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18" r="0" b="-36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35722" y="1401089"/>
            <a:ext cx="5197126" cy="8576186"/>
            <a:chOff x="0" y="0"/>
            <a:chExt cx="6929501" cy="114349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29501" cy="11434953"/>
            </a:xfrm>
            <a:custGeom>
              <a:avLst/>
              <a:gdLst/>
              <a:ahLst/>
              <a:cxnLst/>
              <a:rect r="r" b="b" t="t" l="l"/>
              <a:pathLst>
                <a:path h="11434953" w="6929501">
                  <a:moveTo>
                    <a:pt x="0" y="0"/>
                  </a:moveTo>
                  <a:lnTo>
                    <a:pt x="6929501" y="0"/>
                  </a:lnTo>
                  <a:lnTo>
                    <a:pt x="6929501" y="11434953"/>
                  </a:lnTo>
                  <a:lnTo>
                    <a:pt x="0" y="11434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52" t="0" r="-5752" b="0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48621" y="367646"/>
            <a:ext cx="17190749" cy="991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Josephine - J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58990" y="1994716"/>
            <a:ext cx="4756909" cy="7774943"/>
            <a:chOff x="0" y="0"/>
            <a:chExt cx="6342545" cy="10366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42507" cy="10366629"/>
            </a:xfrm>
            <a:custGeom>
              <a:avLst/>
              <a:gdLst/>
              <a:ahLst/>
              <a:cxnLst/>
              <a:rect r="r" b="b" t="t" l="l"/>
              <a:pathLst>
                <a:path h="10366629" w="6342507">
                  <a:moveTo>
                    <a:pt x="0" y="0"/>
                  </a:moveTo>
                  <a:lnTo>
                    <a:pt x="6342507" y="0"/>
                  </a:lnTo>
                  <a:lnTo>
                    <a:pt x="6342507" y="10366629"/>
                  </a:lnTo>
                  <a:lnTo>
                    <a:pt x="0" y="10366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41" r="0" b="-484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25152" y="1994716"/>
            <a:ext cx="4436135" cy="7654414"/>
            <a:chOff x="0" y="0"/>
            <a:chExt cx="5914847" cy="102058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14898" cy="10205847"/>
            </a:xfrm>
            <a:custGeom>
              <a:avLst/>
              <a:gdLst/>
              <a:ahLst/>
              <a:cxnLst/>
              <a:rect r="r" b="b" t="t" l="l"/>
              <a:pathLst>
                <a:path h="10205847" w="5914898">
                  <a:moveTo>
                    <a:pt x="0" y="0"/>
                  </a:moveTo>
                  <a:lnTo>
                    <a:pt x="5914898" y="0"/>
                  </a:lnTo>
                  <a:lnTo>
                    <a:pt x="5914898" y="10205847"/>
                  </a:lnTo>
                  <a:lnTo>
                    <a:pt x="0" y="10205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23" t="0" r="-412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960943" y="1994716"/>
            <a:ext cx="4962916" cy="7654414"/>
            <a:chOff x="0" y="0"/>
            <a:chExt cx="6617221" cy="102058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17208" cy="10205847"/>
            </a:xfrm>
            <a:custGeom>
              <a:avLst/>
              <a:gdLst/>
              <a:ahLst/>
              <a:cxnLst/>
              <a:rect r="r" b="b" t="t" l="l"/>
              <a:pathLst>
                <a:path h="10205847" w="6617208">
                  <a:moveTo>
                    <a:pt x="0" y="0"/>
                  </a:moveTo>
                  <a:lnTo>
                    <a:pt x="6617208" y="0"/>
                  </a:lnTo>
                  <a:lnTo>
                    <a:pt x="6617208" y="10205847"/>
                  </a:lnTo>
                  <a:lnTo>
                    <a:pt x="0" y="10205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045" t="0" r="-8045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8597" y="2158165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5" y="0"/>
                </a:lnTo>
                <a:lnTo>
                  <a:pt x="7960895" y="5970670"/>
                </a:lnTo>
                <a:lnTo>
                  <a:pt x="0" y="5970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24447" y="1965021"/>
            <a:ext cx="4767719" cy="6356958"/>
          </a:xfrm>
          <a:custGeom>
            <a:avLst/>
            <a:gdLst/>
            <a:ahLst/>
            <a:cxnLst/>
            <a:rect r="r" b="b" t="t" l="l"/>
            <a:pathLst>
              <a:path h="6356958" w="4767719">
                <a:moveTo>
                  <a:pt x="0" y="0"/>
                </a:moveTo>
                <a:lnTo>
                  <a:pt x="4767719" y="0"/>
                </a:lnTo>
                <a:lnTo>
                  <a:pt x="476771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65566" y="396221"/>
            <a:ext cx="3932806" cy="8937350"/>
          </a:xfrm>
          <a:custGeom>
            <a:avLst/>
            <a:gdLst/>
            <a:ahLst/>
            <a:cxnLst/>
            <a:rect r="r" b="b" t="t" l="l"/>
            <a:pathLst>
              <a:path h="8937350" w="3932806">
                <a:moveTo>
                  <a:pt x="0" y="0"/>
                </a:moveTo>
                <a:lnTo>
                  <a:pt x="3932807" y="0"/>
                </a:lnTo>
                <a:lnTo>
                  <a:pt x="3932807" y="8937350"/>
                </a:lnTo>
                <a:lnTo>
                  <a:pt x="0" y="8937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67" t="-11510" r="-24920" b="-1242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8621" y="367646"/>
            <a:ext cx="381042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191919"/>
                </a:solidFill>
                <a:latin typeface="Arimo"/>
                <a:ea typeface="Arimo"/>
                <a:cs typeface="Arimo"/>
                <a:sym typeface="Arimo"/>
              </a:rPr>
              <a:t>Divakar - D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DFDC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DAHDKY2u-jY</dc:identifier>
  <dcterms:modified xsi:type="dcterms:W3CDTF">2011-08-01T06:04:30Z</dcterms:modified>
  <cp:revision>1</cp:revision>
  <dc:title>Eaglets Retro Fun March 6.pptx</dc:title>
</cp:coreProperties>
</file>