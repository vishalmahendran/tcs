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98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6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80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45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9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90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6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6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8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3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4AE84-C4F4-47CC-AD39-AE9DCA3878A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A6528-63AD-482C-92D7-A6CDDD26F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0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sv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jpeg"/><Relationship Id="rId4" Type="http://schemas.openxmlformats.org/officeDocument/2006/relationships/image" Target="../media/image4.png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10" Type="http://schemas.openxmlformats.org/officeDocument/2006/relationships/image" Target="../media/image21.jpeg"/><Relationship Id="rId4" Type="http://schemas.openxmlformats.org/officeDocument/2006/relationships/image" Target="../media/image17.jpeg"/><Relationship Id="rId9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.svg"/><Relationship Id="rId7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.svg"/><Relationship Id="rId7" Type="http://schemas.openxmlformats.org/officeDocument/2006/relationships/image" Target="../media/image3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3.jpeg"/><Relationship Id="rId7" Type="http://schemas.openxmlformats.org/officeDocument/2006/relationships/image" Target="../media/image3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8.jpeg"/><Relationship Id="rId5" Type="http://schemas.openxmlformats.org/officeDocument/2006/relationships/image" Target="../media/image2.svg"/><Relationship Id="rId10" Type="http://schemas.openxmlformats.org/officeDocument/2006/relationships/image" Target="../media/image37.jpeg"/><Relationship Id="rId4" Type="http://schemas.openxmlformats.org/officeDocument/2006/relationships/image" Target="../media/image2.png"/><Relationship Id="rId9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0.jpeg"/><Relationship Id="rId7" Type="http://schemas.openxmlformats.org/officeDocument/2006/relationships/image" Target="../media/image4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.png"/><Relationship Id="rId4" Type="http://schemas.openxmlformats.org/officeDocument/2006/relationships/image" Target="../media/image41.jpeg"/><Relationship Id="rId9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2.svg"/><Relationship Id="rId7" Type="http://schemas.openxmlformats.org/officeDocument/2006/relationships/image" Target="../media/image4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3.png"/><Relationship Id="rId10" Type="http://schemas.openxmlformats.org/officeDocument/2006/relationships/image" Target="../media/image47.jpeg"/><Relationship Id="rId4" Type="http://schemas.openxmlformats.org/officeDocument/2006/relationships/image" Target="../media/image4.png"/><Relationship Id="rId9" Type="http://schemas.openxmlformats.org/officeDocument/2006/relationships/image" Target="../media/image4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5219-57EE-A5F5-2F5D-4B400F51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4C4E5A4-CA34-DBF6-75A3-BF077C0C0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233" y="0"/>
            <a:ext cx="8128000" cy="6858000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7CFA9262-67E7-6A7A-4C2E-D7241EE65D32}"/>
              </a:ext>
            </a:extLst>
          </p:cNvPr>
          <p:cNvSpPr/>
          <p:nvPr/>
        </p:nvSpPr>
        <p:spPr>
          <a:xfrm>
            <a:off x="1930369" y="-1803400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2CCD3C-FBC7-6851-563F-2C57170A8D5A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5BD7749-F474-269E-A126-D3FB3384C37B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69D13DC-5694-4DAB-ED5A-0B98808DA7AE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81AEF20-E313-FB29-BD9F-A0DCC926B32C}"/>
              </a:ext>
            </a:extLst>
          </p:cNvPr>
          <p:cNvSpPr txBox="1"/>
          <p:nvPr/>
        </p:nvSpPr>
        <p:spPr>
          <a:xfrm>
            <a:off x="948488" y="-93264"/>
            <a:ext cx="601111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Sarath’s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Tenali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EE298-CDAF-23F5-2EF6-3E519B845D6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" y="996049"/>
            <a:ext cx="3803379" cy="28355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739F5-4B5E-7D1A-844F-C3351A6A8F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4" y="4081433"/>
            <a:ext cx="3761726" cy="27491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AECF09-FA7C-6FD5-4851-9FE9803F1B8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012" y="7311"/>
            <a:ext cx="3126009" cy="2147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E14E27-1FFD-8030-803F-409B5D992D0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989" y="4566377"/>
            <a:ext cx="3143988" cy="2286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71E89A-3B19-A7CC-F2E4-281577CAA600}"/>
              </a:ext>
            </a:extLst>
          </p:cNvPr>
          <p:cNvSpPr txBox="1"/>
          <p:nvPr/>
        </p:nvSpPr>
        <p:spPr>
          <a:xfrm>
            <a:off x="4143457" y="677944"/>
            <a:ext cx="515602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5"/>
              </a:lnSpc>
              <a:spcBef>
                <a:spcPct val="0"/>
              </a:spcBef>
            </a:pP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Culture, heritage, and calm surroundings</a:t>
            </a:r>
          </a:p>
        </p:txBody>
      </p:sp>
    </p:spTree>
    <p:extLst>
      <p:ext uri="{BB962C8B-B14F-4D97-AF65-F5344CB8AC3E}">
        <p14:creationId xmlns:p14="http://schemas.microsoft.com/office/powerpoint/2010/main" val="282798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3E32-5352-4AB6-9514-24FD6D84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62DE4EA-08A4-742E-9818-F2DCF2F3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736" y="773763"/>
            <a:ext cx="4063106" cy="60842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4EAD90BF-196B-D3EE-01E0-B8AA5271B0DE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845777A-425F-6D2D-9443-B3577A444D70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07AB5E-4B7B-8F22-0F31-0A9C391D22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0"/>
            <a:ext cx="4237237" cy="6873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7283D09F-4191-4BCC-3307-210C9BF121AC}"/>
              </a:ext>
            </a:extLst>
          </p:cNvPr>
          <p:cNvSpPr/>
          <p:nvPr/>
        </p:nvSpPr>
        <p:spPr>
          <a:xfrm>
            <a:off x="1918648" y="-174997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EDCF09D-B232-9E24-AAA7-528955227FDC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144AFD-955A-F78E-E22F-5F3E60CA8716}"/>
              </a:ext>
            </a:extLst>
          </p:cNvPr>
          <p:cNvSpPr txBox="1"/>
          <p:nvPr/>
        </p:nvSpPr>
        <p:spPr>
          <a:xfrm>
            <a:off x="948488" y="-93263"/>
            <a:ext cx="7479749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Sarath’s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Vijayawada</a:t>
            </a:r>
          </a:p>
          <a:p>
            <a:pPr>
              <a:lnSpc>
                <a:spcPts val="7002"/>
              </a:lnSpc>
              <a:spcBef>
                <a:spcPct val="0"/>
              </a:spcBef>
            </a:pP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083CFF-6370-A9C4-163F-8F0715BE71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" y="780022"/>
            <a:ext cx="4237237" cy="28877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76DB50-3A74-2C39-D07C-562CA96E81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7" y="3683000"/>
            <a:ext cx="4229215" cy="31816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8411A8-9F46-AC30-C1A7-B190CBA2E034}"/>
              </a:ext>
            </a:extLst>
          </p:cNvPr>
          <p:cNvSpPr txBox="1"/>
          <p:nvPr/>
        </p:nvSpPr>
        <p:spPr>
          <a:xfrm>
            <a:off x="6889030" y="805422"/>
            <a:ext cx="515602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5"/>
              </a:lnSpc>
              <a:spcBef>
                <a:spcPct val="0"/>
              </a:spcBef>
            </a:pP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Temples, trade, and thriving city life</a:t>
            </a:r>
          </a:p>
        </p:txBody>
      </p:sp>
    </p:spTree>
    <p:extLst>
      <p:ext uri="{BB962C8B-B14F-4D97-AF65-F5344CB8AC3E}">
        <p14:creationId xmlns:p14="http://schemas.microsoft.com/office/powerpoint/2010/main" val="116539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0525" y="-128363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/>
          <p:cNvSpPr txBox="1"/>
          <p:nvPr/>
        </p:nvSpPr>
        <p:spPr>
          <a:xfrm>
            <a:off x="1435573" y="330200"/>
            <a:ext cx="733760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Gokul’s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Dharmapuri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29936" y="1453516"/>
            <a:ext cx="7571264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5"/>
              </a:lnSpc>
              <a:spcBef>
                <a:spcPct val="0"/>
              </a:spcBef>
            </a:pPr>
            <a:r>
              <a:rPr lang="en-US" sz="1361" dirty="0" err="1">
                <a:latin typeface="Garet"/>
                <a:ea typeface="Garet"/>
                <a:cs typeface="Garet"/>
                <a:sym typeface="Garet"/>
              </a:rPr>
              <a:t>Hogenakkal</a:t>
            </a: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 Falls is a famous waterfall called the “Niagara of India,” known for its natural beauty, coracle rides.</a:t>
            </a:r>
          </a:p>
          <a:p>
            <a:pPr>
              <a:lnSpc>
                <a:spcPts val="1905"/>
              </a:lnSpc>
              <a:spcBef>
                <a:spcPct val="0"/>
              </a:spcBef>
            </a:pPr>
            <a:r>
              <a:rPr lang="en-US" sz="1361" dirty="0" err="1">
                <a:latin typeface="Garet"/>
                <a:ea typeface="Garet"/>
                <a:cs typeface="Garet"/>
                <a:sym typeface="Garet"/>
              </a:rPr>
              <a:t>Vathalmalai</a:t>
            </a: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 is a scenic hill with exciting hairpin bends, ideal for trekking and nature lovers.</a:t>
            </a:r>
          </a:p>
          <a:p>
            <a:pPr>
              <a:lnSpc>
                <a:spcPts val="1905"/>
              </a:lnSpc>
              <a:spcBef>
                <a:spcPct val="0"/>
              </a:spcBef>
            </a:pPr>
            <a:r>
              <a:rPr lang="en-US" sz="1361" dirty="0" err="1">
                <a:latin typeface="Garet"/>
                <a:ea typeface="Garet"/>
                <a:cs typeface="Garet"/>
                <a:sym typeface="Garet"/>
              </a:rPr>
              <a:t>Adhiyaman</a:t>
            </a: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361" dirty="0" err="1">
                <a:latin typeface="Garet"/>
                <a:ea typeface="Garet"/>
                <a:cs typeface="Garet"/>
                <a:sym typeface="Garet"/>
              </a:rPr>
              <a:t>Kottai</a:t>
            </a: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 is a historic fort built  by King </a:t>
            </a:r>
            <a:r>
              <a:rPr lang="en-US" sz="1361" dirty="0" err="1">
                <a:latin typeface="Garet"/>
                <a:ea typeface="Garet"/>
                <a:cs typeface="Garet"/>
                <a:sym typeface="Garet"/>
              </a:rPr>
              <a:t>Adhiyaman</a:t>
            </a: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, showcasing the rich heritage and history of </a:t>
            </a:r>
            <a:r>
              <a:rPr lang="en-US" sz="1361" dirty="0" err="1">
                <a:latin typeface="Garet"/>
                <a:ea typeface="Garet"/>
                <a:cs typeface="Garet"/>
                <a:sym typeface="Garet"/>
              </a:rPr>
              <a:t>Dharmapuri</a:t>
            </a:r>
            <a:r>
              <a:rPr lang="en-US" sz="1361" dirty="0"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947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B4CA-30F0-42B9-7300-4119A3D6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B5B470A-C529-4140-7D65-DF338A00E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555" y="819946"/>
            <a:ext cx="6187440" cy="359791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0C412160-C4BF-8836-A6C4-8E4D3642A53D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379FE04-FAA1-BFA0-99EE-27EEC73C6143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EA136F-3D7F-335E-9BD1-250900A98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281" y="0"/>
            <a:ext cx="5233109" cy="9020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CE5B8521-15F0-FA5C-0B80-31C8A81E7677}"/>
              </a:ext>
            </a:extLst>
          </p:cNvPr>
          <p:cNvSpPr/>
          <p:nvPr/>
        </p:nvSpPr>
        <p:spPr>
          <a:xfrm>
            <a:off x="1918648" y="-174997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837516F-3028-F7F5-DC94-FC4631E2E2BF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A05D8C-E4E1-7534-6F76-76D6E202BD44}"/>
              </a:ext>
            </a:extLst>
          </p:cNvPr>
          <p:cNvSpPr txBox="1"/>
          <p:nvPr/>
        </p:nvSpPr>
        <p:spPr>
          <a:xfrm>
            <a:off x="671826" y="0"/>
            <a:ext cx="723031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Gokul’s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Dharmapuri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AF9B1-2F5D-7588-3D79-9F5BA47236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726" y="3516077"/>
            <a:ext cx="4445000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ADD310-1F17-70D1-1A14-D982B3AAD4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82" y="4051556"/>
            <a:ext cx="3043299" cy="27982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5118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F8729-4575-7AF9-1013-E6EE3145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62C776E-9A94-3DA5-0351-1CB3AD0C48C3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44A495E-6272-9C42-2803-FEE21B04EEBE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DE3BC8-1901-A365-D2AB-37DEDE39E9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481" y="2859897"/>
            <a:ext cx="6045200" cy="4084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A30A85-C5F1-95A6-5763-4EB1C33887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901" y="12810"/>
            <a:ext cx="5163023" cy="33041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123A8-4587-6286-1D9A-8AC3DF5932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5600" y="5080"/>
            <a:ext cx="9144000" cy="6858000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3B9D40A1-6EF5-E3FD-4529-8CB3C0E1E56D}"/>
              </a:ext>
            </a:extLst>
          </p:cNvPr>
          <p:cNvSpPr/>
          <p:nvPr/>
        </p:nvSpPr>
        <p:spPr>
          <a:xfrm>
            <a:off x="1950802" y="-2006273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9CD4F2B-FCDE-2CA3-3656-260D45CAC3CB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4F37D19-D38A-1DE5-5773-433AB8D9BAC9}"/>
              </a:ext>
            </a:extLst>
          </p:cNvPr>
          <p:cNvSpPr txBox="1"/>
          <p:nvPr/>
        </p:nvSpPr>
        <p:spPr>
          <a:xfrm>
            <a:off x="948489" y="-93264"/>
            <a:ext cx="931960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Josphin’s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Thanjavur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13B5D9-6ECE-AD90-D1ED-835C332405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60" y="1016575"/>
            <a:ext cx="2749943" cy="32239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6806D7-B929-7406-7175-AF5B5BFF81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049" y="3734131"/>
            <a:ext cx="3891432" cy="3246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7807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BAF4-7093-E5F9-2DF4-6D417AEC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098E1F-BAB8-5583-1F2E-8CBFCC25D085}"/>
              </a:ext>
            </a:extLst>
          </p:cNvPr>
          <p:cNvSpPr/>
          <p:nvPr/>
        </p:nvSpPr>
        <p:spPr>
          <a:xfrm>
            <a:off x="1918648" y="-174997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BCA1CD-BAEE-3E07-960A-51077BDD9FB3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4EC46F5-A039-9A23-04F8-692FC45C707B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58C3484-8ACF-7E7B-5D8A-DA992EC618D1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BD6020A-8930-E0BF-E4FD-FF187B71B157}"/>
              </a:ext>
            </a:extLst>
          </p:cNvPr>
          <p:cNvSpPr txBox="1"/>
          <p:nvPr/>
        </p:nvSpPr>
        <p:spPr>
          <a:xfrm>
            <a:off x="948488" y="-93264"/>
            <a:ext cx="8629196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Chandra’s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Banaganpalli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688F53-7211-5820-A7C7-188D8E3D97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9" y="2114737"/>
            <a:ext cx="5468571" cy="3949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C8350F-8040-43F1-0960-9634199726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0" r="26000"/>
          <a:stretch>
            <a:fillRect/>
          </a:stretch>
        </p:blipFill>
        <p:spPr>
          <a:xfrm>
            <a:off x="6332852" y="2119838"/>
            <a:ext cx="5732502" cy="3949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8021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5C9C-255F-A538-7B8A-3290FA0F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0CB293-FD59-1E31-B39A-CCBEBCCDFED3}"/>
              </a:ext>
            </a:extLst>
          </p:cNvPr>
          <p:cNvSpPr/>
          <p:nvPr/>
        </p:nvSpPr>
        <p:spPr>
          <a:xfrm>
            <a:off x="1918648" y="-174997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0FD558-6FA1-BECE-FE9B-0D923CBE3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0"/>
            <a:ext cx="12293600" cy="685800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2DECBC45-1DD4-8B78-627B-D5864EF06781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95F125F-FF11-CEC1-450D-9327DE664ADC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B398EEF-1974-CEAF-2904-BC22F07297D9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ED0D4CC-114D-B845-93E3-EA7F518EE671}"/>
              </a:ext>
            </a:extLst>
          </p:cNvPr>
          <p:cNvSpPr txBox="1"/>
          <p:nvPr/>
        </p:nvSpPr>
        <p:spPr>
          <a:xfrm>
            <a:off x="948488" y="-93264"/>
            <a:ext cx="336951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Radhika’s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77E0BE-6E0F-8E53-479A-984DAEEF1A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" y="3616694"/>
            <a:ext cx="3077719" cy="3241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4962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4364-BCAD-4FE1-926A-E0A4E496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171A51-6B44-C68E-4FB4-4AF86F533319}"/>
              </a:ext>
            </a:extLst>
          </p:cNvPr>
          <p:cNvSpPr/>
          <p:nvPr/>
        </p:nvSpPr>
        <p:spPr>
          <a:xfrm>
            <a:off x="6779400" y="-285646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402FB8E-3290-21F5-5C8C-60A640191A62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ACE1197-333E-3E6D-560E-ED93C44F235E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DBAC4F-775A-853F-91B2-EC5A05B5F9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877" y="-55422"/>
            <a:ext cx="6096125" cy="3484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2AD889-46E6-6596-36EA-323B63601E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695" y="-93263"/>
            <a:ext cx="6589572" cy="7006685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81C73A2E-307F-F45B-77A5-3AB642E8EC87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58760DB-8E49-9F2D-18A5-F98B3328C79B}"/>
              </a:ext>
            </a:extLst>
          </p:cNvPr>
          <p:cNvSpPr txBox="1"/>
          <p:nvPr/>
        </p:nvSpPr>
        <p:spPr>
          <a:xfrm>
            <a:off x="948488" y="-93264"/>
            <a:ext cx="850031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Divagar’s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Chennai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31263-AC5D-9DBF-DEDD-CFA6C6D85C7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299" y="3429000"/>
            <a:ext cx="3446101" cy="3429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E42C04-F793-9A49-A862-B0AE0B81A15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3429000"/>
            <a:ext cx="3324601" cy="34844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FD42CA-4A96-FEDF-1C3E-60B3EC843C99}"/>
              </a:ext>
            </a:extLst>
          </p:cNvPr>
          <p:cNvSpPr txBox="1"/>
          <p:nvPr/>
        </p:nvSpPr>
        <p:spPr>
          <a:xfrm>
            <a:off x="4606272" y="689334"/>
            <a:ext cx="813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The capital of Tamil Nadu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109543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C3439-3707-F28B-1F51-44060EB7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E614FD-B30C-5684-1106-57EDFA70DCCD}"/>
              </a:ext>
            </a:extLst>
          </p:cNvPr>
          <p:cNvSpPr/>
          <p:nvPr/>
        </p:nvSpPr>
        <p:spPr>
          <a:xfrm>
            <a:off x="3270082" y="-2858001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2D3BF4-A693-DA17-19A7-54C974E93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252" y="0"/>
            <a:ext cx="3975497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ED577910-EF27-AB38-6A17-77EE4BFC7BD6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F92B400-6B22-798C-441A-762DC01DA965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F71143C-6701-A54E-4EF4-55C14C043D49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0B55DDA-D289-81DF-4473-5336CC8237B9}"/>
              </a:ext>
            </a:extLst>
          </p:cNvPr>
          <p:cNvSpPr txBox="1"/>
          <p:nvPr/>
        </p:nvSpPr>
        <p:spPr>
          <a:xfrm>
            <a:off x="948488" y="-93263"/>
            <a:ext cx="1007511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Charan’s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Ananathapur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Noto Serif Display ExtraCondensed Bold"/>
            </a:endParaRPr>
          </a:p>
          <a:p>
            <a:pPr>
              <a:lnSpc>
                <a:spcPts val="7002"/>
              </a:lnSpc>
              <a:spcBef>
                <a:spcPct val="0"/>
              </a:spcBef>
            </a:pP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C5E7D-CFD9-892F-EDAE-C232BA65F6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2" y="2416338"/>
            <a:ext cx="3306869" cy="38150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6D7F37-E63A-D90B-041E-E68FBBFA9F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34" y="408206"/>
            <a:ext cx="4013001" cy="38150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6532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0525" y="-1283637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/>
          <p:cNvSpPr txBox="1"/>
          <p:nvPr/>
        </p:nvSpPr>
        <p:spPr>
          <a:xfrm>
            <a:off x="1435573" y="330200"/>
            <a:ext cx="733760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Praveen’s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Namakkal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87600" y="1409174"/>
            <a:ext cx="7571264" cy="1465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361" dirty="0">
                <a:latin typeface="Garet"/>
                <a:ea typeface="Garet"/>
                <a:cs typeface="Garet"/>
              </a:rPr>
              <a:t>The </a:t>
            </a:r>
            <a:r>
              <a:rPr lang="en-US" sz="1361" dirty="0" err="1">
                <a:latin typeface="Garet"/>
                <a:ea typeface="Garet"/>
                <a:cs typeface="Garet"/>
              </a:rPr>
              <a:t>Nainamalai</a:t>
            </a:r>
            <a:r>
              <a:rPr lang="en-US" sz="1361" dirty="0">
                <a:latin typeface="Garet"/>
                <a:ea typeface="Garet"/>
                <a:cs typeface="Garet"/>
              </a:rPr>
              <a:t> </a:t>
            </a:r>
            <a:r>
              <a:rPr lang="en-US" sz="1361" dirty="0" err="1">
                <a:latin typeface="Garet"/>
                <a:ea typeface="Garet"/>
                <a:cs typeface="Garet"/>
              </a:rPr>
              <a:t>Varatharaja</a:t>
            </a:r>
            <a:r>
              <a:rPr lang="en-US" sz="1361" dirty="0">
                <a:latin typeface="Garet"/>
                <a:ea typeface="Garet"/>
                <a:cs typeface="Garet"/>
              </a:rPr>
              <a:t> </a:t>
            </a:r>
            <a:r>
              <a:rPr lang="en-US" sz="1361" dirty="0" err="1">
                <a:latin typeface="Garet"/>
                <a:ea typeface="Garet"/>
                <a:cs typeface="Garet"/>
              </a:rPr>
              <a:t>Perumal</a:t>
            </a:r>
            <a:r>
              <a:rPr lang="en-US" sz="1361" dirty="0">
                <a:latin typeface="Garet"/>
                <a:ea typeface="Garet"/>
                <a:cs typeface="Garet"/>
              </a:rPr>
              <a:t> Temple which is located in </a:t>
            </a:r>
            <a:r>
              <a:rPr lang="en-US" sz="1361" dirty="0" err="1">
                <a:latin typeface="Garet"/>
                <a:ea typeface="Garet"/>
                <a:cs typeface="Garet"/>
              </a:rPr>
              <a:t>Namakkal</a:t>
            </a:r>
            <a:r>
              <a:rPr lang="en-US" sz="1361" dirty="0">
                <a:latin typeface="Garet"/>
                <a:ea typeface="Garet"/>
                <a:cs typeface="Garet"/>
              </a:rPr>
              <a:t> and it has approximately 2,700 steps to reach the hilltop temple. </a:t>
            </a:r>
          </a:p>
          <a:p>
            <a:r>
              <a:rPr lang="en-US" sz="1361" dirty="0">
                <a:latin typeface="Garet"/>
                <a:ea typeface="Garet"/>
                <a:cs typeface="Garet"/>
              </a:rPr>
              <a:t>A towering 18-feet Hanuman idol, very powerful and famous among devotees.</a:t>
            </a:r>
          </a:p>
          <a:p>
            <a:r>
              <a:rPr lang="en-US" sz="1361" dirty="0">
                <a:latin typeface="Garet"/>
                <a:ea typeface="Garet"/>
                <a:cs typeface="Garet"/>
              </a:rPr>
              <a:t>“Transport City of Tamil Nadu”  - Famous for its large number of lorry (truck) owners and transport businesses.</a:t>
            </a:r>
          </a:p>
          <a:p>
            <a:r>
              <a:rPr lang="en-US" sz="1361" dirty="0">
                <a:latin typeface="Garet"/>
                <a:ea typeface="Garet"/>
                <a:cs typeface="Garet"/>
              </a:rPr>
              <a:t>One of India’s biggest egg production hubs. </a:t>
            </a:r>
            <a:r>
              <a:rPr lang="en-US" sz="1361" dirty="0" err="1">
                <a:latin typeface="Garet"/>
                <a:ea typeface="Garet"/>
                <a:cs typeface="Garet"/>
              </a:rPr>
              <a:t>Kolli</a:t>
            </a:r>
            <a:r>
              <a:rPr lang="en-US" sz="1361" dirty="0">
                <a:latin typeface="Garet"/>
                <a:ea typeface="Garet"/>
                <a:cs typeface="Garet"/>
              </a:rPr>
              <a:t> hills Famous for 72 hairpin bends, waterfalls, and trekking.</a:t>
            </a:r>
          </a:p>
        </p:txBody>
      </p:sp>
    </p:spTree>
    <p:extLst>
      <p:ext uri="{BB962C8B-B14F-4D97-AF65-F5344CB8AC3E}">
        <p14:creationId xmlns:p14="http://schemas.microsoft.com/office/powerpoint/2010/main" val="331577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A1E5-AFE0-B78B-41FD-8BDDF1B4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B122090-4D14-06A5-51E8-404951078BAF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482B0-9B1C-DCB3-8218-3B4F1B8AE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62" y="0"/>
            <a:ext cx="8710762" cy="6858000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718FD577-FE18-67F9-A7C1-E162CE5B5C9D}"/>
              </a:ext>
            </a:extLst>
          </p:cNvPr>
          <p:cNvSpPr/>
          <p:nvPr/>
        </p:nvSpPr>
        <p:spPr>
          <a:xfrm>
            <a:off x="3270082" y="-2858001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2AB375F-6710-EB0B-659A-45541A15976D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162642-2BE1-B344-0201-7DF0D821F1AF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611C3E-5839-66FB-2781-66C07F67422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7189"/>
            <a:ext cx="3676220" cy="4089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526A90-9B53-D7D2-BB7A-5E21FC3075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967" y="3966327"/>
            <a:ext cx="2920257" cy="291515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C740C7-CAA9-EC77-2F06-FE83BCE1D01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324" y="4096589"/>
            <a:ext cx="2617113" cy="27542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2AE50D-1DFF-9FF4-7B1A-418CF709CCA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24"/>
          <a:stretch>
            <a:fillRect/>
          </a:stretch>
        </p:blipFill>
        <p:spPr>
          <a:xfrm>
            <a:off x="-23962" y="25400"/>
            <a:ext cx="2235556" cy="2347599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9C5EF98-A684-E811-991B-4328299B6DF2}"/>
              </a:ext>
            </a:extLst>
          </p:cNvPr>
          <p:cNvSpPr txBox="1"/>
          <p:nvPr/>
        </p:nvSpPr>
        <p:spPr>
          <a:xfrm>
            <a:off x="2192585" y="25400"/>
            <a:ext cx="702711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Praveen’s </a:t>
            </a: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Namakkal</a:t>
            </a: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7A0348-5834-0183-FB8C-ABAF9BD5AA3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385" y="2299836"/>
            <a:ext cx="2596733" cy="28383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681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A155F-371F-AE0D-24F1-7686CE34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CC5DB08-846E-F1F3-D673-30696A9AD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99" y="0"/>
            <a:ext cx="5878422" cy="353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708E6C-7C3C-7C3F-0FFF-E3AF8BA36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4544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F562D2-940C-E389-C99F-49A227F4F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1" y="0"/>
            <a:ext cx="3524249" cy="6858000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249E94A4-3528-9BB2-A459-D4F01015287F}"/>
              </a:ext>
            </a:extLst>
          </p:cNvPr>
          <p:cNvSpPr/>
          <p:nvPr/>
        </p:nvSpPr>
        <p:spPr>
          <a:xfrm>
            <a:off x="2788334" y="-1884853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D22470B-B648-4BA4-6260-E61AAC7C2D5B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5F6DDA-EC78-F57C-4817-0A2DE272A3E7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1AD1034-D9E2-30FD-37F9-C3E6212E8EEA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3F0E6DB-8F04-2825-3DA8-B98925A82046}"/>
              </a:ext>
            </a:extLst>
          </p:cNvPr>
          <p:cNvSpPr txBox="1"/>
          <p:nvPr/>
        </p:nvSpPr>
        <p:spPr>
          <a:xfrm>
            <a:off x="224809" y="28156"/>
            <a:ext cx="977031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Vignesh’s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North Chennai</a:t>
            </a:r>
          </a:p>
          <a:p>
            <a:pPr>
              <a:lnSpc>
                <a:spcPts val="7002"/>
              </a:lnSpc>
              <a:spcBef>
                <a:spcPct val="0"/>
              </a:spcBef>
            </a:pP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D82285-E419-051A-69C1-6F9F3F752B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99" y="3530600"/>
            <a:ext cx="5892801" cy="333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7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27E08-A2FA-E884-8B7F-4301B8D3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F1E96A-7D7B-0AA3-26DD-2C99ABA7ADEB}"/>
              </a:ext>
            </a:extLst>
          </p:cNvPr>
          <p:cNvSpPr/>
          <p:nvPr/>
        </p:nvSpPr>
        <p:spPr>
          <a:xfrm>
            <a:off x="3270082" y="-2858001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A9D3EF0-09B6-29C2-2510-0BD286DADA09}"/>
              </a:ext>
            </a:extLst>
          </p:cNvPr>
          <p:cNvSpPr/>
          <p:nvPr/>
        </p:nvSpPr>
        <p:spPr>
          <a:xfrm flipH="1" flipV="1">
            <a:off x="10268095" y="2449913"/>
            <a:ext cx="2894076" cy="5486400"/>
          </a:xfrm>
          <a:custGeom>
            <a:avLst/>
            <a:gdLst/>
            <a:ahLst/>
            <a:cxnLst/>
            <a:rect l="l" t="t" r="r" b="b"/>
            <a:pathLst>
              <a:path w="4341114" h="8229600">
                <a:moveTo>
                  <a:pt x="434111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341114" y="0"/>
                </a:lnTo>
                <a:lnTo>
                  <a:pt x="4341114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79C4FE5-7830-B526-121C-A8B996B1C5A2}"/>
              </a:ext>
            </a:extLst>
          </p:cNvPr>
          <p:cNvSpPr/>
          <p:nvPr/>
        </p:nvSpPr>
        <p:spPr>
          <a:xfrm flipH="1" flipV="1">
            <a:off x="10566224" y="-128363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5390388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390388" y="0"/>
                </a:lnTo>
                <a:lnTo>
                  <a:pt x="5390388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0F01F55-9E11-CD38-652B-9C6D9601A280}"/>
              </a:ext>
            </a:extLst>
          </p:cNvPr>
          <p:cNvSpPr/>
          <p:nvPr/>
        </p:nvSpPr>
        <p:spPr>
          <a:xfrm>
            <a:off x="-2106745" y="-293287"/>
            <a:ext cx="3593592" cy="5486400"/>
          </a:xfrm>
          <a:custGeom>
            <a:avLst/>
            <a:gdLst/>
            <a:ahLst/>
            <a:cxnLst/>
            <a:rect l="l" t="t" r="r" b="b"/>
            <a:pathLst>
              <a:path w="5390388" h="8229600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DA41A06-36A8-D2C0-D474-8EF9DB840754}"/>
              </a:ext>
            </a:extLst>
          </p:cNvPr>
          <p:cNvSpPr txBox="1"/>
          <p:nvPr/>
        </p:nvSpPr>
        <p:spPr>
          <a:xfrm>
            <a:off x="481068" y="-109558"/>
            <a:ext cx="828836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2"/>
              </a:lnSpc>
              <a:spcBef>
                <a:spcPct val="0"/>
              </a:spcBef>
            </a:pPr>
            <a:r>
              <a:rPr lang="en-US" sz="5002" dirty="0" err="1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Saravanan’s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 </a:t>
            </a:r>
            <a:r>
              <a:rPr lang="en-US" sz="5002" dirty="0">
                <a:solidFill>
                  <a:srgbClr val="1E5982"/>
                </a:solidFill>
                <a:latin typeface="Aprila"/>
                <a:ea typeface="Aprila"/>
                <a:cs typeface="Aprila"/>
                <a:sym typeface="Noto Serif Display ExtraCondensed Bold"/>
              </a:rPr>
              <a:t>Arizona</a:t>
            </a:r>
          </a:p>
          <a:p>
            <a:pPr>
              <a:lnSpc>
                <a:spcPts val="7002"/>
              </a:lnSpc>
              <a:spcBef>
                <a:spcPct val="0"/>
              </a:spcBef>
            </a:pPr>
            <a:endParaRPr lang="en-US" sz="5002" dirty="0">
              <a:solidFill>
                <a:srgbClr val="1E5982"/>
              </a:solidFill>
              <a:latin typeface="Aprila"/>
              <a:ea typeface="Aprila"/>
              <a:cs typeface="Aprila"/>
              <a:sym typeface="April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CF1D7-C6EE-A397-D901-7562EFA9EE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694"/>
            <a:ext cx="4236691" cy="3183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5275F-82A2-B38F-49A9-0BECD3E7E1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60" y="3765005"/>
            <a:ext cx="4236691" cy="318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718418-CD4A-4F95-76AE-B8E8FF3A85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2947175"/>
            <a:ext cx="5251020" cy="39036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C6F97B-2423-4B35-AB74-0E0D3A1E5B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025" y="23537"/>
            <a:ext cx="5168995" cy="29164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B84949-0A56-FB74-9FEA-3E87D2543BB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80290"/>
            <a:ext cx="3882290" cy="351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3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000" y="-279400"/>
            <a:ext cx="6509590" cy="7416745"/>
          </a:xfrm>
          <a:custGeom>
            <a:avLst/>
            <a:gdLst/>
            <a:ahLst/>
            <a:cxnLst/>
            <a:rect l="l" t="t" r="r" b="b"/>
            <a:pathLst>
              <a:path w="9764385" h="11125118">
                <a:moveTo>
                  <a:pt x="0" y="0"/>
                </a:moveTo>
                <a:lnTo>
                  <a:pt x="9764385" y="0"/>
                </a:lnTo>
                <a:lnTo>
                  <a:pt x="9764385" y="11125118"/>
                </a:lnTo>
                <a:lnTo>
                  <a:pt x="0" y="1112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38633">
            <a:off x="-2995925" y="-984935"/>
            <a:ext cx="6753329" cy="10871835"/>
          </a:xfrm>
          <a:custGeom>
            <a:avLst/>
            <a:gdLst/>
            <a:ahLst/>
            <a:cxnLst/>
            <a:rect l="l" t="t" r="r" b="b"/>
            <a:pathLst>
              <a:path w="10129993" h="16307753">
                <a:moveTo>
                  <a:pt x="0" y="0"/>
                </a:moveTo>
                <a:lnTo>
                  <a:pt x="10129992" y="0"/>
                </a:lnTo>
                <a:lnTo>
                  <a:pt x="10129992" y="16307753"/>
                </a:lnTo>
                <a:lnTo>
                  <a:pt x="0" y="16307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85885" y="-1743421"/>
            <a:ext cx="3552444" cy="5486400"/>
          </a:xfrm>
          <a:custGeom>
            <a:avLst/>
            <a:gdLst/>
            <a:ahLst/>
            <a:cxnLst/>
            <a:rect l="l" t="t" r="r" b="b"/>
            <a:pathLst>
              <a:path w="5328666" h="8229600">
                <a:moveTo>
                  <a:pt x="0" y="0"/>
                </a:moveTo>
                <a:lnTo>
                  <a:pt x="5328666" y="0"/>
                </a:lnTo>
                <a:lnTo>
                  <a:pt x="53286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907039">
            <a:off x="10177294" y="-541608"/>
            <a:ext cx="6502342" cy="9930095"/>
          </a:xfrm>
          <a:custGeom>
            <a:avLst/>
            <a:gdLst/>
            <a:ahLst/>
            <a:cxnLst/>
            <a:rect l="l" t="t" r="r" b="b"/>
            <a:pathLst>
              <a:path w="9753513" h="14895142">
                <a:moveTo>
                  <a:pt x="0" y="0"/>
                </a:moveTo>
                <a:lnTo>
                  <a:pt x="9753513" y="0"/>
                </a:lnTo>
                <a:lnTo>
                  <a:pt x="9753513" y="14895142"/>
                </a:lnTo>
                <a:lnTo>
                  <a:pt x="0" y="14895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36305" y="2701170"/>
            <a:ext cx="6519391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6"/>
              </a:lnSpc>
            </a:pPr>
            <a:r>
              <a:rPr lang="en-US" sz="11139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THANK</a:t>
            </a:r>
          </a:p>
          <a:p>
            <a:pPr algn="ctr">
              <a:lnSpc>
                <a:spcPts val="9246"/>
              </a:lnSpc>
            </a:pPr>
            <a:r>
              <a:rPr lang="en-US" sz="11139">
                <a:solidFill>
                  <a:srgbClr val="1E5982"/>
                </a:solidFill>
                <a:latin typeface="Aprila"/>
                <a:ea typeface="Aprila"/>
                <a:cs typeface="Aprila"/>
                <a:sym typeface="Aprila"/>
              </a:rPr>
              <a:t>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11442" y="5618408"/>
            <a:ext cx="376911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9"/>
              </a:lnSpc>
            </a:pPr>
            <a:r>
              <a:rPr lang="en-US" sz="1827" dirty="0">
                <a:solidFill>
                  <a:srgbClr val="1E598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 for joining us on this glimpse into India!</a:t>
            </a:r>
          </a:p>
        </p:txBody>
      </p:sp>
    </p:spTree>
    <p:extLst>
      <p:ext uri="{BB962C8B-B14F-4D97-AF65-F5344CB8AC3E}">
        <p14:creationId xmlns:p14="http://schemas.microsoft.com/office/powerpoint/2010/main" val="3744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Widescreen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Aprila</vt:lpstr>
      <vt:lpstr>Arial</vt:lpstr>
      <vt:lpstr>Calibri</vt:lpstr>
      <vt:lpstr>Calibri Light</vt:lpstr>
      <vt:lpstr>Garet</vt:lpstr>
      <vt:lpstr>Glacial Indifference</vt:lpstr>
      <vt:lpstr>Noto Serif Display ExtraCondensed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mahendran</dc:creator>
  <cp:lastModifiedBy>vishal mahendran</cp:lastModifiedBy>
  <cp:revision>1</cp:revision>
  <dcterms:created xsi:type="dcterms:W3CDTF">2026-03-20T10:51:25Z</dcterms:created>
  <dcterms:modified xsi:type="dcterms:W3CDTF">2026-03-20T10:51:36Z</dcterms:modified>
</cp:coreProperties>
</file>