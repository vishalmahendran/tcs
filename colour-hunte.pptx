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Lazydog" charset="1" panose="00000000000000000000"/>
      <p:regular r:id="rId27"/>
    </p:embeddedFont>
    <p:embeddedFont>
      <p:font typeface="Sniglet" charset="1" panose="0407050503010002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jpeg" Type="http://schemas.openxmlformats.org/officeDocument/2006/relationships/image"/><Relationship Id="rId11" Target="../media/image22.jpeg" Type="http://schemas.openxmlformats.org/officeDocument/2006/relationships/image"/><Relationship Id="rId12" Target="../media/image23.jpeg" Type="http://schemas.openxmlformats.org/officeDocument/2006/relationships/image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jpeg" Type="http://schemas.openxmlformats.org/officeDocument/2006/relationships/image"/><Relationship Id="rId8" Target="../media/image19.jpeg" Type="http://schemas.openxmlformats.org/officeDocument/2006/relationships/image"/><Relationship Id="rId9" Target="../media/image2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jpeg" Type="http://schemas.openxmlformats.org/officeDocument/2006/relationships/image"/><Relationship Id="rId2" Target="../media/image24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25.jpeg" Type="http://schemas.openxmlformats.org/officeDocument/2006/relationships/image"/><Relationship Id="rId8" Target="../media/image26.jpeg" Type="http://schemas.openxmlformats.org/officeDocument/2006/relationships/image"/><Relationship Id="rId9" Target="../media/image2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34.jpeg" Type="http://schemas.openxmlformats.org/officeDocument/2006/relationships/image"/><Relationship Id="rId8" Target="../media/image35.jpeg" Type="http://schemas.openxmlformats.org/officeDocument/2006/relationships/image"/><Relationship Id="rId9" Target="../media/image3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37.png" Type="http://schemas.openxmlformats.org/officeDocument/2006/relationships/image"/><Relationship Id="rId7" Target="../media/image38.jpeg" Type="http://schemas.openxmlformats.org/officeDocument/2006/relationships/image"/><Relationship Id="rId8" Target="../media/image3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jpeg" Type="http://schemas.openxmlformats.org/officeDocument/2006/relationships/image"/><Relationship Id="rId11" Target="../media/image44.jpeg" Type="http://schemas.openxmlformats.org/officeDocument/2006/relationships/image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40.jpeg" Type="http://schemas.openxmlformats.org/officeDocument/2006/relationships/image"/><Relationship Id="rId8" Target="../media/image41.jpeg" Type="http://schemas.openxmlformats.org/officeDocument/2006/relationships/image"/><Relationship Id="rId9" Target="../media/image4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4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46.jpeg" Type="http://schemas.openxmlformats.org/officeDocument/2006/relationships/image"/><Relationship Id="rId8" Target="../media/image47.jpeg" Type="http://schemas.openxmlformats.org/officeDocument/2006/relationships/image"/><Relationship Id="rId9" Target="../media/image48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49.jpeg" Type="http://schemas.openxmlformats.org/officeDocument/2006/relationships/image"/><Relationship Id="rId8" Target="../media/image50.jpeg" Type="http://schemas.openxmlformats.org/officeDocument/2006/relationships/image"/><Relationship Id="rId9" Target="../media/image5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52.jpeg" Type="http://schemas.openxmlformats.org/officeDocument/2006/relationships/image"/><Relationship Id="rId8" Target="../media/image53.jpeg" Type="http://schemas.openxmlformats.org/officeDocument/2006/relationships/image"/><Relationship Id="rId9" Target="../media/image54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000500"/>
            <a:ext cx="18288000" cy="18288000"/>
            <a:chOff x="0" y="0"/>
            <a:chExt cx="24384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6551" y="5614921"/>
            <a:ext cx="4743869" cy="4738621"/>
          </a:xfrm>
          <a:custGeom>
            <a:avLst/>
            <a:gdLst/>
            <a:ahLst/>
            <a:cxnLst/>
            <a:rect r="r" b="b" t="t" l="l"/>
            <a:pathLst>
              <a:path h="4738621" w="4743869">
                <a:moveTo>
                  <a:pt x="0" y="0"/>
                </a:moveTo>
                <a:lnTo>
                  <a:pt x="4743869" y="0"/>
                </a:lnTo>
                <a:lnTo>
                  <a:pt x="4743869" y="4738621"/>
                </a:lnTo>
                <a:lnTo>
                  <a:pt x="0" y="47386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5151" y="-63503"/>
            <a:ext cx="7718917" cy="4241797"/>
          </a:xfrm>
          <a:custGeom>
            <a:avLst/>
            <a:gdLst/>
            <a:ahLst/>
            <a:cxnLst/>
            <a:rect r="r" b="b" t="t" l="l"/>
            <a:pathLst>
              <a:path h="4241797" w="7718917">
                <a:moveTo>
                  <a:pt x="0" y="0"/>
                </a:moveTo>
                <a:lnTo>
                  <a:pt x="7718917" y="0"/>
                </a:lnTo>
                <a:lnTo>
                  <a:pt x="7718917" y="4241797"/>
                </a:lnTo>
                <a:lnTo>
                  <a:pt x="0" y="42417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054927" y="7104602"/>
            <a:ext cx="8178136" cy="1217162"/>
            <a:chOff x="0" y="0"/>
            <a:chExt cx="8178140" cy="12171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881" y="207646"/>
              <a:ext cx="8047990" cy="941707"/>
            </a:xfrm>
            <a:custGeom>
              <a:avLst/>
              <a:gdLst/>
              <a:ahLst/>
              <a:cxnLst/>
              <a:rect r="r" b="b" t="t" l="l"/>
              <a:pathLst>
                <a:path h="941707" w="8047990">
                  <a:moveTo>
                    <a:pt x="186182" y="0"/>
                  </a:moveTo>
                  <a:cubicBezTo>
                    <a:pt x="83312" y="0"/>
                    <a:pt x="0" y="83058"/>
                    <a:pt x="0" y="185420"/>
                  </a:cubicBezTo>
                  <a:lnTo>
                    <a:pt x="0" y="756287"/>
                  </a:lnTo>
                  <a:cubicBezTo>
                    <a:pt x="0" y="858649"/>
                    <a:pt x="83058" y="941580"/>
                    <a:pt x="185801" y="941707"/>
                  </a:cubicBezTo>
                  <a:lnTo>
                    <a:pt x="7862189" y="941707"/>
                  </a:lnTo>
                  <a:cubicBezTo>
                    <a:pt x="7964805" y="941453"/>
                    <a:pt x="8047990" y="858522"/>
                    <a:pt x="8047990" y="756287"/>
                  </a:cubicBezTo>
                  <a:lnTo>
                    <a:pt x="8047990" y="185420"/>
                  </a:lnTo>
                  <a:cubicBezTo>
                    <a:pt x="8047990" y="82931"/>
                    <a:pt x="7964678" y="0"/>
                    <a:pt x="7861807" y="0"/>
                  </a:cubicBezTo>
                  <a:close/>
                </a:path>
              </a:pathLst>
            </a:custGeom>
            <a:solidFill>
              <a:srgbClr val="FFB4C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8051165" cy="1090171"/>
            </a:xfrm>
            <a:custGeom>
              <a:avLst/>
              <a:gdLst/>
              <a:ahLst/>
              <a:cxnLst/>
              <a:rect r="r" b="b" t="t" l="l"/>
              <a:pathLst>
                <a:path h="1090171" w="8051165">
                  <a:moveTo>
                    <a:pt x="0" y="1090171"/>
                  </a:moveTo>
                  <a:lnTo>
                    <a:pt x="8051165" y="1090171"/>
                  </a:lnTo>
                  <a:lnTo>
                    <a:pt x="80511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994748" y="-63503"/>
            <a:ext cx="5356746" cy="4241797"/>
            <a:chOff x="0" y="0"/>
            <a:chExt cx="5356746" cy="4241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180026" y="63500"/>
              <a:ext cx="4113204" cy="4114419"/>
            </a:xfrm>
            <a:custGeom>
              <a:avLst/>
              <a:gdLst/>
              <a:ahLst/>
              <a:cxnLst/>
              <a:rect r="r" b="b" t="t" l="l"/>
              <a:pathLst>
                <a:path h="4114419" w="4113204">
                  <a:moveTo>
                    <a:pt x="57" y="0"/>
                  </a:moveTo>
                  <a:cubicBezTo>
                    <a:pt x="57" y="0"/>
                    <a:pt x="-10611" y="7366"/>
                    <a:pt x="259264" y="333248"/>
                  </a:cubicBezTo>
                  <a:cubicBezTo>
                    <a:pt x="600767" y="744982"/>
                    <a:pt x="1068127" y="858520"/>
                    <a:pt x="1479606" y="858520"/>
                  </a:cubicBezTo>
                  <a:cubicBezTo>
                    <a:pt x="1985193" y="858520"/>
                    <a:pt x="2406324" y="687197"/>
                    <a:pt x="2406324" y="687197"/>
                  </a:cubicBezTo>
                  <a:cubicBezTo>
                    <a:pt x="2406324" y="687197"/>
                    <a:pt x="2686614" y="568706"/>
                    <a:pt x="2970966" y="568706"/>
                  </a:cubicBezTo>
                  <a:cubicBezTo>
                    <a:pt x="3168197" y="568706"/>
                    <a:pt x="3367333" y="625729"/>
                    <a:pt x="3476172" y="818896"/>
                  </a:cubicBezTo>
                  <a:cubicBezTo>
                    <a:pt x="3476934" y="819658"/>
                    <a:pt x="3476934" y="820547"/>
                    <a:pt x="3477823" y="821309"/>
                  </a:cubicBezTo>
                  <a:cubicBezTo>
                    <a:pt x="3546149" y="940689"/>
                    <a:pt x="3521384" y="1090422"/>
                    <a:pt x="3416101" y="1178433"/>
                  </a:cubicBezTo>
                  <a:lnTo>
                    <a:pt x="3071296" y="1464818"/>
                  </a:lnTo>
                  <a:cubicBezTo>
                    <a:pt x="2763448" y="1719961"/>
                    <a:pt x="2686105" y="2165985"/>
                    <a:pt x="2899339" y="2504186"/>
                  </a:cubicBezTo>
                  <a:cubicBezTo>
                    <a:pt x="3024433" y="2703322"/>
                    <a:pt x="3083742" y="2943606"/>
                    <a:pt x="3052373" y="3190494"/>
                  </a:cubicBezTo>
                  <a:cubicBezTo>
                    <a:pt x="3051611" y="3197860"/>
                    <a:pt x="3049960" y="3206115"/>
                    <a:pt x="3049071" y="3213481"/>
                  </a:cubicBezTo>
                  <a:cubicBezTo>
                    <a:pt x="2944423" y="3946271"/>
                    <a:pt x="4065071" y="4107815"/>
                    <a:pt x="4113204" y="4114419"/>
                  </a:cubicBezTo>
                  <a:lnTo>
                    <a:pt x="4113204" y="0"/>
                  </a:lnTo>
                  <a:close/>
                </a:path>
              </a:pathLst>
            </a:custGeom>
            <a:solidFill>
              <a:srgbClr val="FFB4C9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3115" y="71882"/>
              <a:ext cx="5209607" cy="3045206"/>
            </a:xfrm>
            <a:custGeom>
              <a:avLst/>
              <a:gdLst/>
              <a:ahLst/>
              <a:cxnLst/>
              <a:rect r="r" b="b" t="t" l="l"/>
              <a:pathLst>
                <a:path h="3045206" w="5209607">
                  <a:moveTo>
                    <a:pt x="58871" y="127"/>
                  </a:moveTo>
                  <a:cubicBezTo>
                    <a:pt x="-16186" y="127"/>
                    <a:pt x="-6661" y="6731"/>
                    <a:pt x="17596" y="97028"/>
                  </a:cubicBezTo>
                  <a:cubicBezTo>
                    <a:pt x="52394" y="226695"/>
                    <a:pt x="83509" y="277114"/>
                    <a:pt x="224860" y="433705"/>
                  </a:cubicBezTo>
                  <a:cubicBezTo>
                    <a:pt x="270834" y="484632"/>
                    <a:pt x="301187" y="506349"/>
                    <a:pt x="333572" y="506349"/>
                  </a:cubicBezTo>
                  <a:cubicBezTo>
                    <a:pt x="346653" y="506349"/>
                    <a:pt x="360115" y="502793"/>
                    <a:pt x="375101" y="496189"/>
                  </a:cubicBezTo>
                  <a:cubicBezTo>
                    <a:pt x="416503" y="477774"/>
                    <a:pt x="446094" y="432816"/>
                    <a:pt x="445713" y="389001"/>
                  </a:cubicBezTo>
                  <a:cubicBezTo>
                    <a:pt x="445459" y="353695"/>
                    <a:pt x="418916" y="311150"/>
                    <a:pt x="349828" y="234950"/>
                  </a:cubicBezTo>
                  <a:cubicBezTo>
                    <a:pt x="282772" y="161036"/>
                    <a:pt x="239846" y="92837"/>
                    <a:pt x="221685" y="31877"/>
                  </a:cubicBezTo>
                  <a:lnTo>
                    <a:pt x="212287" y="254"/>
                  </a:lnTo>
                  <a:lnTo>
                    <a:pt x="105480" y="254"/>
                  </a:lnTo>
                  <a:cubicBezTo>
                    <a:pt x="87192" y="254"/>
                    <a:pt x="71825" y="0"/>
                    <a:pt x="58871" y="0"/>
                  </a:cubicBezTo>
                  <a:close/>
                  <a:moveTo>
                    <a:pt x="665931" y="567182"/>
                  </a:moveTo>
                  <a:cubicBezTo>
                    <a:pt x="664915" y="567182"/>
                    <a:pt x="663772" y="567182"/>
                    <a:pt x="662756" y="567182"/>
                  </a:cubicBezTo>
                  <a:cubicBezTo>
                    <a:pt x="625926" y="568198"/>
                    <a:pt x="588334" y="586994"/>
                    <a:pt x="571316" y="618744"/>
                  </a:cubicBezTo>
                  <a:cubicBezTo>
                    <a:pt x="546170" y="665480"/>
                    <a:pt x="557600" y="710057"/>
                    <a:pt x="604971" y="749808"/>
                  </a:cubicBezTo>
                  <a:cubicBezTo>
                    <a:pt x="618814" y="761492"/>
                    <a:pt x="673424" y="809752"/>
                    <a:pt x="726256" y="856996"/>
                  </a:cubicBezTo>
                  <a:cubicBezTo>
                    <a:pt x="883608" y="997966"/>
                    <a:pt x="939107" y="1040765"/>
                    <a:pt x="988510" y="1040765"/>
                  </a:cubicBezTo>
                  <a:cubicBezTo>
                    <a:pt x="1002099" y="1040765"/>
                    <a:pt x="1015180" y="1037590"/>
                    <a:pt x="1029785" y="1032256"/>
                  </a:cubicBezTo>
                  <a:cubicBezTo>
                    <a:pt x="1067885" y="1018286"/>
                    <a:pt x="1084268" y="1002411"/>
                    <a:pt x="1098619" y="964819"/>
                  </a:cubicBezTo>
                  <a:cubicBezTo>
                    <a:pt x="1108398" y="939165"/>
                    <a:pt x="1109160" y="927608"/>
                    <a:pt x="1102429" y="902716"/>
                  </a:cubicBezTo>
                  <a:cubicBezTo>
                    <a:pt x="1093031" y="867791"/>
                    <a:pt x="1099889" y="874014"/>
                    <a:pt x="890466" y="713359"/>
                  </a:cubicBezTo>
                  <a:cubicBezTo>
                    <a:pt x="808932" y="650875"/>
                    <a:pt x="733875" y="593344"/>
                    <a:pt x="723842" y="585597"/>
                  </a:cubicBezTo>
                  <a:cubicBezTo>
                    <a:pt x="707713" y="573151"/>
                    <a:pt x="687139" y="567309"/>
                    <a:pt x="666057" y="567309"/>
                  </a:cubicBezTo>
                  <a:close/>
                  <a:moveTo>
                    <a:pt x="1405324" y="1015619"/>
                  </a:moveTo>
                  <a:cubicBezTo>
                    <a:pt x="1327854" y="1015619"/>
                    <a:pt x="1307153" y="1024890"/>
                    <a:pt x="1285182" y="1050925"/>
                  </a:cubicBezTo>
                  <a:cubicBezTo>
                    <a:pt x="1249368" y="1093470"/>
                    <a:pt x="1250892" y="1145667"/>
                    <a:pt x="1288992" y="1183640"/>
                  </a:cubicBezTo>
                  <a:cubicBezTo>
                    <a:pt x="1312741" y="1207389"/>
                    <a:pt x="1317313" y="1208532"/>
                    <a:pt x="1433772" y="1221613"/>
                  </a:cubicBezTo>
                  <a:cubicBezTo>
                    <a:pt x="1474793" y="1226185"/>
                    <a:pt x="1544516" y="1234821"/>
                    <a:pt x="1588712" y="1240536"/>
                  </a:cubicBezTo>
                  <a:cubicBezTo>
                    <a:pt x="1637353" y="1246886"/>
                    <a:pt x="1666055" y="1250315"/>
                    <a:pt x="1685486" y="1250315"/>
                  </a:cubicBezTo>
                  <a:cubicBezTo>
                    <a:pt x="1707457" y="1250315"/>
                    <a:pt x="1717871" y="1246124"/>
                    <a:pt x="1732222" y="1237234"/>
                  </a:cubicBezTo>
                  <a:cubicBezTo>
                    <a:pt x="1807914" y="1191133"/>
                    <a:pt x="1800675" y="1084199"/>
                    <a:pt x="1719268" y="1043813"/>
                  </a:cubicBezTo>
                  <a:cubicBezTo>
                    <a:pt x="1687645" y="1028192"/>
                    <a:pt x="1668341" y="1025652"/>
                    <a:pt x="1524450" y="1019048"/>
                  </a:cubicBezTo>
                  <a:cubicBezTo>
                    <a:pt x="1479238" y="1017016"/>
                    <a:pt x="1443678" y="1015619"/>
                    <a:pt x="1415103" y="1015365"/>
                  </a:cubicBezTo>
                  <a:cubicBezTo>
                    <a:pt x="1411801" y="1015365"/>
                    <a:pt x="1408499" y="1015365"/>
                    <a:pt x="1405324" y="1015365"/>
                  </a:cubicBezTo>
                  <a:close/>
                  <a:moveTo>
                    <a:pt x="1949519" y="1244473"/>
                  </a:moveTo>
                  <a:cubicBezTo>
                    <a:pt x="1928437" y="1244473"/>
                    <a:pt x="1907736" y="1249553"/>
                    <a:pt x="1892496" y="1259840"/>
                  </a:cubicBezTo>
                  <a:cubicBezTo>
                    <a:pt x="1842331" y="1293876"/>
                    <a:pt x="1835219" y="1361948"/>
                    <a:pt x="1876748" y="1409446"/>
                  </a:cubicBezTo>
                  <a:cubicBezTo>
                    <a:pt x="1902402" y="1438783"/>
                    <a:pt x="1981015" y="1565783"/>
                    <a:pt x="2029783" y="1656842"/>
                  </a:cubicBezTo>
                  <a:cubicBezTo>
                    <a:pt x="2069407" y="1730756"/>
                    <a:pt x="2087187" y="1753616"/>
                    <a:pt x="2117413" y="1769237"/>
                  </a:cubicBezTo>
                  <a:cubicBezTo>
                    <a:pt x="2129478" y="1775460"/>
                    <a:pt x="2151322" y="1779016"/>
                    <a:pt x="2171515" y="1779016"/>
                  </a:cubicBezTo>
                  <a:cubicBezTo>
                    <a:pt x="2184596" y="1779016"/>
                    <a:pt x="2196915" y="1777619"/>
                    <a:pt x="2205424" y="1774444"/>
                  </a:cubicBezTo>
                  <a:cubicBezTo>
                    <a:pt x="2222823" y="1768094"/>
                    <a:pt x="2250509" y="1740789"/>
                    <a:pt x="2262065" y="1718691"/>
                  </a:cubicBezTo>
                  <a:cubicBezTo>
                    <a:pt x="2277560" y="1688846"/>
                    <a:pt x="2274639" y="1646936"/>
                    <a:pt x="2253938" y="1602486"/>
                  </a:cubicBezTo>
                  <a:cubicBezTo>
                    <a:pt x="2216346" y="1521841"/>
                    <a:pt x="2058485" y="1298575"/>
                    <a:pt x="2014670" y="1264158"/>
                  </a:cubicBezTo>
                  <a:cubicBezTo>
                    <a:pt x="1999176" y="1251966"/>
                    <a:pt x="1976824" y="1245362"/>
                    <a:pt x="1954218" y="1244600"/>
                  </a:cubicBezTo>
                  <a:cubicBezTo>
                    <a:pt x="1952694" y="1244600"/>
                    <a:pt x="1951170" y="1244473"/>
                    <a:pt x="1949519" y="1244473"/>
                  </a:cubicBezTo>
                  <a:close/>
                  <a:moveTo>
                    <a:pt x="862526" y="254"/>
                  </a:moveTo>
                  <a:lnTo>
                    <a:pt x="875861" y="22860"/>
                  </a:lnTo>
                  <a:cubicBezTo>
                    <a:pt x="903166" y="68961"/>
                    <a:pt x="1000956" y="185293"/>
                    <a:pt x="1078172" y="263398"/>
                  </a:cubicBezTo>
                  <a:cubicBezTo>
                    <a:pt x="1215078" y="401828"/>
                    <a:pt x="1316424" y="476123"/>
                    <a:pt x="1482032" y="559181"/>
                  </a:cubicBezTo>
                  <a:cubicBezTo>
                    <a:pt x="1606238" y="621538"/>
                    <a:pt x="1704536" y="656463"/>
                    <a:pt x="1869128" y="696976"/>
                  </a:cubicBezTo>
                  <a:cubicBezTo>
                    <a:pt x="2099760" y="753745"/>
                    <a:pt x="2164911" y="787146"/>
                    <a:pt x="2257367" y="895858"/>
                  </a:cubicBezTo>
                  <a:cubicBezTo>
                    <a:pt x="2329883" y="981202"/>
                    <a:pt x="2349822" y="1014603"/>
                    <a:pt x="2425388" y="1176528"/>
                  </a:cubicBezTo>
                  <a:cubicBezTo>
                    <a:pt x="2499174" y="1334643"/>
                    <a:pt x="2537528" y="1404874"/>
                    <a:pt x="2588328" y="1474597"/>
                  </a:cubicBezTo>
                  <a:cubicBezTo>
                    <a:pt x="2767398" y="1720469"/>
                    <a:pt x="3188657" y="1899031"/>
                    <a:pt x="3711516" y="1950720"/>
                  </a:cubicBezTo>
                  <a:cubicBezTo>
                    <a:pt x="3831658" y="1962658"/>
                    <a:pt x="4207958" y="1980946"/>
                    <a:pt x="4333561" y="1980946"/>
                  </a:cubicBezTo>
                  <a:cubicBezTo>
                    <a:pt x="4581084" y="1981073"/>
                    <a:pt x="4754693" y="1998980"/>
                    <a:pt x="4918396" y="2041398"/>
                  </a:cubicBezTo>
                  <a:cubicBezTo>
                    <a:pt x="5001962" y="2062988"/>
                    <a:pt x="5177222" y="2125218"/>
                    <a:pt x="5191065" y="2138045"/>
                  </a:cubicBezTo>
                  <a:cubicBezTo>
                    <a:pt x="5195002" y="2141728"/>
                    <a:pt x="5200844" y="2144649"/>
                    <a:pt x="5204146" y="2144649"/>
                  </a:cubicBezTo>
                  <a:cubicBezTo>
                    <a:pt x="5206686" y="2144649"/>
                    <a:pt x="5208718" y="2113153"/>
                    <a:pt x="5209607" y="2068703"/>
                  </a:cubicBezTo>
                  <a:lnTo>
                    <a:pt x="5209607" y="1954784"/>
                  </a:lnTo>
                  <a:cubicBezTo>
                    <a:pt x="5208591" y="1906905"/>
                    <a:pt x="5205670" y="1898777"/>
                    <a:pt x="5197034" y="1895221"/>
                  </a:cubicBezTo>
                  <a:cubicBezTo>
                    <a:pt x="5148393" y="1875409"/>
                    <a:pt x="5021393" y="1835531"/>
                    <a:pt x="4949130" y="1817370"/>
                  </a:cubicBezTo>
                  <a:cubicBezTo>
                    <a:pt x="4773616" y="1773428"/>
                    <a:pt x="4645854" y="1760601"/>
                    <a:pt x="4315400" y="1753870"/>
                  </a:cubicBezTo>
                  <a:cubicBezTo>
                    <a:pt x="3865566" y="1744726"/>
                    <a:pt x="3604835" y="1721485"/>
                    <a:pt x="3394651" y="1671828"/>
                  </a:cubicBezTo>
                  <a:cubicBezTo>
                    <a:pt x="3152208" y="1614551"/>
                    <a:pt x="2910019" y="1497330"/>
                    <a:pt x="2811594" y="1389761"/>
                  </a:cubicBezTo>
                  <a:cubicBezTo>
                    <a:pt x="2743649" y="1315593"/>
                    <a:pt x="2732854" y="1296162"/>
                    <a:pt x="2573723" y="962787"/>
                  </a:cubicBezTo>
                  <a:cubicBezTo>
                    <a:pt x="2514541" y="838835"/>
                    <a:pt x="2376746" y="676148"/>
                    <a:pt x="2271718" y="606425"/>
                  </a:cubicBezTo>
                  <a:cubicBezTo>
                    <a:pt x="2187771" y="550545"/>
                    <a:pt x="2099379" y="519176"/>
                    <a:pt x="1884876" y="469011"/>
                  </a:cubicBezTo>
                  <a:cubicBezTo>
                    <a:pt x="1789626" y="446786"/>
                    <a:pt x="1638877" y="389001"/>
                    <a:pt x="1545532" y="338963"/>
                  </a:cubicBezTo>
                  <a:cubicBezTo>
                    <a:pt x="1417262" y="270256"/>
                    <a:pt x="1320361" y="192532"/>
                    <a:pt x="1189805" y="53467"/>
                  </a:cubicBezTo>
                  <a:lnTo>
                    <a:pt x="1139513" y="254"/>
                  </a:lnTo>
                  <a:close/>
                  <a:moveTo>
                    <a:pt x="2334710" y="1855089"/>
                  </a:moveTo>
                  <a:cubicBezTo>
                    <a:pt x="2334074" y="1855089"/>
                    <a:pt x="2333313" y="1855089"/>
                    <a:pt x="2332677" y="1855089"/>
                  </a:cubicBezTo>
                  <a:cubicBezTo>
                    <a:pt x="2319596" y="1855470"/>
                    <a:pt x="2305880" y="1858899"/>
                    <a:pt x="2291021" y="1865122"/>
                  </a:cubicBezTo>
                  <a:cubicBezTo>
                    <a:pt x="2258637" y="1878584"/>
                    <a:pt x="2235269" y="1916176"/>
                    <a:pt x="2235269" y="1954657"/>
                  </a:cubicBezTo>
                  <a:cubicBezTo>
                    <a:pt x="2235269" y="1986788"/>
                    <a:pt x="2274385" y="2050796"/>
                    <a:pt x="2358332" y="2155952"/>
                  </a:cubicBezTo>
                  <a:cubicBezTo>
                    <a:pt x="2472632" y="2299081"/>
                    <a:pt x="2532067" y="2351151"/>
                    <a:pt x="2592139" y="2351151"/>
                  </a:cubicBezTo>
                  <a:cubicBezTo>
                    <a:pt x="2603949" y="2351151"/>
                    <a:pt x="2615760" y="2349119"/>
                    <a:pt x="2628079" y="2345436"/>
                  </a:cubicBezTo>
                  <a:cubicBezTo>
                    <a:pt x="2660591" y="2335530"/>
                    <a:pt x="2696024" y="2298319"/>
                    <a:pt x="2701739" y="2267966"/>
                  </a:cubicBezTo>
                  <a:cubicBezTo>
                    <a:pt x="2711010" y="2218563"/>
                    <a:pt x="2700850" y="2201799"/>
                    <a:pt x="2601028" y="2101342"/>
                  </a:cubicBezTo>
                  <a:cubicBezTo>
                    <a:pt x="2548451" y="2048510"/>
                    <a:pt x="2484570" y="1978914"/>
                    <a:pt x="2459042" y="1946656"/>
                  </a:cubicBezTo>
                  <a:cubicBezTo>
                    <a:pt x="2408242" y="1882394"/>
                    <a:pt x="2373445" y="1855216"/>
                    <a:pt x="2334836" y="1855216"/>
                  </a:cubicBezTo>
                  <a:close/>
                  <a:moveTo>
                    <a:pt x="2900367" y="2334895"/>
                  </a:moveTo>
                  <a:cubicBezTo>
                    <a:pt x="2863918" y="2334895"/>
                    <a:pt x="2840296" y="2346579"/>
                    <a:pt x="2817436" y="2372487"/>
                  </a:cubicBezTo>
                  <a:cubicBezTo>
                    <a:pt x="2799402" y="2392934"/>
                    <a:pt x="2794449" y="2405634"/>
                    <a:pt x="2794449" y="2430145"/>
                  </a:cubicBezTo>
                  <a:cubicBezTo>
                    <a:pt x="2794449" y="2467610"/>
                    <a:pt x="2815404" y="2505075"/>
                    <a:pt x="2844360" y="2519680"/>
                  </a:cubicBezTo>
                  <a:cubicBezTo>
                    <a:pt x="2872173" y="2533650"/>
                    <a:pt x="2980504" y="2558161"/>
                    <a:pt x="3081469" y="2573274"/>
                  </a:cubicBezTo>
                  <a:cubicBezTo>
                    <a:pt x="3126554" y="2580005"/>
                    <a:pt x="3182434" y="2590292"/>
                    <a:pt x="3205548" y="2596134"/>
                  </a:cubicBezTo>
                  <a:cubicBezTo>
                    <a:pt x="3231456" y="2602611"/>
                    <a:pt x="3252792" y="2605913"/>
                    <a:pt x="3271334" y="2605913"/>
                  </a:cubicBezTo>
                  <a:cubicBezTo>
                    <a:pt x="3289876" y="2605913"/>
                    <a:pt x="3305497" y="2602738"/>
                    <a:pt x="3319975" y="2596261"/>
                  </a:cubicBezTo>
                  <a:cubicBezTo>
                    <a:pt x="3357821" y="2579497"/>
                    <a:pt x="3377633" y="2551684"/>
                    <a:pt x="3381697" y="2510155"/>
                  </a:cubicBezTo>
                  <a:cubicBezTo>
                    <a:pt x="3390841" y="2415159"/>
                    <a:pt x="3308164" y="2372106"/>
                    <a:pt x="3088962" y="2357628"/>
                  </a:cubicBezTo>
                  <a:cubicBezTo>
                    <a:pt x="3047941" y="2354961"/>
                    <a:pt x="2988632" y="2347722"/>
                    <a:pt x="2957009" y="2341626"/>
                  </a:cubicBezTo>
                  <a:cubicBezTo>
                    <a:pt x="2938975" y="2338070"/>
                    <a:pt x="2923227" y="2336038"/>
                    <a:pt x="2909384" y="2335276"/>
                  </a:cubicBezTo>
                  <a:cubicBezTo>
                    <a:pt x="2906336" y="2335149"/>
                    <a:pt x="2903288" y="2335022"/>
                    <a:pt x="2900367" y="2335022"/>
                  </a:cubicBezTo>
                  <a:close/>
                  <a:moveTo>
                    <a:pt x="4026349" y="2395728"/>
                  </a:moveTo>
                  <a:cubicBezTo>
                    <a:pt x="4026222" y="2395728"/>
                    <a:pt x="4026094" y="2395728"/>
                    <a:pt x="4025968" y="2395728"/>
                  </a:cubicBezTo>
                  <a:cubicBezTo>
                    <a:pt x="3975422" y="2395855"/>
                    <a:pt x="3728026" y="2441575"/>
                    <a:pt x="3692212" y="2457450"/>
                  </a:cubicBezTo>
                  <a:cubicBezTo>
                    <a:pt x="3610043" y="2493645"/>
                    <a:pt x="3599756" y="2605151"/>
                    <a:pt x="3674686" y="2645283"/>
                  </a:cubicBezTo>
                  <a:cubicBezTo>
                    <a:pt x="3690688" y="2653919"/>
                    <a:pt x="3709103" y="2658237"/>
                    <a:pt x="3725740" y="2658237"/>
                  </a:cubicBezTo>
                  <a:cubicBezTo>
                    <a:pt x="3738186" y="2658237"/>
                    <a:pt x="3749616" y="2655697"/>
                    <a:pt x="3758379" y="2650617"/>
                  </a:cubicBezTo>
                  <a:cubicBezTo>
                    <a:pt x="3765618" y="2646426"/>
                    <a:pt x="3832293" y="2636393"/>
                    <a:pt x="3906461" y="2628519"/>
                  </a:cubicBezTo>
                  <a:cubicBezTo>
                    <a:pt x="3996758" y="2618867"/>
                    <a:pt x="4052002" y="2609342"/>
                    <a:pt x="4073846" y="2599690"/>
                  </a:cubicBezTo>
                  <a:cubicBezTo>
                    <a:pt x="4179764" y="2552954"/>
                    <a:pt x="4143062" y="2395601"/>
                    <a:pt x="4026476" y="2395601"/>
                  </a:cubicBezTo>
                  <a:close/>
                  <a:moveTo>
                    <a:pt x="340303" y="254"/>
                  </a:moveTo>
                  <a:lnTo>
                    <a:pt x="355162" y="24511"/>
                  </a:lnTo>
                  <a:cubicBezTo>
                    <a:pt x="363290" y="37846"/>
                    <a:pt x="387420" y="78867"/>
                    <a:pt x="408629" y="115697"/>
                  </a:cubicBezTo>
                  <a:cubicBezTo>
                    <a:pt x="466414" y="216154"/>
                    <a:pt x="497148" y="254000"/>
                    <a:pt x="620338" y="376428"/>
                  </a:cubicBezTo>
                  <a:cubicBezTo>
                    <a:pt x="746195" y="501396"/>
                    <a:pt x="813250" y="557149"/>
                    <a:pt x="960316" y="658876"/>
                  </a:cubicBezTo>
                  <a:cubicBezTo>
                    <a:pt x="1153864" y="792734"/>
                    <a:pt x="1176216" y="802132"/>
                    <a:pt x="1489652" y="879602"/>
                  </a:cubicBezTo>
                  <a:cubicBezTo>
                    <a:pt x="1755590" y="945388"/>
                    <a:pt x="1811089" y="967740"/>
                    <a:pt x="1918658" y="1052703"/>
                  </a:cubicBezTo>
                  <a:cubicBezTo>
                    <a:pt x="2034990" y="1144524"/>
                    <a:pt x="2101284" y="1237488"/>
                    <a:pt x="2216981" y="1471041"/>
                  </a:cubicBezTo>
                  <a:cubicBezTo>
                    <a:pt x="2311214" y="1661160"/>
                    <a:pt x="2411671" y="1800098"/>
                    <a:pt x="2566865" y="1955292"/>
                  </a:cubicBezTo>
                  <a:cubicBezTo>
                    <a:pt x="2698564" y="2086991"/>
                    <a:pt x="2819976" y="2165350"/>
                    <a:pt x="2975043" y="2218436"/>
                  </a:cubicBezTo>
                  <a:cubicBezTo>
                    <a:pt x="3126681" y="2270506"/>
                    <a:pt x="3262190" y="2290572"/>
                    <a:pt x="3532446" y="2301240"/>
                  </a:cubicBezTo>
                  <a:cubicBezTo>
                    <a:pt x="3740853" y="2309495"/>
                    <a:pt x="3894015" y="2320671"/>
                    <a:pt x="3990916" y="2334514"/>
                  </a:cubicBezTo>
                  <a:cubicBezTo>
                    <a:pt x="4031936" y="2340356"/>
                    <a:pt x="4109025" y="2348738"/>
                    <a:pt x="4162365" y="2353056"/>
                  </a:cubicBezTo>
                  <a:cubicBezTo>
                    <a:pt x="4263076" y="2361184"/>
                    <a:pt x="4423096" y="2384679"/>
                    <a:pt x="4602293" y="2417699"/>
                  </a:cubicBezTo>
                  <a:cubicBezTo>
                    <a:pt x="4785046" y="2451354"/>
                    <a:pt x="4852610" y="2472690"/>
                    <a:pt x="4985833" y="2538857"/>
                  </a:cubicBezTo>
                  <a:cubicBezTo>
                    <a:pt x="5069526" y="2580386"/>
                    <a:pt x="5118294" y="2613025"/>
                    <a:pt x="5174428" y="2665095"/>
                  </a:cubicBezTo>
                  <a:lnTo>
                    <a:pt x="5209353" y="2697480"/>
                  </a:lnTo>
                  <a:lnTo>
                    <a:pt x="5209353" y="2405380"/>
                  </a:lnTo>
                  <a:lnTo>
                    <a:pt x="5178111" y="2385568"/>
                  </a:lnTo>
                  <a:cubicBezTo>
                    <a:pt x="5124771" y="2351786"/>
                    <a:pt x="4970720" y="2280920"/>
                    <a:pt x="4897695" y="2256409"/>
                  </a:cubicBezTo>
                  <a:cubicBezTo>
                    <a:pt x="4825178" y="2232152"/>
                    <a:pt x="4678620" y="2199767"/>
                    <a:pt x="4546286" y="2178685"/>
                  </a:cubicBezTo>
                  <a:cubicBezTo>
                    <a:pt x="4503233" y="2171827"/>
                    <a:pt x="4427795" y="2159762"/>
                    <a:pt x="4378519" y="2151761"/>
                  </a:cubicBezTo>
                  <a:cubicBezTo>
                    <a:pt x="4329243" y="2143760"/>
                    <a:pt x="4247074" y="2133854"/>
                    <a:pt x="4195893" y="2129536"/>
                  </a:cubicBezTo>
                  <a:cubicBezTo>
                    <a:pt x="4144712" y="2125218"/>
                    <a:pt x="4064067" y="2116582"/>
                    <a:pt x="4016951" y="2110359"/>
                  </a:cubicBezTo>
                  <a:cubicBezTo>
                    <a:pt x="3895793" y="2094357"/>
                    <a:pt x="3787462" y="2086483"/>
                    <a:pt x="3573340" y="2078101"/>
                  </a:cubicBezTo>
                  <a:cubicBezTo>
                    <a:pt x="3176719" y="2062607"/>
                    <a:pt x="3028002" y="2025904"/>
                    <a:pt x="2841693" y="1897761"/>
                  </a:cubicBezTo>
                  <a:cubicBezTo>
                    <a:pt x="2771716" y="1849628"/>
                    <a:pt x="2649415" y="1723136"/>
                    <a:pt x="2568516" y="1615186"/>
                  </a:cubicBezTo>
                  <a:cubicBezTo>
                    <a:pt x="2492570" y="1513713"/>
                    <a:pt x="2457772" y="1457325"/>
                    <a:pt x="2418021" y="1370457"/>
                  </a:cubicBezTo>
                  <a:cubicBezTo>
                    <a:pt x="2281496" y="1072642"/>
                    <a:pt x="2124398" y="891540"/>
                    <a:pt x="1899608" y="772795"/>
                  </a:cubicBezTo>
                  <a:cubicBezTo>
                    <a:pt x="1825313" y="733552"/>
                    <a:pt x="1782514" y="719836"/>
                    <a:pt x="1581981" y="670687"/>
                  </a:cubicBezTo>
                  <a:cubicBezTo>
                    <a:pt x="1320996" y="606679"/>
                    <a:pt x="1312233" y="604266"/>
                    <a:pt x="1261560" y="581406"/>
                  </a:cubicBezTo>
                  <a:cubicBezTo>
                    <a:pt x="1209363" y="557784"/>
                    <a:pt x="1112843" y="494665"/>
                    <a:pt x="990034" y="403733"/>
                  </a:cubicBezTo>
                  <a:cubicBezTo>
                    <a:pt x="894530" y="332994"/>
                    <a:pt x="660596" y="104394"/>
                    <a:pt x="617289" y="39497"/>
                  </a:cubicBezTo>
                  <a:lnTo>
                    <a:pt x="591255" y="254"/>
                  </a:lnTo>
                  <a:lnTo>
                    <a:pt x="465779" y="254"/>
                  </a:lnTo>
                  <a:lnTo>
                    <a:pt x="340303" y="254"/>
                  </a:lnTo>
                  <a:close/>
                  <a:moveTo>
                    <a:pt x="4488374" y="2510409"/>
                  </a:moveTo>
                  <a:cubicBezTo>
                    <a:pt x="4481516" y="2510409"/>
                    <a:pt x="4474785" y="2510536"/>
                    <a:pt x="4468308" y="2510790"/>
                  </a:cubicBezTo>
                  <a:cubicBezTo>
                    <a:pt x="4427414" y="2512314"/>
                    <a:pt x="4392489" y="2518283"/>
                    <a:pt x="4371407" y="2528570"/>
                  </a:cubicBezTo>
                  <a:cubicBezTo>
                    <a:pt x="4313622" y="2556764"/>
                    <a:pt x="4291778" y="2620772"/>
                    <a:pt x="4322512" y="2671191"/>
                  </a:cubicBezTo>
                  <a:cubicBezTo>
                    <a:pt x="4344102" y="2706497"/>
                    <a:pt x="4368613" y="2716657"/>
                    <a:pt x="4437320" y="2716657"/>
                  </a:cubicBezTo>
                  <a:cubicBezTo>
                    <a:pt x="4440368" y="2716657"/>
                    <a:pt x="4443416" y="2716657"/>
                    <a:pt x="4446718" y="2716657"/>
                  </a:cubicBezTo>
                  <a:cubicBezTo>
                    <a:pt x="4448623" y="2716657"/>
                    <a:pt x="4450528" y="2716657"/>
                    <a:pt x="4452306" y="2716657"/>
                  </a:cubicBezTo>
                  <a:cubicBezTo>
                    <a:pt x="4521013" y="2716657"/>
                    <a:pt x="4588196" y="2731770"/>
                    <a:pt x="4697670" y="2771521"/>
                  </a:cubicBezTo>
                  <a:cubicBezTo>
                    <a:pt x="4735135" y="2785110"/>
                    <a:pt x="4758503" y="2791587"/>
                    <a:pt x="4777807" y="2791587"/>
                  </a:cubicBezTo>
                  <a:cubicBezTo>
                    <a:pt x="4793301" y="2791587"/>
                    <a:pt x="4806382" y="2787396"/>
                    <a:pt x="4822130" y="2779522"/>
                  </a:cubicBezTo>
                  <a:cubicBezTo>
                    <a:pt x="4904045" y="2738501"/>
                    <a:pt x="4900616" y="2619756"/>
                    <a:pt x="4816415" y="2577719"/>
                  </a:cubicBezTo>
                  <a:cubicBezTo>
                    <a:pt x="4782506" y="2560828"/>
                    <a:pt x="4692717" y="2536952"/>
                    <a:pt x="4599880" y="2520315"/>
                  </a:cubicBezTo>
                  <a:cubicBezTo>
                    <a:pt x="4562796" y="2513711"/>
                    <a:pt x="4523934" y="2510409"/>
                    <a:pt x="4488374" y="2510409"/>
                  </a:cubicBezTo>
                  <a:close/>
                  <a:moveTo>
                    <a:pt x="5075749" y="2748534"/>
                  </a:moveTo>
                  <a:cubicBezTo>
                    <a:pt x="5070034" y="2748534"/>
                    <a:pt x="5063811" y="2748915"/>
                    <a:pt x="5056699" y="2749423"/>
                  </a:cubicBezTo>
                  <a:cubicBezTo>
                    <a:pt x="4929064" y="2759964"/>
                    <a:pt x="4915221" y="2931922"/>
                    <a:pt x="5040189" y="2955163"/>
                  </a:cubicBezTo>
                  <a:cubicBezTo>
                    <a:pt x="5060763" y="2958973"/>
                    <a:pt x="5102038" y="2978531"/>
                    <a:pt x="5142297" y="3003550"/>
                  </a:cubicBezTo>
                  <a:lnTo>
                    <a:pt x="5209480" y="3045206"/>
                  </a:lnTo>
                  <a:lnTo>
                    <a:pt x="5209480" y="2799080"/>
                  </a:lnTo>
                  <a:lnTo>
                    <a:pt x="5153854" y="2772664"/>
                  </a:lnTo>
                  <a:cubicBezTo>
                    <a:pt x="5117405" y="2755392"/>
                    <a:pt x="5101022" y="2749296"/>
                    <a:pt x="5080067" y="2748534"/>
                  </a:cubicBezTo>
                  <a:cubicBezTo>
                    <a:pt x="5078670" y="2748534"/>
                    <a:pt x="5077146" y="2748407"/>
                    <a:pt x="5075749" y="2748407"/>
                  </a:cubicBezTo>
                  <a:close/>
                </a:path>
              </a:pathLst>
            </a:custGeom>
            <a:solidFill>
              <a:srgbClr val="FD6F96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5229730" cy="3057652"/>
            </a:xfrm>
            <a:custGeom>
              <a:avLst/>
              <a:gdLst/>
              <a:ahLst/>
              <a:cxnLst/>
              <a:rect r="r" b="b" t="t" l="l"/>
              <a:pathLst>
                <a:path h="3057652" w="5229730">
                  <a:moveTo>
                    <a:pt x="0" y="3057652"/>
                  </a:moveTo>
                  <a:lnTo>
                    <a:pt x="5229730" y="3057652"/>
                  </a:lnTo>
                  <a:lnTo>
                    <a:pt x="52297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70939" y="63500"/>
              <a:ext cx="4122291" cy="4114800"/>
            </a:xfrm>
            <a:custGeom>
              <a:avLst/>
              <a:gdLst/>
              <a:ahLst/>
              <a:cxnLst/>
              <a:rect r="r" b="b" t="t" l="l"/>
              <a:pathLst>
                <a:path h="4114800" w="4122291">
                  <a:moveTo>
                    <a:pt x="0" y="0"/>
                  </a:moveTo>
                  <a:lnTo>
                    <a:pt x="0" y="4114800"/>
                  </a:lnTo>
                  <a:lnTo>
                    <a:pt x="4122291" y="4114800"/>
                  </a:lnTo>
                  <a:lnTo>
                    <a:pt x="412229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3610673" y="5364347"/>
            <a:ext cx="4743869" cy="4989195"/>
          </a:xfrm>
          <a:custGeom>
            <a:avLst/>
            <a:gdLst/>
            <a:ahLst/>
            <a:cxnLst/>
            <a:rect r="r" b="b" t="t" l="l"/>
            <a:pathLst>
              <a:path h="4989195" w="4743869">
                <a:moveTo>
                  <a:pt x="0" y="0"/>
                </a:moveTo>
                <a:lnTo>
                  <a:pt x="4743869" y="0"/>
                </a:lnTo>
                <a:lnTo>
                  <a:pt x="4743869" y="4989195"/>
                </a:lnTo>
                <a:lnTo>
                  <a:pt x="0" y="49891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541002" y="3221739"/>
            <a:ext cx="7205986" cy="497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77"/>
              </a:lnSpc>
            </a:pPr>
            <a:r>
              <a:rPr lang="en-US" sz="14061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Colour Hunter </a:t>
            </a:r>
          </a:p>
          <a:p>
            <a:pPr algn="ctr">
              <a:lnSpc>
                <a:spcPts val="13501"/>
              </a:lnSpc>
            </a:pPr>
            <a:r>
              <a:rPr lang="en-US" sz="54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Eaglets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000500"/>
            <a:ext cx="18288000" cy="18288000"/>
            <a:chOff x="0" y="0"/>
            <a:chExt cx="24384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6551" y="5614921"/>
            <a:ext cx="4743869" cy="4738621"/>
          </a:xfrm>
          <a:custGeom>
            <a:avLst/>
            <a:gdLst/>
            <a:ahLst/>
            <a:cxnLst/>
            <a:rect r="r" b="b" t="t" l="l"/>
            <a:pathLst>
              <a:path h="4738621" w="4743869">
                <a:moveTo>
                  <a:pt x="0" y="0"/>
                </a:moveTo>
                <a:lnTo>
                  <a:pt x="4743869" y="0"/>
                </a:lnTo>
                <a:lnTo>
                  <a:pt x="4743869" y="4738621"/>
                </a:lnTo>
                <a:lnTo>
                  <a:pt x="0" y="47386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5151" y="-63503"/>
            <a:ext cx="18416654" cy="4887706"/>
          </a:xfrm>
          <a:custGeom>
            <a:avLst/>
            <a:gdLst/>
            <a:ahLst/>
            <a:cxnLst/>
            <a:rect r="r" b="b" t="t" l="l"/>
            <a:pathLst>
              <a:path h="4887706" w="18416654">
                <a:moveTo>
                  <a:pt x="0" y="0"/>
                </a:moveTo>
                <a:lnTo>
                  <a:pt x="18416654" y="0"/>
                </a:lnTo>
                <a:lnTo>
                  <a:pt x="18416654" y="4887706"/>
                </a:lnTo>
                <a:lnTo>
                  <a:pt x="0" y="48877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10673" y="5364347"/>
            <a:ext cx="4743869" cy="4989195"/>
          </a:xfrm>
          <a:custGeom>
            <a:avLst/>
            <a:gdLst/>
            <a:ahLst/>
            <a:cxnLst/>
            <a:rect r="r" b="b" t="t" l="l"/>
            <a:pathLst>
              <a:path h="4989195" w="4743869">
                <a:moveTo>
                  <a:pt x="0" y="0"/>
                </a:moveTo>
                <a:lnTo>
                  <a:pt x="4743869" y="0"/>
                </a:lnTo>
                <a:lnTo>
                  <a:pt x="4743869" y="4989195"/>
                </a:lnTo>
                <a:lnTo>
                  <a:pt x="0" y="49891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84521" y="2811623"/>
            <a:ext cx="9718958" cy="346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0"/>
              </a:lnSpc>
            </a:pPr>
            <a:r>
              <a:rPr lang="en-US" sz="14061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Hello</a:t>
            </a:r>
          </a:p>
          <a:p>
            <a:pPr algn="ctr">
              <a:lnSpc>
                <a:spcPts val="13501"/>
              </a:lnSpc>
            </a:pPr>
            <a:r>
              <a:rPr lang="en-US" sz="54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Welcome To colour hunt</a:t>
            </a:r>
          </a:p>
          <a:p>
            <a:pPr algn="ctr">
              <a:lnSpc>
                <a:spcPts val="4874"/>
              </a:lnSpc>
            </a:pPr>
            <a:r>
              <a:rPr lang="en-US" sz="34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This</a:t>
            </a:r>
            <a:r>
              <a:rPr lang="en-US" sz="34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34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activity</a:t>
            </a:r>
            <a:r>
              <a:rPr lang="en-US" sz="34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34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is</a:t>
            </a:r>
            <a:r>
              <a:rPr lang="en-US" sz="34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34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to</a:t>
            </a:r>
            <a:r>
              <a:rPr lang="en-US" sz="34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34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hunt</a:t>
            </a:r>
            <a:r>
              <a:rPr lang="en-US" sz="34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34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the</a:t>
            </a:r>
            <a:r>
              <a:rPr lang="en-US" sz="34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34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colours</a:t>
            </a:r>
            <a:r>
              <a:rPr lang="en-US" sz="34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34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and</a:t>
            </a:r>
            <a:r>
              <a:rPr lang="en-US" sz="34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34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show</a:t>
            </a:r>
            <a:r>
              <a:rPr lang="en-US" sz="34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  <a:r>
              <a:rPr lang="en-US" sz="34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case creativity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73418" y="4971793"/>
            <a:ext cx="94745" cy="96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8"/>
              </a:lnSpc>
            </a:pPr>
            <a:r>
              <a:rPr lang="en-US" sz="3499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000500"/>
            <a:ext cx="18288000" cy="18288000"/>
            <a:chOff x="0" y="0"/>
            <a:chExt cx="24384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6551" y="6669862"/>
            <a:ext cx="3727714" cy="3683679"/>
          </a:xfrm>
          <a:custGeom>
            <a:avLst/>
            <a:gdLst/>
            <a:ahLst/>
            <a:cxnLst/>
            <a:rect r="r" b="b" t="t" l="l"/>
            <a:pathLst>
              <a:path h="3683679" w="3727714">
                <a:moveTo>
                  <a:pt x="0" y="0"/>
                </a:moveTo>
                <a:lnTo>
                  <a:pt x="3727713" y="0"/>
                </a:lnTo>
                <a:lnTo>
                  <a:pt x="3727713" y="3683680"/>
                </a:lnTo>
                <a:lnTo>
                  <a:pt x="0" y="368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3503" y="-66551"/>
            <a:ext cx="6478133" cy="3561512"/>
          </a:xfrm>
          <a:custGeom>
            <a:avLst/>
            <a:gdLst/>
            <a:ahLst/>
            <a:cxnLst/>
            <a:rect r="r" b="b" t="t" l="l"/>
            <a:pathLst>
              <a:path h="3561512" w="6478133">
                <a:moveTo>
                  <a:pt x="0" y="0"/>
                </a:moveTo>
                <a:lnTo>
                  <a:pt x="6478133" y="0"/>
                </a:lnTo>
                <a:lnTo>
                  <a:pt x="6478133" y="3561512"/>
                </a:lnTo>
                <a:lnTo>
                  <a:pt x="0" y="3561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00295" y="4475893"/>
            <a:ext cx="7563993" cy="1676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8"/>
              </a:lnSpc>
            </a:pPr>
            <a:r>
              <a:rPr lang="en-US" sz="9999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Vishals red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000500"/>
            <a:ext cx="18288000" cy="18288000"/>
            <a:chOff x="0" y="0"/>
            <a:chExt cx="24384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6551" y="6474628"/>
            <a:ext cx="3913041" cy="3878923"/>
          </a:xfrm>
          <a:custGeom>
            <a:avLst/>
            <a:gdLst/>
            <a:ahLst/>
            <a:cxnLst/>
            <a:rect r="r" b="b" t="t" l="l"/>
            <a:pathLst>
              <a:path h="3878923" w="3913041">
                <a:moveTo>
                  <a:pt x="0" y="0"/>
                </a:moveTo>
                <a:lnTo>
                  <a:pt x="3913041" y="0"/>
                </a:lnTo>
                <a:lnTo>
                  <a:pt x="3913041" y="3878923"/>
                </a:lnTo>
                <a:lnTo>
                  <a:pt x="0" y="387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0408" y="-66551"/>
            <a:ext cx="6461512" cy="3556978"/>
            <a:chOff x="0" y="0"/>
            <a:chExt cx="6461506" cy="3556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0" y="66548"/>
              <a:ext cx="3432682" cy="3426964"/>
            </a:xfrm>
            <a:custGeom>
              <a:avLst/>
              <a:gdLst/>
              <a:ahLst/>
              <a:cxnLst/>
              <a:rect r="r" b="b" t="t" l="l"/>
              <a:pathLst>
                <a:path h="3426964" w="3432682">
                  <a:moveTo>
                    <a:pt x="0" y="0"/>
                  </a:moveTo>
                  <a:lnTo>
                    <a:pt x="0" y="3426964"/>
                  </a:lnTo>
                  <a:cubicBezTo>
                    <a:pt x="0" y="3426964"/>
                    <a:pt x="979932" y="3299711"/>
                    <a:pt x="890524" y="2673982"/>
                  </a:cubicBezTo>
                  <a:cubicBezTo>
                    <a:pt x="889889" y="2667759"/>
                    <a:pt x="888492" y="2660901"/>
                    <a:pt x="887730" y="2654678"/>
                  </a:cubicBezTo>
                  <a:cubicBezTo>
                    <a:pt x="861568" y="2448303"/>
                    <a:pt x="911098" y="2247517"/>
                    <a:pt x="1015619" y="2081147"/>
                  </a:cubicBezTo>
                  <a:cubicBezTo>
                    <a:pt x="1193673" y="1798445"/>
                    <a:pt x="1129030" y="1425827"/>
                    <a:pt x="871855" y="1212595"/>
                  </a:cubicBezTo>
                  <a:lnTo>
                    <a:pt x="583819" y="973200"/>
                  </a:lnTo>
                  <a:cubicBezTo>
                    <a:pt x="495808" y="899667"/>
                    <a:pt x="475107" y="774445"/>
                    <a:pt x="532257" y="674750"/>
                  </a:cubicBezTo>
                  <a:cubicBezTo>
                    <a:pt x="532892" y="674115"/>
                    <a:pt x="532892" y="673353"/>
                    <a:pt x="533654" y="672718"/>
                  </a:cubicBezTo>
                  <a:cubicBezTo>
                    <a:pt x="624586" y="511301"/>
                    <a:pt x="791083" y="463676"/>
                    <a:pt x="955929" y="463676"/>
                  </a:cubicBezTo>
                  <a:cubicBezTo>
                    <a:pt x="1193546" y="463676"/>
                    <a:pt x="1427734" y="562736"/>
                    <a:pt x="1427734" y="562736"/>
                  </a:cubicBezTo>
                  <a:cubicBezTo>
                    <a:pt x="1427734" y="562736"/>
                    <a:pt x="1779777" y="705865"/>
                    <a:pt x="2202179" y="705865"/>
                  </a:cubicBezTo>
                  <a:cubicBezTo>
                    <a:pt x="2545968" y="705865"/>
                    <a:pt x="2936493" y="610996"/>
                    <a:pt x="3221989" y="266954"/>
                  </a:cubicBezTo>
                  <a:cubicBezTo>
                    <a:pt x="3372611" y="85090"/>
                    <a:pt x="3418712" y="21971"/>
                    <a:pt x="3432682" y="0"/>
                  </a:cubicBezTo>
                  <a:close/>
                </a:path>
              </a:pathLst>
            </a:custGeom>
            <a:solidFill>
              <a:srgbClr val="C8EBEC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0612" y="66294"/>
              <a:ext cx="4087809" cy="2835145"/>
            </a:xfrm>
            <a:custGeom>
              <a:avLst/>
              <a:gdLst/>
              <a:ahLst/>
              <a:cxnLst/>
              <a:rect r="r" b="b" t="t" l="l"/>
              <a:pathLst>
                <a:path h="2835145" w="4087809">
                  <a:moveTo>
                    <a:pt x="3077717" y="254"/>
                  </a:moveTo>
                  <a:lnTo>
                    <a:pt x="3064763" y="35941"/>
                  </a:lnTo>
                  <a:cubicBezTo>
                    <a:pt x="3040125" y="104140"/>
                    <a:pt x="2975736" y="189357"/>
                    <a:pt x="2925317" y="220599"/>
                  </a:cubicBezTo>
                  <a:cubicBezTo>
                    <a:pt x="2886709" y="244475"/>
                    <a:pt x="2829686" y="265303"/>
                    <a:pt x="2740278" y="287782"/>
                  </a:cubicBezTo>
                  <a:cubicBezTo>
                    <a:pt x="2611373" y="320294"/>
                    <a:pt x="2584576" y="326390"/>
                    <a:pt x="2380487" y="326390"/>
                  </a:cubicBezTo>
                  <a:cubicBezTo>
                    <a:pt x="2336418" y="326390"/>
                    <a:pt x="2284094" y="326136"/>
                    <a:pt x="2220721" y="325755"/>
                  </a:cubicBezTo>
                  <a:cubicBezTo>
                    <a:pt x="2184907" y="325501"/>
                    <a:pt x="2150744" y="325501"/>
                    <a:pt x="2118359" y="325501"/>
                  </a:cubicBezTo>
                  <a:cubicBezTo>
                    <a:pt x="1964562" y="325501"/>
                    <a:pt x="1853437" y="327787"/>
                    <a:pt x="1814956" y="331851"/>
                  </a:cubicBezTo>
                  <a:cubicBezTo>
                    <a:pt x="1566799" y="358013"/>
                    <a:pt x="1335786" y="450468"/>
                    <a:pt x="1193419" y="580516"/>
                  </a:cubicBezTo>
                  <a:cubicBezTo>
                    <a:pt x="1081278" y="683005"/>
                    <a:pt x="993394" y="851280"/>
                    <a:pt x="901573" y="1139189"/>
                  </a:cubicBezTo>
                  <a:cubicBezTo>
                    <a:pt x="826262" y="1375409"/>
                    <a:pt x="722249" y="1572639"/>
                    <a:pt x="584454" y="1740533"/>
                  </a:cubicBezTo>
                  <a:cubicBezTo>
                    <a:pt x="466217" y="1884678"/>
                    <a:pt x="373507" y="1972181"/>
                    <a:pt x="262001" y="2044698"/>
                  </a:cubicBezTo>
                  <a:cubicBezTo>
                    <a:pt x="201295" y="2084195"/>
                    <a:pt x="85852" y="2144647"/>
                    <a:pt x="33782" y="2163951"/>
                  </a:cubicBezTo>
                  <a:lnTo>
                    <a:pt x="0" y="2176524"/>
                  </a:lnTo>
                  <a:lnTo>
                    <a:pt x="0" y="2296539"/>
                  </a:lnTo>
                  <a:cubicBezTo>
                    <a:pt x="0" y="2381121"/>
                    <a:pt x="2413" y="2416554"/>
                    <a:pt x="8001" y="2416554"/>
                  </a:cubicBezTo>
                  <a:cubicBezTo>
                    <a:pt x="29337" y="2416554"/>
                    <a:pt x="154686" y="2368040"/>
                    <a:pt x="228346" y="2331210"/>
                  </a:cubicBezTo>
                  <a:cubicBezTo>
                    <a:pt x="427990" y="2231515"/>
                    <a:pt x="566166" y="2120517"/>
                    <a:pt x="730377" y="1927985"/>
                  </a:cubicBezTo>
                  <a:cubicBezTo>
                    <a:pt x="911098" y="1716022"/>
                    <a:pt x="1034669" y="1488566"/>
                    <a:pt x="1128395" y="1195577"/>
                  </a:cubicBezTo>
                  <a:cubicBezTo>
                    <a:pt x="1175512" y="1048384"/>
                    <a:pt x="1237361" y="900937"/>
                    <a:pt x="1277874" y="839977"/>
                  </a:cubicBezTo>
                  <a:cubicBezTo>
                    <a:pt x="1315085" y="783843"/>
                    <a:pt x="1378966" y="721359"/>
                    <a:pt x="1429004" y="692149"/>
                  </a:cubicBezTo>
                  <a:cubicBezTo>
                    <a:pt x="1487169" y="658113"/>
                    <a:pt x="1599310" y="611377"/>
                    <a:pt x="1663572" y="594359"/>
                  </a:cubicBezTo>
                  <a:cubicBezTo>
                    <a:pt x="1781555" y="563117"/>
                    <a:pt x="1841753" y="559180"/>
                    <a:pt x="2209799" y="559053"/>
                  </a:cubicBezTo>
                  <a:cubicBezTo>
                    <a:pt x="2589402" y="558926"/>
                    <a:pt x="2620771" y="556513"/>
                    <a:pt x="2785617" y="516635"/>
                  </a:cubicBezTo>
                  <a:cubicBezTo>
                    <a:pt x="2965703" y="473074"/>
                    <a:pt x="3054730" y="429006"/>
                    <a:pt x="3136264" y="343281"/>
                  </a:cubicBezTo>
                  <a:cubicBezTo>
                    <a:pt x="3222624" y="252349"/>
                    <a:pt x="3272027" y="167767"/>
                    <a:pt x="3301999" y="59690"/>
                  </a:cubicBezTo>
                  <a:cubicBezTo>
                    <a:pt x="3309238" y="33528"/>
                    <a:pt x="3315334" y="8382"/>
                    <a:pt x="3316223" y="254"/>
                  </a:cubicBezTo>
                  <a:close/>
                  <a:moveTo>
                    <a:pt x="3866133" y="254"/>
                  </a:moveTo>
                  <a:lnTo>
                    <a:pt x="3860926" y="19812"/>
                  </a:lnTo>
                  <a:cubicBezTo>
                    <a:pt x="3842003" y="90551"/>
                    <a:pt x="3794124" y="230632"/>
                    <a:pt x="3777614" y="263525"/>
                  </a:cubicBezTo>
                  <a:cubicBezTo>
                    <a:pt x="3707637" y="402717"/>
                    <a:pt x="3618102" y="482600"/>
                    <a:pt x="3409441" y="591692"/>
                  </a:cubicBezTo>
                  <a:cubicBezTo>
                    <a:pt x="3328923" y="633856"/>
                    <a:pt x="3154679" y="704849"/>
                    <a:pt x="3064255" y="732281"/>
                  </a:cubicBezTo>
                  <a:cubicBezTo>
                    <a:pt x="2981959" y="757300"/>
                    <a:pt x="2811906" y="785240"/>
                    <a:pt x="2687065" y="794257"/>
                  </a:cubicBezTo>
                  <a:cubicBezTo>
                    <a:pt x="2577210" y="802258"/>
                    <a:pt x="2390139" y="822832"/>
                    <a:pt x="2267203" y="840612"/>
                  </a:cubicBezTo>
                  <a:cubicBezTo>
                    <a:pt x="2005837" y="878331"/>
                    <a:pt x="1814575" y="957325"/>
                    <a:pt x="1674367" y="1085341"/>
                  </a:cubicBezTo>
                  <a:cubicBezTo>
                    <a:pt x="1604644" y="1149095"/>
                    <a:pt x="1556385" y="1232661"/>
                    <a:pt x="1460753" y="1456054"/>
                  </a:cubicBezTo>
                  <a:cubicBezTo>
                    <a:pt x="1314704" y="1797048"/>
                    <a:pt x="1244981" y="1904871"/>
                    <a:pt x="1022858" y="2133090"/>
                  </a:cubicBezTo>
                  <a:cubicBezTo>
                    <a:pt x="818261" y="2343402"/>
                    <a:pt x="524764" y="2535553"/>
                    <a:pt x="334645" y="2583813"/>
                  </a:cubicBezTo>
                  <a:cubicBezTo>
                    <a:pt x="296672" y="2593465"/>
                    <a:pt x="259461" y="2601339"/>
                    <a:pt x="252222" y="2601339"/>
                  </a:cubicBezTo>
                  <a:cubicBezTo>
                    <a:pt x="239776" y="2601339"/>
                    <a:pt x="238887" y="2608705"/>
                    <a:pt x="238887" y="2718813"/>
                  </a:cubicBezTo>
                  <a:cubicBezTo>
                    <a:pt x="238887" y="2809999"/>
                    <a:pt x="233807" y="2835145"/>
                    <a:pt x="263779" y="2835145"/>
                  </a:cubicBezTo>
                  <a:cubicBezTo>
                    <a:pt x="278638" y="2835145"/>
                    <a:pt x="302260" y="2828922"/>
                    <a:pt x="339598" y="2821429"/>
                  </a:cubicBezTo>
                  <a:cubicBezTo>
                    <a:pt x="642366" y="2760723"/>
                    <a:pt x="1042035" y="2486277"/>
                    <a:pt x="1331849" y="2140075"/>
                  </a:cubicBezTo>
                  <a:cubicBezTo>
                    <a:pt x="1480946" y="1962021"/>
                    <a:pt x="1540636" y="1859024"/>
                    <a:pt x="1674367" y="1548509"/>
                  </a:cubicBezTo>
                  <a:cubicBezTo>
                    <a:pt x="1772284" y="1321307"/>
                    <a:pt x="1796414" y="1281175"/>
                    <a:pt x="1868677" y="1226184"/>
                  </a:cubicBezTo>
                  <a:cubicBezTo>
                    <a:pt x="1959228" y="1157350"/>
                    <a:pt x="2108072" y="1099946"/>
                    <a:pt x="2252979" y="1078102"/>
                  </a:cubicBezTo>
                  <a:cubicBezTo>
                    <a:pt x="2381249" y="1058798"/>
                    <a:pt x="2533776" y="1041272"/>
                    <a:pt x="2658617" y="1031747"/>
                  </a:cubicBezTo>
                  <a:cubicBezTo>
                    <a:pt x="2846958" y="1017396"/>
                    <a:pt x="3043427" y="985011"/>
                    <a:pt x="3146170" y="951356"/>
                  </a:cubicBezTo>
                  <a:cubicBezTo>
                    <a:pt x="3413886" y="863599"/>
                    <a:pt x="3685158" y="722502"/>
                    <a:pt x="3807713" y="607313"/>
                  </a:cubicBezTo>
                  <a:cubicBezTo>
                    <a:pt x="3942714" y="480314"/>
                    <a:pt x="4028185" y="317119"/>
                    <a:pt x="4071746" y="102616"/>
                  </a:cubicBezTo>
                  <a:cubicBezTo>
                    <a:pt x="4084065" y="41783"/>
                    <a:pt x="4092955" y="13208"/>
                    <a:pt x="4084446" y="0"/>
                  </a:cubicBezTo>
                  <a:close/>
                </a:path>
              </a:pathLst>
            </a:custGeom>
            <a:solidFill>
              <a:srgbClr val="8FCF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750479" y="66421"/>
              <a:ext cx="3647476" cy="1267840"/>
            </a:xfrm>
            <a:custGeom>
              <a:avLst/>
              <a:gdLst/>
              <a:ahLst/>
              <a:cxnLst/>
              <a:rect r="r" b="b" t="t" l="l"/>
              <a:pathLst>
                <a:path h="1267840" w="3647476">
                  <a:moveTo>
                    <a:pt x="3305260" y="127"/>
                  </a:moveTo>
                  <a:cubicBezTo>
                    <a:pt x="3291925" y="15240"/>
                    <a:pt x="3274780" y="34544"/>
                    <a:pt x="3257762" y="53086"/>
                  </a:cubicBezTo>
                  <a:cubicBezTo>
                    <a:pt x="3177879" y="140843"/>
                    <a:pt x="3167846" y="155956"/>
                    <a:pt x="3172672" y="181356"/>
                  </a:cubicBezTo>
                  <a:cubicBezTo>
                    <a:pt x="3174831" y="193040"/>
                    <a:pt x="3184864" y="209677"/>
                    <a:pt x="3194770" y="218313"/>
                  </a:cubicBezTo>
                  <a:cubicBezTo>
                    <a:pt x="3206835" y="228981"/>
                    <a:pt x="3219535" y="234315"/>
                    <a:pt x="3233378" y="234315"/>
                  </a:cubicBezTo>
                  <a:cubicBezTo>
                    <a:pt x="3251412" y="234315"/>
                    <a:pt x="3271351" y="225171"/>
                    <a:pt x="3294592" y="206883"/>
                  </a:cubicBezTo>
                  <a:cubicBezTo>
                    <a:pt x="3330406" y="178562"/>
                    <a:pt x="3431371" y="71120"/>
                    <a:pt x="3453088" y="38100"/>
                  </a:cubicBezTo>
                  <a:cubicBezTo>
                    <a:pt x="3461216" y="25781"/>
                    <a:pt x="3465407" y="12700"/>
                    <a:pt x="3465661" y="0"/>
                  </a:cubicBezTo>
                  <a:close/>
                  <a:moveTo>
                    <a:pt x="259674" y="28448"/>
                  </a:moveTo>
                  <a:cubicBezTo>
                    <a:pt x="257261" y="28448"/>
                    <a:pt x="254975" y="28575"/>
                    <a:pt x="252562" y="28829"/>
                  </a:cubicBezTo>
                  <a:cubicBezTo>
                    <a:pt x="236179" y="30607"/>
                    <a:pt x="220304" y="38354"/>
                    <a:pt x="208747" y="52832"/>
                  </a:cubicBezTo>
                  <a:cubicBezTo>
                    <a:pt x="189316" y="77089"/>
                    <a:pt x="195539" y="155829"/>
                    <a:pt x="220812" y="206248"/>
                  </a:cubicBezTo>
                  <a:cubicBezTo>
                    <a:pt x="244053" y="252730"/>
                    <a:pt x="257896" y="268224"/>
                    <a:pt x="313014" y="310261"/>
                  </a:cubicBezTo>
                  <a:cubicBezTo>
                    <a:pt x="336255" y="327914"/>
                    <a:pt x="371688" y="357759"/>
                    <a:pt x="391881" y="376428"/>
                  </a:cubicBezTo>
                  <a:cubicBezTo>
                    <a:pt x="421980" y="404368"/>
                    <a:pt x="432521" y="410210"/>
                    <a:pt x="454238" y="410210"/>
                  </a:cubicBezTo>
                  <a:cubicBezTo>
                    <a:pt x="454619" y="410210"/>
                    <a:pt x="454873" y="410210"/>
                    <a:pt x="455254" y="410210"/>
                  </a:cubicBezTo>
                  <a:cubicBezTo>
                    <a:pt x="495259" y="409829"/>
                    <a:pt x="520786" y="383921"/>
                    <a:pt x="520786" y="343662"/>
                  </a:cubicBezTo>
                  <a:cubicBezTo>
                    <a:pt x="520786" y="305435"/>
                    <a:pt x="491703" y="270510"/>
                    <a:pt x="408264" y="208407"/>
                  </a:cubicBezTo>
                  <a:cubicBezTo>
                    <a:pt x="358480" y="171323"/>
                    <a:pt x="330540" y="135890"/>
                    <a:pt x="330540" y="109855"/>
                  </a:cubicBezTo>
                  <a:cubicBezTo>
                    <a:pt x="330540" y="100584"/>
                    <a:pt x="325841" y="81915"/>
                    <a:pt x="320253" y="68453"/>
                  </a:cubicBezTo>
                  <a:cubicBezTo>
                    <a:pt x="309458" y="42545"/>
                    <a:pt x="284693" y="28702"/>
                    <a:pt x="259674" y="28702"/>
                  </a:cubicBezTo>
                  <a:close/>
                  <a:moveTo>
                    <a:pt x="70825" y="187071"/>
                  </a:moveTo>
                  <a:cubicBezTo>
                    <a:pt x="46441" y="187071"/>
                    <a:pt x="20787" y="199136"/>
                    <a:pt x="9611" y="220726"/>
                  </a:cubicBezTo>
                  <a:cubicBezTo>
                    <a:pt x="-11598" y="261747"/>
                    <a:pt x="213" y="299212"/>
                    <a:pt x="65999" y="400177"/>
                  </a:cubicBezTo>
                  <a:cubicBezTo>
                    <a:pt x="109306" y="466597"/>
                    <a:pt x="154391" y="518540"/>
                    <a:pt x="186141" y="538479"/>
                  </a:cubicBezTo>
                  <a:cubicBezTo>
                    <a:pt x="196174" y="544829"/>
                    <a:pt x="207096" y="547623"/>
                    <a:pt x="217891" y="547623"/>
                  </a:cubicBezTo>
                  <a:cubicBezTo>
                    <a:pt x="260817" y="547623"/>
                    <a:pt x="301711" y="503554"/>
                    <a:pt x="279740" y="463930"/>
                  </a:cubicBezTo>
                  <a:cubicBezTo>
                    <a:pt x="274787" y="455041"/>
                    <a:pt x="250530" y="421132"/>
                    <a:pt x="226019" y="388747"/>
                  </a:cubicBezTo>
                  <a:cubicBezTo>
                    <a:pt x="201508" y="356362"/>
                    <a:pt x="168615" y="304292"/>
                    <a:pt x="152994" y="273177"/>
                  </a:cubicBezTo>
                  <a:cubicBezTo>
                    <a:pt x="137373" y="242062"/>
                    <a:pt x="119974" y="211201"/>
                    <a:pt x="114259" y="204724"/>
                  </a:cubicBezTo>
                  <a:cubicBezTo>
                    <a:pt x="104480" y="193675"/>
                    <a:pt x="90002" y="187960"/>
                    <a:pt x="74762" y="187198"/>
                  </a:cubicBezTo>
                  <a:cubicBezTo>
                    <a:pt x="73492" y="187071"/>
                    <a:pt x="72222" y="187071"/>
                    <a:pt x="70952" y="187071"/>
                  </a:cubicBezTo>
                  <a:close/>
                  <a:moveTo>
                    <a:pt x="3035893" y="295148"/>
                  </a:moveTo>
                  <a:cubicBezTo>
                    <a:pt x="3012017" y="295148"/>
                    <a:pt x="2986617" y="311912"/>
                    <a:pt x="2940009" y="354203"/>
                  </a:cubicBezTo>
                  <a:cubicBezTo>
                    <a:pt x="2882859" y="406146"/>
                    <a:pt x="2806404" y="464057"/>
                    <a:pt x="2759287" y="491108"/>
                  </a:cubicBezTo>
                  <a:cubicBezTo>
                    <a:pt x="2717885" y="514857"/>
                    <a:pt x="2704804" y="532764"/>
                    <a:pt x="2704804" y="565657"/>
                  </a:cubicBezTo>
                  <a:cubicBezTo>
                    <a:pt x="2704804" y="590803"/>
                    <a:pt x="2722204" y="614679"/>
                    <a:pt x="2747096" y="623696"/>
                  </a:cubicBezTo>
                  <a:cubicBezTo>
                    <a:pt x="2753573" y="626109"/>
                    <a:pt x="2759415" y="627379"/>
                    <a:pt x="2765765" y="627379"/>
                  </a:cubicBezTo>
                  <a:cubicBezTo>
                    <a:pt x="2780497" y="627379"/>
                    <a:pt x="2798023" y="620140"/>
                    <a:pt x="2833201" y="601979"/>
                  </a:cubicBezTo>
                  <a:cubicBezTo>
                    <a:pt x="2931626" y="551052"/>
                    <a:pt x="3086185" y="425576"/>
                    <a:pt x="3099267" y="385953"/>
                  </a:cubicBezTo>
                  <a:cubicBezTo>
                    <a:pt x="3110696" y="351409"/>
                    <a:pt x="3094060" y="314579"/>
                    <a:pt x="3060912" y="300736"/>
                  </a:cubicBezTo>
                  <a:cubicBezTo>
                    <a:pt x="3052404" y="297180"/>
                    <a:pt x="3044529" y="295275"/>
                    <a:pt x="3036529" y="295148"/>
                  </a:cubicBezTo>
                  <a:cubicBezTo>
                    <a:pt x="3036274" y="295148"/>
                    <a:pt x="3036148" y="295148"/>
                    <a:pt x="3035893" y="295148"/>
                  </a:cubicBezTo>
                  <a:close/>
                  <a:moveTo>
                    <a:pt x="715731" y="463803"/>
                  </a:moveTo>
                  <a:cubicBezTo>
                    <a:pt x="679663" y="463803"/>
                    <a:pt x="654517" y="488568"/>
                    <a:pt x="654517" y="524382"/>
                  </a:cubicBezTo>
                  <a:cubicBezTo>
                    <a:pt x="654517" y="560450"/>
                    <a:pt x="678012" y="584326"/>
                    <a:pt x="780628" y="652652"/>
                  </a:cubicBezTo>
                  <a:cubicBezTo>
                    <a:pt x="835746" y="689355"/>
                    <a:pt x="871179" y="707135"/>
                    <a:pt x="896325" y="707135"/>
                  </a:cubicBezTo>
                  <a:cubicBezTo>
                    <a:pt x="916645" y="707135"/>
                    <a:pt x="930234" y="695578"/>
                    <a:pt x="942172" y="673099"/>
                  </a:cubicBezTo>
                  <a:cubicBezTo>
                    <a:pt x="966683" y="627125"/>
                    <a:pt x="944712" y="597026"/>
                    <a:pt x="834095" y="524255"/>
                  </a:cubicBezTo>
                  <a:cubicBezTo>
                    <a:pt x="761705" y="476630"/>
                    <a:pt x="737067" y="463930"/>
                    <a:pt x="716493" y="463676"/>
                  </a:cubicBezTo>
                  <a:cubicBezTo>
                    <a:pt x="716239" y="463676"/>
                    <a:pt x="715858" y="463676"/>
                    <a:pt x="715604" y="463676"/>
                  </a:cubicBezTo>
                  <a:close/>
                  <a:moveTo>
                    <a:pt x="3583263" y="142494"/>
                  </a:moveTo>
                  <a:cubicBezTo>
                    <a:pt x="3555450" y="142494"/>
                    <a:pt x="3550878" y="146177"/>
                    <a:pt x="3448262" y="250317"/>
                  </a:cubicBezTo>
                  <a:cubicBezTo>
                    <a:pt x="3343741" y="356362"/>
                    <a:pt x="3198834" y="477900"/>
                    <a:pt x="3076660" y="561974"/>
                  </a:cubicBezTo>
                  <a:cubicBezTo>
                    <a:pt x="3043005" y="585088"/>
                    <a:pt x="3010621" y="612393"/>
                    <a:pt x="3004397" y="622680"/>
                  </a:cubicBezTo>
                  <a:cubicBezTo>
                    <a:pt x="2980267" y="663320"/>
                    <a:pt x="3000079" y="714120"/>
                    <a:pt x="3044784" y="726058"/>
                  </a:cubicBezTo>
                  <a:cubicBezTo>
                    <a:pt x="3051515" y="727836"/>
                    <a:pt x="3060150" y="728725"/>
                    <a:pt x="3068278" y="728725"/>
                  </a:cubicBezTo>
                  <a:cubicBezTo>
                    <a:pt x="3074882" y="728725"/>
                    <a:pt x="3081232" y="728090"/>
                    <a:pt x="3085931" y="726820"/>
                  </a:cubicBezTo>
                  <a:cubicBezTo>
                    <a:pt x="3113109" y="719200"/>
                    <a:pt x="3224615" y="642492"/>
                    <a:pt x="3291290" y="585469"/>
                  </a:cubicBezTo>
                  <a:cubicBezTo>
                    <a:pt x="3323167" y="558291"/>
                    <a:pt x="3376761" y="512190"/>
                    <a:pt x="3410670" y="483234"/>
                  </a:cubicBezTo>
                  <a:cubicBezTo>
                    <a:pt x="3468582" y="433578"/>
                    <a:pt x="3608790" y="283718"/>
                    <a:pt x="3636095" y="242443"/>
                  </a:cubicBezTo>
                  <a:cubicBezTo>
                    <a:pt x="3665051" y="198501"/>
                    <a:pt x="3635587" y="142494"/>
                    <a:pt x="3583390" y="142494"/>
                  </a:cubicBezTo>
                  <a:close/>
                  <a:moveTo>
                    <a:pt x="389722" y="565403"/>
                  </a:moveTo>
                  <a:cubicBezTo>
                    <a:pt x="354162" y="565403"/>
                    <a:pt x="323555" y="596899"/>
                    <a:pt x="323555" y="633475"/>
                  </a:cubicBezTo>
                  <a:cubicBezTo>
                    <a:pt x="323555" y="657224"/>
                    <a:pt x="328635" y="665225"/>
                    <a:pt x="368513" y="703325"/>
                  </a:cubicBezTo>
                  <a:cubicBezTo>
                    <a:pt x="393278" y="726947"/>
                    <a:pt x="433283" y="759586"/>
                    <a:pt x="457413" y="775715"/>
                  </a:cubicBezTo>
                  <a:cubicBezTo>
                    <a:pt x="487258" y="795654"/>
                    <a:pt x="510753" y="805433"/>
                    <a:pt x="530819" y="805433"/>
                  </a:cubicBezTo>
                  <a:cubicBezTo>
                    <a:pt x="546440" y="805433"/>
                    <a:pt x="559902" y="799464"/>
                    <a:pt x="572602" y="787780"/>
                  </a:cubicBezTo>
                  <a:cubicBezTo>
                    <a:pt x="586572" y="774826"/>
                    <a:pt x="591144" y="763777"/>
                    <a:pt x="591017" y="743711"/>
                  </a:cubicBezTo>
                  <a:cubicBezTo>
                    <a:pt x="590763" y="712723"/>
                    <a:pt x="585175" y="704468"/>
                    <a:pt x="541868" y="671194"/>
                  </a:cubicBezTo>
                  <a:cubicBezTo>
                    <a:pt x="524469" y="657732"/>
                    <a:pt x="488655" y="628522"/>
                    <a:pt x="462493" y="606170"/>
                  </a:cubicBezTo>
                  <a:cubicBezTo>
                    <a:pt x="423885" y="573277"/>
                    <a:pt x="410042" y="565530"/>
                    <a:pt x="389722" y="565530"/>
                  </a:cubicBezTo>
                  <a:close/>
                  <a:moveTo>
                    <a:pt x="2542879" y="640333"/>
                  </a:moveTo>
                  <a:cubicBezTo>
                    <a:pt x="2542625" y="640333"/>
                    <a:pt x="2542244" y="640333"/>
                    <a:pt x="2541990" y="640333"/>
                  </a:cubicBezTo>
                  <a:cubicBezTo>
                    <a:pt x="2521289" y="640587"/>
                    <a:pt x="2491190" y="649477"/>
                    <a:pt x="2439882" y="667003"/>
                  </a:cubicBezTo>
                  <a:cubicBezTo>
                    <a:pt x="2265892" y="726566"/>
                    <a:pt x="2232872" y="747394"/>
                    <a:pt x="2232872" y="797051"/>
                  </a:cubicBezTo>
                  <a:cubicBezTo>
                    <a:pt x="2232872" y="819530"/>
                    <a:pt x="2237063" y="828420"/>
                    <a:pt x="2254589" y="843152"/>
                  </a:cubicBezTo>
                  <a:cubicBezTo>
                    <a:pt x="2268305" y="854709"/>
                    <a:pt x="2279735" y="860424"/>
                    <a:pt x="2294467" y="860424"/>
                  </a:cubicBezTo>
                  <a:cubicBezTo>
                    <a:pt x="2308691" y="860424"/>
                    <a:pt x="2325963" y="855090"/>
                    <a:pt x="2351109" y="844549"/>
                  </a:cubicBezTo>
                  <a:cubicBezTo>
                    <a:pt x="2373334" y="835278"/>
                    <a:pt x="2429341" y="815847"/>
                    <a:pt x="2475823" y="801369"/>
                  </a:cubicBezTo>
                  <a:cubicBezTo>
                    <a:pt x="2541990" y="780795"/>
                    <a:pt x="2565231" y="770127"/>
                    <a:pt x="2583265" y="752093"/>
                  </a:cubicBezTo>
                  <a:cubicBezTo>
                    <a:pt x="2611967" y="723391"/>
                    <a:pt x="2613618" y="695070"/>
                    <a:pt x="2588472" y="665225"/>
                  </a:cubicBezTo>
                  <a:cubicBezTo>
                    <a:pt x="2574502" y="648715"/>
                    <a:pt x="2563199" y="640333"/>
                    <a:pt x="2543006" y="640333"/>
                  </a:cubicBezTo>
                  <a:close/>
                  <a:moveTo>
                    <a:pt x="1189949" y="709548"/>
                  </a:moveTo>
                  <a:cubicBezTo>
                    <a:pt x="1182075" y="709548"/>
                    <a:pt x="1175725" y="711961"/>
                    <a:pt x="1166200" y="716025"/>
                  </a:cubicBezTo>
                  <a:cubicBezTo>
                    <a:pt x="1120607" y="735075"/>
                    <a:pt x="1108288" y="792860"/>
                    <a:pt x="1143086" y="824356"/>
                  </a:cubicBezTo>
                  <a:cubicBezTo>
                    <a:pt x="1155786" y="835786"/>
                    <a:pt x="1278849" y="887348"/>
                    <a:pt x="1362669" y="916177"/>
                  </a:cubicBezTo>
                  <a:cubicBezTo>
                    <a:pt x="1379560" y="922019"/>
                    <a:pt x="1395562" y="924686"/>
                    <a:pt x="1410040" y="924686"/>
                  </a:cubicBezTo>
                  <a:cubicBezTo>
                    <a:pt x="1452458" y="924686"/>
                    <a:pt x="1482049" y="901318"/>
                    <a:pt x="1482049" y="862202"/>
                  </a:cubicBezTo>
                  <a:cubicBezTo>
                    <a:pt x="1482049" y="821562"/>
                    <a:pt x="1460840" y="802131"/>
                    <a:pt x="1391498" y="779525"/>
                  </a:cubicBezTo>
                  <a:cubicBezTo>
                    <a:pt x="1360129" y="769238"/>
                    <a:pt x="1302344" y="748283"/>
                    <a:pt x="1263228" y="732916"/>
                  </a:cubicBezTo>
                  <a:cubicBezTo>
                    <a:pt x="1228557" y="719327"/>
                    <a:pt x="1210650" y="712342"/>
                    <a:pt x="1198204" y="710183"/>
                  </a:cubicBezTo>
                  <a:cubicBezTo>
                    <a:pt x="1195156" y="709675"/>
                    <a:pt x="1192489" y="709421"/>
                    <a:pt x="1189949" y="709421"/>
                  </a:cubicBezTo>
                  <a:close/>
                  <a:moveTo>
                    <a:pt x="1955504" y="800607"/>
                  </a:moveTo>
                  <a:cubicBezTo>
                    <a:pt x="1927691" y="800607"/>
                    <a:pt x="1893655" y="800988"/>
                    <a:pt x="1851999" y="801623"/>
                  </a:cubicBezTo>
                  <a:lnTo>
                    <a:pt x="1658579" y="804417"/>
                  </a:lnTo>
                  <a:lnTo>
                    <a:pt x="1639148" y="825753"/>
                  </a:lnTo>
                  <a:cubicBezTo>
                    <a:pt x="1628480" y="837437"/>
                    <a:pt x="1619717" y="853566"/>
                    <a:pt x="1619717" y="861440"/>
                  </a:cubicBezTo>
                  <a:cubicBezTo>
                    <a:pt x="1619717" y="873505"/>
                    <a:pt x="1637751" y="917066"/>
                    <a:pt x="1642831" y="917447"/>
                  </a:cubicBezTo>
                  <a:cubicBezTo>
                    <a:pt x="1643720" y="917447"/>
                    <a:pt x="1657055" y="922146"/>
                    <a:pt x="1672549" y="927734"/>
                  </a:cubicBezTo>
                  <a:cubicBezTo>
                    <a:pt x="1693885" y="935481"/>
                    <a:pt x="1740367" y="938021"/>
                    <a:pt x="1865207" y="938148"/>
                  </a:cubicBezTo>
                  <a:cubicBezTo>
                    <a:pt x="1873589" y="938148"/>
                    <a:pt x="1881590" y="938148"/>
                    <a:pt x="1889083" y="938148"/>
                  </a:cubicBezTo>
                  <a:cubicBezTo>
                    <a:pt x="2008209" y="938148"/>
                    <a:pt x="2034625" y="935989"/>
                    <a:pt x="2054437" y="926591"/>
                  </a:cubicBezTo>
                  <a:cubicBezTo>
                    <a:pt x="2087457" y="910970"/>
                    <a:pt x="2102571" y="876553"/>
                    <a:pt x="2091394" y="842517"/>
                  </a:cubicBezTo>
                  <a:cubicBezTo>
                    <a:pt x="2080853" y="810513"/>
                    <a:pt x="2073106" y="801623"/>
                    <a:pt x="1978618" y="800607"/>
                  </a:cubicBezTo>
                  <a:cubicBezTo>
                    <a:pt x="1971379" y="800480"/>
                    <a:pt x="1963632" y="800480"/>
                    <a:pt x="1955377" y="800480"/>
                  </a:cubicBezTo>
                  <a:close/>
                  <a:moveTo>
                    <a:pt x="2724743" y="785367"/>
                  </a:moveTo>
                  <a:cubicBezTo>
                    <a:pt x="2696676" y="785367"/>
                    <a:pt x="2650956" y="806068"/>
                    <a:pt x="2583011" y="849502"/>
                  </a:cubicBezTo>
                  <a:cubicBezTo>
                    <a:pt x="2562691" y="862456"/>
                    <a:pt x="2522305" y="884935"/>
                    <a:pt x="2493349" y="899286"/>
                  </a:cubicBezTo>
                  <a:cubicBezTo>
                    <a:pt x="2464393" y="913637"/>
                    <a:pt x="2435056" y="932433"/>
                    <a:pt x="2428325" y="940688"/>
                  </a:cubicBezTo>
                  <a:cubicBezTo>
                    <a:pt x="2403687" y="971422"/>
                    <a:pt x="2417911" y="1029588"/>
                    <a:pt x="2453598" y="1043939"/>
                  </a:cubicBezTo>
                  <a:cubicBezTo>
                    <a:pt x="2461853" y="1047241"/>
                    <a:pt x="2475188" y="1050162"/>
                    <a:pt x="2482935" y="1050416"/>
                  </a:cubicBezTo>
                  <a:cubicBezTo>
                    <a:pt x="2483062" y="1050416"/>
                    <a:pt x="2483190" y="1050416"/>
                    <a:pt x="2483316" y="1050416"/>
                  </a:cubicBezTo>
                  <a:cubicBezTo>
                    <a:pt x="2503255" y="1050416"/>
                    <a:pt x="2588472" y="1009014"/>
                    <a:pt x="2648797" y="969898"/>
                  </a:cubicBezTo>
                  <a:cubicBezTo>
                    <a:pt x="2675848" y="952372"/>
                    <a:pt x="2713440" y="930274"/>
                    <a:pt x="2732490" y="920622"/>
                  </a:cubicBezTo>
                  <a:cubicBezTo>
                    <a:pt x="2751540" y="910970"/>
                    <a:pt x="2771987" y="895984"/>
                    <a:pt x="2778083" y="887348"/>
                  </a:cubicBezTo>
                  <a:cubicBezTo>
                    <a:pt x="2805134" y="848740"/>
                    <a:pt x="2780242" y="793241"/>
                    <a:pt x="2732236" y="785621"/>
                  </a:cubicBezTo>
                  <a:cubicBezTo>
                    <a:pt x="2729823" y="785240"/>
                    <a:pt x="2727410" y="785113"/>
                    <a:pt x="2724743" y="785113"/>
                  </a:cubicBezTo>
                  <a:close/>
                  <a:moveTo>
                    <a:pt x="762340" y="818260"/>
                  </a:moveTo>
                  <a:cubicBezTo>
                    <a:pt x="760181" y="818260"/>
                    <a:pt x="758022" y="818387"/>
                    <a:pt x="755736" y="818514"/>
                  </a:cubicBezTo>
                  <a:cubicBezTo>
                    <a:pt x="738210" y="819911"/>
                    <a:pt x="717255" y="826515"/>
                    <a:pt x="705317" y="836548"/>
                  </a:cubicBezTo>
                  <a:cubicBezTo>
                    <a:pt x="662518" y="872616"/>
                    <a:pt x="673567" y="926210"/>
                    <a:pt x="729193" y="952245"/>
                  </a:cubicBezTo>
                  <a:cubicBezTo>
                    <a:pt x="746338" y="960246"/>
                    <a:pt x="762086" y="966850"/>
                    <a:pt x="764499" y="966850"/>
                  </a:cubicBezTo>
                  <a:cubicBezTo>
                    <a:pt x="766912" y="966850"/>
                    <a:pt x="851621" y="1007871"/>
                    <a:pt x="952967" y="1057909"/>
                  </a:cubicBezTo>
                  <a:cubicBezTo>
                    <a:pt x="1142070" y="1151381"/>
                    <a:pt x="1217127" y="1181353"/>
                    <a:pt x="1287358" y="1191640"/>
                  </a:cubicBezTo>
                  <a:cubicBezTo>
                    <a:pt x="1309456" y="1194815"/>
                    <a:pt x="1348699" y="1197863"/>
                    <a:pt x="1374480" y="1198371"/>
                  </a:cubicBezTo>
                  <a:cubicBezTo>
                    <a:pt x="1378798" y="1198498"/>
                    <a:pt x="1382608" y="1198498"/>
                    <a:pt x="1386291" y="1198498"/>
                  </a:cubicBezTo>
                  <a:cubicBezTo>
                    <a:pt x="1417152" y="1198498"/>
                    <a:pt x="1426296" y="1195196"/>
                    <a:pt x="1442679" y="1181480"/>
                  </a:cubicBezTo>
                  <a:cubicBezTo>
                    <a:pt x="1468206" y="1160017"/>
                    <a:pt x="1476461" y="1129410"/>
                    <a:pt x="1463634" y="1103248"/>
                  </a:cubicBezTo>
                  <a:cubicBezTo>
                    <a:pt x="1446997" y="1069339"/>
                    <a:pt x="1423375" y="1058290"/>
                    <a:pt x="1344762" y="1048003"/>
                  </a:cubicBezTo>
                  <a:cubicBezTo>
                    <a:pt x="1246337" y="1035049"/>
                    <a:pt x="1149817" y="998727"/>
                    <a:pt x="933028" y="893063"/>
                  </a:cubicBezTo>
                  <a:cubicBezTo>
                    <a:pt x="882609" y="868552"/>
                    <a:pt x="829650" y="844676"/>
                    <a:pt x="815172" y="840104"/>
                  </a:cubicBezTo>
                  <a:cubicBezTo>
                    <a:pt x="800694" y="835532"/>
                    <a:pt x="786978" y="828801"/>
                    <a:pt x="784819" y="825245"/>
                  </a:cubicBezTo>
                  <a:cubicBezTo>
                    <a:pt x="782660" y="821816"/>
                    <a:pt x="777961" y="819657"/>
                    <a:pt x="771865" y="818641"/>
                  </a:cubicBezTo>
                  <a:cubicBezTo>
                    <a:pt x="769071" y="818133"/>
                    <a:pt x="765896" y="818006"/>
                    <a:pt x="762594" y="818006"/>
                  </a:cubicBezTo>
                  <a:close/>
                  <a:moveTo>
                    <a:pt x="2199725" y="1051432"/>
                  </a:moveTo>
                  <a:cubicBezTo>
                    <a:pt x="2185882" y="1051432"/>
                    <a:pt x="2131272" y="1065402"/>
                    <a:pt x="2078441" y="1082420"/>
                  </a:cubicBezTo>
                  <a:cubicBezTo>
                    <a:pt x="1972904" y="1116456"/>
                    <a:pt x="1918421" y="1127632"/>
                    <a:pt x="1828759" y="1127632"/>
                  </a:cubicBezTo>
                  <a:cubicBezTo>
                    <a:pt x="1807041" y="1127632"/>
                    <a:pt x="1783166" y="1126997"/>
                    <a:pt x="1755988" y="1125854"/>
                  </a:cubicBezTo>
                  <a:cubicBezTo>
                    <a:pt x="1728683" y="1124711"/>
                    <a:pt x="1706204" y="1123949"/>
                    <a:pt x="1687662" y="1123949"/>
                  </a:cubicBezTo>
                  <a:cubicBezTo>
                    <a:pt x="1619463" y="1123949"/>
                    <a:pt x="1603969" y="1133474"/>
                    <a:pt x="1587586" y="1165097"/>
                  </a:cubicBezTo>
                  <a:cubicBezTo>
                    <a:pt x="1567520" y="1203959"/>
                    <a:pt x="1583776" y="1244091"/>
                    <a:pt x="1626956" y="1262379"/>
                  </a:cubicBezTo>
                  <a:cubicBezTo>
                    <a:pt x="1635465" y="1265935"/>
                    <a:pt x="1675343" y="1267840"/>
                    <a:pt x="1737700" y="1267840"/>
                  </a:cubicBezTo>
                  <a:cubicBezTo>
                    <a:pt x="1756369" y="1267840"/>
                    <a:pt x="1777070" y="1267713"/>
                    <a:pt x="1799422" y="1267332"/>
                  </a:cubicBezTo>
                  <a:cubicBezTo>
                    <a:pt x="1971760" y="1264665"/>
                    <a:pt x="1987128" y="1261744"/>
                    <a:pt x="2161498" y="1197736"/>
                  </a:cubicBezTo>
                  <a:cubicBezTo>
                    <a:pt x="2227411" y="1173479"/>
                    <a:pt x="2244048" y="1164462"/>
                    <a:pt x="2255097" y="1146809"/>
                  </a:cubicBezTo>
                  <a:cubicBezTo>
                    <a:pt x="2281641" y="1104391"/>
                    <a:pt x="2250906" y="1051432"/>
                    <a:pt x="2199725" y="1051432"/>
                  </a:cubicBezTo>
                  <a:close/>
                </a:path>
              </a:pathLst>
            </a:custGeom>
            <a:solidFill>
              <a:srgbClr val="FFC26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877992" y="-63503"/>
            <a:ext cx="4473512" cy="3555997"/>
            <a:chOff x="0" y="0"/>
            <a:chExt cx="4473512" cy="355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979883" y="63500"/>
              <a:ext cx="3429051" cy="3429000"/>
            </a:xfrm>
            <a:custGeom>
              <a:avLst/>
              <a:gdLst/>
              <a:ahLst/>
              <a:cxnLst/>
              <a:rect r="r" b="b" t="t" l="l"/>
              <a:pathLst>
                <a:path h="3429000" w="3429051">
                  <a:moveTo>
                    <a:pt x="49" y="0"/>
                  </a:moveTo>
                  <a:lnTo>
                    <a:pt x="3429051" y="0"/>
                  </a:lnTo>
                  <a:lnTo>
                    <a:pt x="3429051" y="3429000"/>
                  </a:lnTo>
                  <a:cubicBezTo>
                    <a:pt x="3429051" y="3429000"/>
                    <a:pt x="2451786" y="3302127"/>
                    <a:pt x="2540940" y="2678049"/>
                  </a:cubicBezTo>
                  <a:cubicBezTo>
                    <a:pt x="2541575" y="2671826"/>
                    <a:pt x="2542972" y="2664968"/>
                    <a:pt x="2543734" y="2658872"/>
                  </a:cubicBezTo>
                  <a:cubicBezTo>
                    <a:pt x="2569769" y="2453132"/>
                    <a:pt x="2520366" y="2252853"/>
                    <a:pt x="2416226" y="2086864"/>
                  </a:cubicBezTo>
                  <a:cubicBezTo>
                    <a:pt x="2238552" y="1805051"/>
                    <a:pt x="2303069" y="1433322"/>
                    <a:pt x="2559609" y="1220724"/>
                  </a:cubicBezTo>
                  <a:lnTo>
                    <a:pt x="2847010" y="982091"/>
                  </a:lnTo>
                  <a:cubicBezTo>
                    <a:pt x="2934766" y="908685"/>
                    <a:pt x="2955341" y="783844"/>
                    <a:pt x="2898445" y="684403"/>
                  </a:cubicBezTo>
                  <a:cubicBezTo>
                    <a:pt x="2897810" y="683768"/>
                    <a:pt x="2897810" y="683006"/>
                    <a:pt x="2897047" y="682371"/>
                  </a:cubicBezTo>
                  <a:cubicBezTo>
                    <a:pt x="2675560" y="289433"/>
                    <a:pt x="2005507" y="572643"/>
                    <a:pt x="2005507" y="572643"/>
                  </a:cubicBezTo>
                  <a:cubicBezTo>
                    <a:pt x="2005507" y="572643"/>
                    <a:pt x="850442" y="1042416"/>
                    <a:pt x="216076" y="277749"/>
                  </a:cubicBezTo>
                  <a:cubicBezTo>
                    <a:pt x="-8968" y="6223"/>
                    <a:pt x="49" y="0"/>
                    <a:pt x="49" y="0"/>
                  </a:cubicBezTo>
                  <a:close/>
                </a:path>
              </a:pathLst>
            </a:custGeom>
            <a:solidFill>
              <a:srgbClr val="FFB4C9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67" y="70612"/>
              <a:ext cx="4346638" cy="2543937"/>
            </a:xfrm>
            <a:custGeom>
              <a:avLst/>
              <a:gdLst/>
              <a:ahLst/>
              <a:cxnLst/>
              <a:rect r="r" b="b" t="t" l="l"/>
              <a:pathLst>
                <a:path h="2543937" w="4346638">
                  <a:moveTo>
                    <a:pt x="49082" y="0"/>
                  </a:moveTo>
                  <a:cubicBezTo>
                    <a:pt x="-13529" y="0"/>
                    <a:pt x="-5528" y="5588"/>
                    <a:pt x="14665" y="80899"/>
                  </a:cubicBezTo>
                  <a:cubicBezTo>
                    <a:pt x="43621" y="189230"/>
                    <a:pt x="69656" y="231394"/>
                    <a:pt x="187639" y="362204"/>
                  </a:cubicBezTo>
                  <a:cubicBezTo>
                    <a:pt x="225993" y="404749"/>
                    <a:pt x="251266" y="422910"/>
                    <a:pt x="278317" y="422910"/>
                  </a:cubicBezTo>
                  <a:cubicBezTo>
                    <a:pt x="289239" y="422910"/>
                    <a:pt x="300542" y="419989"/>
                    <a:pt x="312988" y="414401"/>
                  </a:cubicBezTo>
                  <a:cubicBezTo>
                    <a:pt x="347532" y="399034"/>
                    <a:pt x="372297" y="361442"/>
                    <a:pt x="371916" y="324866"/>
                  </a:cubicBezTo>
                  <a:cubicBezTo>
                    <a:pt x="371662" y="295402"/>
                    <a:pt x="349564" y="259842"/>
                    <a:pt x="291906" y="196215"/>
                  </a:cubicBezTo>
                  <a:cubicBezTo>
                    <a:pt x="236026" y="134493"/>
                    <a:pt x="200085" y="77597"/>
                    <a:pt x="185099" y="26670"/>
                  </a:cubicBezTo>
                  <a:lnTo>
                    <a:pt x="177352" y="254"/>
                  </a:lnTo>
                  <a:lnTo>
                    <a:pt x="87944" y="254"/>
                  </a:lnTo>
                  <a:cubicBezTo>
                    <a:pt x="72704" y="254"/>
                    <a:pt x="59877" y="127"/>
                    <a:pt x="49082" y="127"/>
                  </a:cubicBezTo>
                  <a:close/>
                  <a:moveTo>
                    <a:pt x="555558" y="473837"/>
                  </a:moveTo>
                  <a:cubicBezTo>
                    <a:pt x="554669" y="473837"/>
                    <a:pt x="553780" y="473837"/>
                    <a:pt x="552891" y="473837"/>
                  </a:cubicBezTo>
                  <a:cubicBezTo>
                    <a:pt x="522157" y="474726"/>
                    <a:pt x="490788" y="490347"/>
                    <a:pt x="476564" y="516890"/>
                  </a:cubicBezTo>
                  <a:cubicBezTo>
                    <a:pt x="455609" y="555879"/>
                    <a:pt x="465134" y="593217"/>
                    <a:pt x="504631" y="626364"/>
                  </a:cubicBezTo>
                  <a:cubicBezTo>
                    <a:pt x="516188" y="636143"/>
                    <a:pt x="561654" y="676402"/>
                    <a:pt x="605850" y="715899"/>
                  </a:cubicBezTo>
                  <a:cubicBezTo>
                    <a:pt x="737168" y="833501"/>
                    <a:pt x="783523" y="869315"/>
                    <a:pt x="824671" y="869315"/>
                  </a:cubicBezTo>
                  <a:cubicBezTo>
                    <a:pt x="835974" y="869315"/>
                    <a:pt x="846896" y="866648"/>
                    <a:pt x="859088" y="862203"/>
                  </a:cubicBezTo>
                  <a:cubicBezTo>
                    <a:pt x="890965" y="850519"/>
                    <a:pt x="904427" y="837311"/>
                    <a:pt x="916492" y="805815"/>
                  </a:cubicBezTo>
                  <a:cubicBezTo>
                    <a:pt x="924621" y="784479"/>
                    <a:pt x="925255" y="774700"/>
                    <a:pt x="919668" y="753872"/>
                  </a:cubicBezTo>
                  <a:cubicBezTo>
                    <a:pt x="911793" y="724662"/>
                    <a:pt x="917635" y="729869"/>
                    <a:pt x="742756" y="595757"/>
                  </a:cubicBezTo>
                  <a:cubicBezTo>
                    <a:pt x="674684" y="543560"/>
                    <a:pt x="612200" y="495554"/>
                    <a:pt x="603691" y="488950"/>
                  </a:cubicBezTo>
                  <a:cubicBezTo>
                    <a:pt x="590229" y="478536"/>
                    <a:pt x="573084" y="473710"/>
                    <a:pt x="555558" y="473710"/>
                  </a:cubicBezTo>
                  <a:close/>
                  <a:moveTo>
                    <a:pt x="1172398" y="848233"/>
                  </a:moveTo>
                  <a:cubicBezTo>
                    <a:pt x="1107755" y="848233"/>
                    <a:pt x="1090483" y="855980"/>
                    <a:pt x="1072194" y="877697"/>
                  </a:cubicBezTo>
                  <a:cubicBezTo>
                    <a:pt x="1042350" y="913257"/>
                    <a:pt x="1043492" y="956818"/>
                    <a:pt x="1075369" y="988568"/>
                  </a:cubicBezTo>
                  <a:cubicBezTo>
                    <a:pt x="1095181" y="1008380"/>
                    <a:pt x="1098991" y="1009396"/>
                    <a:pt x="1196147" y="1020318"/>
                  </a:cubicBezTo>
                  <a:cubicBezTo>
                    <a:pt x="1230310" y="1024128"/>
                    <a:pt x="1288476" y="1031367"/>
                    <a:pt x="1325433" y="1036193"/>
                  </a:cubicBezTo>
                  <a:cubicBezTo>
                    <a:pt x="1366073" y="1041527"/>
                    <a:pt x="1389949" y="1044321"/>
                    <a:pt x="1406205" y="1044321"/>
                  </a:cubicBezTo>
                  <a:cubicBezTo>
                    <a:pt x="1424493" y="1044321"/>
                    <a:pt x="1433129" y="1040765"/>
                    <a:pt x="1445194" y="1033399"/>
                  </a:cubicBezTo>
                  <a:cubicBezTo>
                    <a:pt x="1508313" y="994918"/>
                    <a:pt x="1502344" y="905637"/>
                    <a:pt x="1434399" y="871855"/>
                  </a:cubicBezTo>
                  <a:cubicBezTo>
                    <a:pt x="1408110" y="858774"/>
                    <a:pt x="1391854" y="856742"/>
                    <a:pt x="1271839" y="851154"/>
                  </a:cubicBezTo>
                  <a:cubicBezTo>
                    <a:pt x="1234120" y="849376"/>
                    <a:pt x="1204402" y="848360"/>
                    <a:pt x="1180653" y="848106"/>
                  </a:cubicBezTo>
                  <a:cubicBezTo>
                    <a:pt x="1177859" y="848106"/>
                    <a:pt x="1175192" y="848106"/>
                    <a:pt x="1172525" y="848106"/>
                  </a:cubicBezTo>
                  <a:close/>
                  <a:moveTo>
                    <a:pt x="1626550" y="1039495"/>
                  </a:moveTo>
                  <a:cubicBezTo>
                    <a:pt x="1609024" y="1039495"/>
                    <a:pt x="1591625" y="1043686"/>
                    <a:pt x="1579052" y="1052322"/>
                  </a:cubicBezTo>
                  <a:cubicBezTo>
                    <a:pt x="1537142" y="1080770"/>
                    <a:pt x="1531173" y="1137666"/>
                    <a:pt x="1565844" y="1177290"/>
                  </a:cubicBezTo>
                  <a:cubicBezTo>
                    <a:pt x="1587180" y="1201801"/>
                    <a:pt x="1652839" y="1307846"/>
                    <a:pt x="1693606" y="1383919"/>
                  </a:cubicBezTo>
                  <a:cubicBezTo>
                    <a:pt x="1726626" y="1445641"/>
                    <a:pt x="1741485" y="1464691"/>
                    <a:pt x="1766631" y="1477772"/>
                  </a:cubicBezTo>
                  <a:cubicBezTo>
                    <a:pt x="1776664" y="1482979"/>
                    <a:pt x="1794952" y="1485900"/>
                    <a:pt x="1811716" y="1485900"/>
                  </a:cubicBezTo>
                  <a:cubicBezTo>
                    <a:pt x="1822638" y="1485900"/>
                    <a:pt x="1832925" y="1484630"/>
                    <a:pt x="1840037" y="1482090"/>
                  </a:cubicBezTo>
                  <a:cubicBezTo>
                    <a:pt x="1854515" y="1476756"/>
                    <a:pt x="1877629" y="1454023"/>
                    <a:pt x="1887281" y="1435481"/>
                  </a:cubicBezTo>
                  <a:cubicBezTo>
                    <a:pt x="1900235" y="1410589"/>
                    <a:pt x="1897822" y="1375537"/>
                    <a:pt x="1880550" y="1338453"/>
                  </a:cubicBezTo>
                  <a:cubicBezTo>
                    <a:pt x="1849181" y="1271016"/>
                    <a:pt x="1717482" y="1084580"/>
                    <a:pt x="1680906" y="1055878"/>
                  </a:cubicBezTo>
                  <a:cubicBezTo>
                    <a:pt x="1667952" y="1045718"/>
                    <a:pt x="1649283" y="1040130"/>
                    <a:pt x="1630487" y="1039495"/>
                  </a:cubicBezTo>
                  <a:cubicBezTo>
                    <a:pt x="1629217" y="1039495"/>
                    <a:pt x="1627947" y="1039368"/>
                    <a:pt x="1626677" y="1039368"/>
                  </a:cubicBezTo>
                  <a:close/>
                  <a:moveTo>
                    <a:pt x="719515" y="127"/>
                  </a:moveTo>
                  <a:lnTo>
                    <a:pt x="730691" y="18923"/>
                  </a:lnTo>
                  <a:cubicBezTo>
                    <a:pt x="753424" y="57531"/>
                    <a:pt x="835085" y="154559"/>
                    <a:pt x="899474" y="219837"/>
                  </a:cubicBezTo>
                  <a:cubicBezTo>
                    <a:pt x="1013647" y="335407"/>
                    <a:pt x="1098229" y="397510"/>
                    <a:pt x="1236406" y="466852"/>
                  </a:cubicBezTo>
                  <a:cubicBezTo>
                    <a:pt x="1340038" y="518922"/>
                    <a:pt x="1421953" y="548132"/>
                    <a:pt x="1559367" y="582041"/>
                  </a:cubicBezTo>
                  <a:cubicBezTo>
                    <a:pt x="1751772" y="629412"/>
                    <a:pt x="1806128" y="657352"/>
                    <a:pt x="1883217" y="748157"/>
                  </a:cubicBezTo>
                  <a:cubicBezTo>
                    <a:pt x="1943669" y="819404"/>
                    <a:pt x="1960433" y="847344"/>
                    <a:pt x="2023425" y="982599"/>
                  </a:cubicBezTo>
                  <a:cubicBezTo>
                    <a:pt x="2084893" y="1114679"/>
                    <a:pt x="2117024" y="1173353"/>
                    <a:pt x="2159315" y="1231646"/>
                  </a:cubicBezTo>
                  <a:cubicBezTo>
                    <a:pt x="2308667" y="1437005"/>
                    <a:pt x="2660076" y="1586230"/>
                    <a:pt x="3096321" y="1629410"/>
                  </a:cubicBezTo>
                  <a:cubicBezTo>
                    <a:pt x="3196525" y="1639316"/>
                    <a:pt x="3510469" y="1654556"/>
                    <a:pt x="3615370" y="1654683"/>
                  </a:cubicBezTo>
                  <a:cubicBezTo>
                    <a:pt x="3821873" y="1654810"/>
                    <a:pt x="3966653" y="1669796"/>
                    <a:pt x="4103305" y="1705229"/>
                  </a:cubicBezTo>
                  <a:cubicBezTo>
                    <a:pt x="4173028" y="1723263"/>
                    <a:pt x="4319205" y="1775206"/>
                    <a:pt x="4330762" y="1786001"/>
                  </a:cubicBezTo>
                  <a:cubicBezTo>
                    <a:pt x="4334064" y="1789049"/>
                    <a:pt x="4338890" y="1791462"/>
                    <a:pt x="4341684" y="1791462"/>
                  </a:cubicBezTo>
                  <a:cubicBezTo>
                    <a:pt x="4344478" y="1791462"/>
                    <a:pt x="4346637" y="1745742"/>
                    <a:pt x="4346637" y="1689735"/>
                  </a:cubicBezTo>
                  <a:lnTo>
                    <a:pt x="4346637" y="1688846"/>
                  </a:lnTo>
                  <a:cubicBezTo>
                    <a:pt x="4346637" y="1598168"/>
                    <a:pt x="4345494" y="1586992"/>
                    <a:pt x="4335715" y="1583055"/>
                  </a:cubicBezTo>
                  <a:cubicBezTo>
                    <a:pt x="4295202" y="1566545"/>
                    <a:pt x="4189157" y="1533144"/>
                    <a:pt x="4128959" y="1518031"/>
                  </a:cubicBezTo>
                  <a:cubicBezTo>
                    <a:pt x="3982528" y="1481328"/>
                    <a:pt x="3875975" y="1470660"/>
                    <a:pt x="3600257" y="1464945"/>
                  </a:cubicBezTo>
                  <a:cubicBezTo>
                    <a:pt x="3224973" y="1457325"/>
                    <a:pt x="3007421" y="1437894"/>
                    <a:pt x="2832161" y="1396365"/>
                  </a:cubicBezTo>
                  <a:cubicBezTo>
                    <a:pt x="2629977" y="1348486"/>
                    <a:pt x="2427793" y="1250696"/>
                    <a:pt x="2345751" y="1160780"/>
                  </a:cubicBezTo>
                  <a:cubicBezTo>
                    <a:pt x="2289109" y="1098804"/>
                    <a:pt x="2280092" y="1082548"/>
                    <a:pt x="2147250" y="804164"/>
                  </a:cubicBezTo>
                  <a:cubicBezTo>
                    <a:pt x="2097847" y="700659"/>
                    <a:pt x="1982912" y="564769"/>
                    <a:pt x="1895282" y="506476"/>
                  </a:cubicBezTo>
                  <a:cubicBezTo>
                    <a:pt x="1825178" y="459867"/>
                    <a:pt x="1751518" y="433578"/>
                    <a:pt x="1572575" y="391795"/>
                  </a:cubicBezTo>
                  <a:cubicBezTo>
                    <a:pt x="1493073" y="373126"/>
                    <a:pt x="1367343" y="324993"/>
                    <a:pt x="1289491" y="283083"/>
                  </a:cubicBezTo>
                  <a:cubicBezTo>
                    <a:pt x="1182430" y="225679"/>
                    <a:pt x="1101658" y="160782"/>
                    <a:pt x="992692" y="44704"/>
                  </a:cubicBezTo>
                  <a:lnTo>
                    <a:pt x="950782" y="127"/>
                  </a:lnTo>
                  <a:close/>
                  <a:moveTo>
                    <a:pt x="2179000" y="1549527"/>
                  </a:moveTo>
                  <a:cubicBezTo>
                    <a:pt x="2178365" y="1549527"/>
                    <a:pt x="2177857" y="1549527"/>
                    <a:pt x="2177222" y="1549527"/>
                  </a:cubicBezTo>
                  <a:cubicBezTo>
                    <a:pt x="2166300" y="1549781"/>
                    <a:pt x="2154870" y="1552702"/>
                    <a:pt x="2142551" y="1557909"/>
                  </a:cubicBezTo>
                  <a:cubicBezTo>
                    <a:pt x="2115500" y="1569212"/>
                    <a:pt x="2096069" y="1600581"/>
                    <a:pt x="2095942" y="1632712"/>
                  </a:cubicBezTo>
                  <a:cubicBezTo>
                    <a:pt x="2095942" y="1659509"/>
                    <a:pt x="2128581" y="1712976"/>
                    <a:pt x="2198558" y="1800860"/>
                  </a:cubicBezTo>
                  <a:cubicBezTo>
                    <a:pt x="2293935" y="1920494"/>
                    <a:pt x="2343465" y="1963928"/>
                    <a:pt x="2393630" y="1963928"/>
                  </a:cubicBezTo>
                  <a:cubicBezTo>
                    <a:pt x="2403536" y="1963928"/>
                    <a:pt x="2413315" y="1962277"/>
                    <a:pt x="2423602" y="1959102"/>
                  </a:cubicBezTo>
                  <a:cubicBezTo>
                    <a:pt x="2450780" y="1950847"/>
                    <a:pt x="2480244" y="1919732"/>
                    <a:pt x="2485070" y="1894332"/>
                  </a:cubicBezTo>
                  <a:cubicBezTo>
                    <a:pt x="2492817" y="1853057"/>
                    <a:pt x="2484308" y="1838960"/>
                    <a:pt x="2400996" y="1755140"/>
                  </a:cubicBezTo>
                  <a:cubicBezTo>
                    <a:pt x="2357181" y="1711071"/>
                    <a:pt x="2303841" y="1652905"/>
                    <a:pt x="2282505" y="1625981"/>
                  </a:cubicBezTo>
                  <a:cubicBezTo>
                    <a:pt x="2240087" y="1572387"/>
                    <a:pt x="2211131" y="1549527"/>
                    <a:pt x="2178873" y="1549527"/>
                  </a:cubicBezTo>
                  <a:close/>
                  <a:moveTo>
                    <a:pt x="2650678" y="1950212"/>
                  </a:moveTo>
                  <a:cubicBezTo>
                    <a:pt x="2620198" y="1950212"/>
                    <a:pt x="2600513" y="1959864"/>
                    <a:pt x="2581590" y="1981581"/>
                  </a:cubicBezTo>
                  <a:cubicBezTo>
                    <a:pt x="2566604" y="1998726"/>
                    <a:pt x="2562413" y="2009267"/>
                    <a:pt x="2562413" y="2029714"/>
                  </a:cubicBezTo>
                  <a:cubicBezTo>
                    <a:pt x="2562413" y="2061083"/>
                    <a:pt x="2579812" y="2092325"/>
                    <a:pt x="2604069" y="2104517"/>
                  </a:cubicBezTo>
                  <a:cubicBezTo>
                    <a:pt x="2627310" y="2116201"/>
                    <a:pt x="2717734" y="2136648"/>
                    <a:pt x="2801808" y="2149348"/>
                  </a:cubicBezTo>
                  <a:cubicBezTo>
                    <a:pt x="2839400" y="2154936"/>
                    <a:pt x="2886009" y="2163572"/>
                    <a:pt x="2905313" y="2168398"/>
                  </a:cubicBezTo>
                  <a:cubicBezTo>
                    <a:pt x="2926903" y="2173859"/>
                    <a:pt x="2944810" y="2176526"/>
                    <a:pt x="2960177" y="2176526"/>
                  </a:cubicBezTo>
                  <a:cubicBezTo>
                    <a:pt x="2975544" y="2176526"/>
                    <a:pt x="2988625" y="2173859"/>
                    <a:pt x="3000817" y="2168398"/>
                  </a:cubicBezTo>
                  <a:cubicBezTo>
                    <a:pt x="3032313" y="2154428"/>
                    <a:pt x="3048950" y="2131187"/>
                    <a:pt x="3052252" y="2096516"/>
                  </a:cubicBezTo>
                  <a:cubicBezTo>
                    <a:pt x="3059872" y="2017141"/>
                    <a:pt x="2990911" y="1981200"/>
                    <a:pt x="2808031" y="1969135"/>
                  </a:cubicBezTo>
                  <a:cubicBezTo>
                    <a:pt x="2773868" y="1966849"/>
                    <a:pt x="2724338" y="1960880"/>
                    <a:pt x="2698049" y="1955673"/>
                  </a:cubicBezTo>
                  <a:cubicBezTo>
                    <a:pt x="2682936" y="1952752"/>
                    <a:pt x="2669855" y="1950974"/>
                    <a:pt x="2658298" y="1950466"/>
                  </a:cubicBezTo>
                  <a:cubicBezTo>
                    <a:pt x="2655758" y="1950339"/>
                    <a:pt x="2653218" y="1950339"/>
                    <a:pt x="2650805" y="1950339"/>
                  </a:cubicBezTo>
                  <a:close/>
                  <a:moveTo>
                    <a:pt x="3590224" y="2001012"/>
                  </a:moveTo>
                  <a:cubicBezTo>
                    <a:pt x="3590098" y="2001012"/>
                    <a:pt x="3589970" y="2001012"/>
                    <a:pt x="3589843" y="2001012"/>
                  </a:cubicBezTo>
                  <a:cubicBezTo>
                    <a:pt x="3547680" y="2001139"/>
                    <a:pt x="3341305" y="2039366"/>
                    <a:pt x="3311332" y="2052574"/>
                  </a:cubicBezTo>
                  <a:cubicBezTo>
                    <a:pt x="3242880" y="2082800"/>
                    <a:pt x="3234117" y="2175891"/>
                    <a:pt x="3296728" y="2209546"/>
                  </a:cubicBezTo>
                  <a:cubicBezTo>
                    <a:pt x="3310062" y="2216658"/>
                    <a:pt x="3325430" y="2220468"/>
                    <a:pt x="3339273" y="2220468"/>
                  </a:cubicBezTo>
                  <a:cubicBezTo>
                    <a:pt x="3349687" y="2220468"/>
                    <a:pt x="3359212" y="2218436"/>
                    <a:pt x="3366450" y="2214118"/>
                  </a:cubicBezTo>
                  <a:cubicBezTo>
                    <a:pt x="3372547" y="2210562"/>
                    <a:pt x="3428173" y="2202307"/>
                    <a:pt x="3490022" y="2195576"/>
                  </a:cubicBezTo>
                  <a:cubicBezTo>
                    <a:pt x="3565332" y="2187448"/>
                    <a:pt x="3611433" y="2179574"/>
                    <a:pt x="3629594" y="2171573"/>
                  </a:cubicBezTo>
                  <a:cubicBezTo>
                    <a:pt x="3717987" y="2132457"/>
                    <a:pt x="3687253" y="2001139"/>
                    <a:pt x="3590098" y="2001139"/>
                  </a:cubicBezTo>
                  <a:close/>
                  <a:moveTo>
                    <a:pt x="283905" y="127"/>
                  </a:moveTo>
                  <a:lnTo>
                    <a:pt x="296351" y="20320"/>
                  </a:lnTo>
                  <a:cubicBezTo>
                    <a:pt x="303209" y="31496"/>
                    <a:pt x="323275" y="65786"/>
                    <a:pt x="340928" y="96520"/>
                  </a:cubicBezTo>
                  <a:cubicBezTo>
                    <a:pt x="389188" y="180467"/>
                    <a:pt x="414842" y="212090"/>
                    <a:pt x="517585" y="314325"/>
                  </a:cubicBezTo>
                  <a:cubicBezTo>
                    <a:pt x="622614" y="418719"/>
                    <a:pt x="678494" y="465201"/>
                    <a:pt x="801176" y="550164"/>
                  </a:cubicBezTo>
                  <a:cubicBezTo>
                    <a:pt x="962720" y="662051"/>
                    <a:pt x="981263" y="669798"/>
                    <a:pt x="1242756" y="734441"/>
                  </a:cubicBezTo>
                  <a:cubicBezTo>
                    <a:pt x="1464625" y="789305"/>
                    <a:pt x="1510980" y="808101"/>
                    <a:pt x="1600642" y="878967"/>
                  </a:cubicBezTo>
                  <a:cubicBezTo>
                    <a:pt x="1697670" y="955675"/>
                    <a:pt x="1752915" y="1033399"/>
                    <a:pt x="1849562" y="1228471"/>
                  </a:cubicBezTo>
                  <a:cubicBezTo>
                    <a:pt x="1928175" y="1387221"/>
                    <a:pt x="2011995" y="1503426"/>
                    <a:pt x="2141408" y="1632966"/>
                  </a:cubicBezTo>
                  <a:cubicBezTo>
                    <a:pt x="2251263" y="1742948"/>
                    <a:pt x="2352609" y="1808353"/>
                    <a:pt x="2482022" y="1852803"/>
                  </a:cubicBezTo>
                  <a:cubicBezTo>
                    <a:pt x="2608514" y="1896237"/>
                    <a:pt x="2721544" y="1913128"/>
                    <a:pt x="2947096" y="1922018"/>
                  </a:cubicBezTo>
                  <a:cubicBezTo>
                    <a:pt x="3120959" y="1928876"/>
                    <a:pt x="3248722" y="1938147"/>
                    <a:pt x="3329620" y="1949831"/>
                  </a:cubicBezTo>
                  <a:cubicBezTo>
                    <a:pt x="3363783" y="1954784"/>
                    <a:pt x="3428173" y="1961642"/>
                    <a:pt x="3472623" y="1965325"/>
                  </a:cubicBezTo>
                  <a:cubicBezTo>
                    <a:pt x="3556697" y="1972056"/>
                    <a:pt x="3690174" y="1991741"/>
                    <a:pt x="3839653" y="2019300"/>
                  </a:cubicBezTo>
                  <a:cubicBezTo>
                    <a:pt x="3992180" y="2047367"/>
                    <a:pt x="4048441" y="2065274"/>
                    <a:pt x="4159693" y="2120519"/>
                  </a:cubicBezTo>
                  <a:cubicBezTo>
                    <a:pt x="4229416" y="2155190"/>
                    <a:pt x="4270183" y="2182495"/>
                    <a:pt x="4317046" y="2225929"/>
                  </a:cubicBezTo>
                  <a:lnTo>
                    <a:pt x="4346637" y="2253361"/>
                  </a:lnTo>
                  <a:lnTo>
                    <a:pt x="4346637" y="2009267"/>
                  </a:lnTo>
                  <a:lnTo>
                    <a:pt x="4320221" y="1992503"/>
                  </a:lnTo>
                  <a:cubicBezTo>
                    <a:pt x="4275771" y="1964309"/>
                    <a:pt x="4147120" y="1905000"/>
                    <a:pt x="4086287" y="1884680"/>
                  </a:cubicBezTo>
                  <a:cubicBezTo>
                    <a:pt x="4025835" y="1864487"/>
                    <a:pt x="3903534" y="1837309"/>
                    <a:pt x="3793044" y="1819783"/>
                  </a:cubicBezTo>
                  <a:cubicBezTo>
                    <a:pt x="3757103" y="1814068"/>
                    <a:pt x="3694111" y="1803908"/>
                    <a:pt x="3653089" y="1797304"/>
                  </a:cubicBezTo>
                  <a:cubicBezTo>
                    <a:pt x="3612069" y="1790700"/>
                    <a:pt x="3543488" y="1782318"/>
                    <a:pt x="3500689" y="1778635"/>
                  </a:cubicBezTo>
                  <a:cubicBezTo>
                    <a:pt x="3457891" y="1774952"/>
                    <a:pt x="3390707" y="1767840"/>
                    <a:pt x="3351464" y="1762633"/>
                  </a:cubicBezTo>
                  <a:cubicBezTo>
                    <a:pt x="3250373" y="1749298"/>
                    <a:pt x="3160075" y="1742694"/>
                    <a:pt x="2981386" y="1735709"/>
                  </a:cubicBezTo>
                  <a:cubicBezTo>
                    <a:pt x="2650551" y="1722755"/>
                    <a:pt x="2526472" y="1692148"/>
                    <a:pt x="2371024" y="1585087"/>
                  </a:cubicBezTo>
                  <a:cubicBezTo>
                    <a:pt x="2312604" y="1544955"/>
                    <a:pt x="2210623" y="1439164"/>
                    <a:pt x="2143186" y="1348994"/>
                  </a:cubicBezTo>
                  <a:cubicBezTo>
                    <a:pt x="2079813" y="1264285"/>
                    <a:pt x="2050730" y="1217041"/>
                    <a:pt x="2017583" y="1144524"/>
                  </a:cubicBezTo>
                  <a:cubicBezTo>
                    <a:pt x="1903791" y="895731"/>
                    <a:pt x="1772600" y="744474"/>
                    <a:pt x="1585021" y="645287"/>
                  </a:cubicBezTo>
                  <a:cubicBezTo>
                    <a:pt x="1523045" y="612521"/>
                    <a:pt x="1487358" y="601091"/>
                    <a:pt x="1319972" y="559943"/>
                  </a:cubicBezTo>
                  <a:cubicBezTo>
                    <a:pt x="1102293" y="506476"/>
                    <a:pt x="1094927" y="504444"/>
                    <a:pt x="1052763" y="485394"/>
                  </a:cubicBezTo>
                  <a:cubicBezTo>
                    <a:pt x="1009202" y="465709"/>
                    <a:pt x="928684" y="413004"/>
                    <a:pt x="826195" y="336931"/>
                  </a:cubicBezTo>
                  <a:cubicBezTo>
                    <a:pt x="746312" y="278003"/>
                    <a:pt x="551113" y="86995"/>
                    <a:pt x="515045" y="32766"/>
                  </a:cubicBezTo>
                  <a:lnTo>
                    <a:pt x="493201" y="127"/>
                  </a:lnTo>
                  <a:lnTo>
                    <a:pt x="388553" y="127"/>
                  </a:lnTo>
                  <a:lnTo>
                    <a:pt x="283905" y="127"/>
                  </a:lnTo>
                  <a:close/>
                  <a:moveTo>
                    <a:pt x="3744403" y="2096897"/>
                  </a:moveTo>
                  <a:cubicBezTo>
                    <a:pt x="3738687" y="2096897"/>
                    <a:pt x="3733100" y="2097024"/>
                    <a:pt x="3727638" y="2097151"/>
                  </a:cubicBezTo>
                  <a:cubicBezTo>
                    <a:pt x="3693603" y="2098421"/>
                    <a:pt x="3664393" y="2103374"/>
                    <a:pt x="3646739" y="2112010"/>
                  </a:cubicBezTo>
                  <a:cubicBezTo>
                    <a:pt x="3598606" y="2135632"/>
                    <a:pt x="3580318" y="2188972"/>
                    <a:pt x="3605973" y="2231136"/>
                  </a:cubicBezTo>
                  <a:cubicBezTo>
                    <a:pt x="3624006" y="2260727"/>
                    <a:pt x="3644454" y="2269109"/>
                    <a:pt x="3701731" y="2269109"/>
                  </a:cubicBezTo>
                  <a:cubicBezTo>
                    <a:pt x="3704270" y="2269109"/>
                    <a:pt x="3706811" y="2269109"/>
                    <a:pt x="3709478" y="2269109"/>
                  </a:cubicBezTo>
                  <a:cubicBezTo>
                    <a:pt x="3711001" y="2269109"/>
                    <a:pt x="3712653" y="2269109"/>
                    <a:pt x="3714176" y="2269109"/>
                  </a:cubicBezTo>
                  <a:cubicBezTo>
                    <a:pt x="3771454" y="2269109"/>
                    <a:pt x="3827587" y="2281682"/>
                    <a:pt x="3918901" y="2314956"/>
                  </a:cubicBezTo>
                  <a:cubicBezTo>
                    <a:pt x="3950143" y="2326386"/>
                    <a:pt x="3969574" y="2331720"/>
                    <a:pt x="3985830" y="2331720"/>
                  </a:cubicBezTo>
                  <a:cubicBezTo>
                    <a:pt x="3998784" y="2331720"/>
                    <a:pt x="4009579" y="2328291"/>
                    <a:pt x="4022787" y="2321687"/>
                  </a:cubicBezTo>
                  <a:cubicBezTo>
                    <a:pt x="4091113" y="2287397"/>
                    <a:pt x="4088319" y="2188210"/>
                    <a:pt x="4018088" y="2153158"/>
                  </a:cubicBezTo>
                  <a:cubicBezTo>
                    <a:pt x="3989767" y="2139061"/>
                    <a:pt x="3914964" y="2119122"/>
                    <a:pt x="3837367" y="2105152"/>
                  </a:cubicBezTo>
                  <a:cubicBezTo>
                    <a:pt x="3806379" y="2099564"/>
                    <a:pt x="3773993" y="2096897"/>
                    <a:pt x="3744275" y="2096897"/>
                  </a:cubicBezTo>
                  <a:close/>
                  <a:moveTo>
                    <a:pt x="4234369" y="2295779"/>
                  </a:moveTo>
                  <a:cubicBezTo>
                    <a:pt x="4229543" y="2295779"/>
                    <a:pt x="4224463" y="2296033"/>
                    <a:pt x="4218494" y="2296541"/>
                  </a:cubicBezTo>
                  <a:cubicBezTo>
                    <a:pt x="4111941" y="2305431"/>
                    <a:pt x="4100511" y="2448941"/>
                    <a:pt x="4204778" y="2468499"/>
                  </a:cubicBezTo>
                  <a:cubicBezTo>
                    <a:pt x="4221923" y="2471674"/>
                    <a:pt x="4256340" y="2488057"/>
                    <a:pt x="4289995" y="2508885"/>
                  </a:cubicBezTo>
                  <a:lnTo>
                    <a:pt x="4346383" y="2543937"/>
                  </a:lnTo>
                  <a:lnTo>
                    <a:pt x="4346383" y="2338197"/>
                  </a:lnTo>
                  <a:lnTo>
                    <a:pt x="4299647" y="2315972"/>
                  </a:lnTo>
                  <a:cubicBezTo>
                    <a:pt x="4269167" y="2301494"/>
                    <a:pt x="4255578" y="2296414"/>
                    <a:pt x="4238052" y="2295906"/>
                  </a:cubicBezTo>
                  <a:cubicBezTo>
                    <a:pt x="4236909" y="2295906"/>
                    <a:pt x="4235639" y="2295906"/>
                    <a:pt x="4234369" y="2295906"/>
                  </a:cubicBezTo>
                  <a:close/>
                </a:path>
              </a:pathLst>
            </a:custGeom>
            <a:solidFill>
              <a:srgbClr val="FD6F96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4364376" y="6149092"/>
            <a:ext cx="3990165" cy="4204449"/>
          </a:xfrm>
          <a:custGeom>
            <a:avLst/>
            <a:gdLst/>
            <a:ahLst/>
            <a:cxnLst/>
            <a:rect r="r" b="b" t="t" l="l"/>
            <a:pathLst>
              <a:path h="4204449" w="3990165">
                <a:moveTo>
                  <a:pt x="0" y="0"/>
                </a:moveTo>
                <a:lnTo>
                  <a:pt x="3990166" y="0"/>
                </a:lnTo>
                <a:lnTo>
                  <a:pt x="3990166" y="4204450"/>
                </a:lnTo>
                <a:lnTo>
                  <a:pt x="0" y="42044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7075484" y="1034710"/>
            <a:ext cx="3575780" cy="6352737"/>
            <a:chOff x="0" y="0"/>
            <a:chExt cx="4767707" cy="84703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67707" cy="8470265"/>
            </a:xfrm>
            <a:custGeom>
              <a:avLst/>
              <a:gdLst/>
              <a:ahLst/>
              <a:cxnLst/>
              <a:rect r="r" b="b" t="t" l="l"/>
              <a:pathLst>
                <a:path h="8470265" w="4767707">
                  <a:moveTo>
                    <a:pt x="0" y="0"/>
                  </a:moveTo>
                  <a:lnTo>
                    <a:pt x="4767707" y="0"/>
                  </a:lnTo>
                  <a:lnTo>
                    <a:pt x="4767707" y="8470265"/>
                  </a:lnTo>
                  <a:lnTo>
                    <a:pt x="0" y="8470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0" r="0" b="-129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769513" y="1027909"/>
            <a:ext cx="3518487" cy="6352737"/>
            <a:chOff x="0" y="0"/>
            <a:chExt cx="4691316" cy="84703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91253" cy="8470265"/>
            </a:xfrm>
            <a:custGeom>
              <a:avLst/>
              <a:gdLst/>
              <a:ahLst/>
              <a:cxnLst/>
              <a:rect r="r" b="b" t="t" l="l"/>
              <a:pathLst>
                <a:path h="8470265" w="4691253">
                  <a:moveTo>
                    <a:pt x="0" y="0"/>
                  </a:moveTo>
                  <a:lnTo>
                    <a:pt x="4691253" y="0"/>
                  </a:lnTo>
                  <a:lnTo>
                    <a:pt x="4691253" y="8470265"/>
                  </a:lnTo>
                  <a:lnTo>
                    <a:pt x="0" y="8470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0" r="-1629" b="-129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651265" y="1027909"/>
            <a:ext cx="4118229" cy="6216301"/>
            <a:chOff x="0" y="0"/>
            <a:chExt cx="5490972" cy="82884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90972" cy="8288401"/>
            </a:xfrm>
            <a:custGeom>
              <a:avLst/>
              <a:gdLst/>
              <a:ahLst/>
              <a:cxnLst/>
              <a:rect r="r" b="b" t="t" l="l"/>
              <a:pathLst>
                <a:path h="8288401" w="5490972">
                  <a:moveTo>
                    <a:pt x="0" y="0"/>
                  </a:moveTo>
                  <a:lnTo>
                    <a:pt x="5490972" y="0"/>
                  </a:lnTo>
                  <a:lnTo>
                    <a:pt x="5490972" y="8288401"/>
                  </a:lnTo>
                  <a:lnTo>
                    <a:pt x="0" y="8288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8887" r="0" b="-892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689160" y="7244248"/>
            <a:ext cx="5749957" cy="3042752"/>
            <a:chOff x="0" y="0"/>
            <a:chExt cx="7666609" cy="405700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66609" cy="4057015"/>
            </a:xfrm>
            <a:custGeom>
              <a:avLst/>
              <a:gdLst/>
              <a:ahLst/>
              <a:cxnLst/>
              <a:rect r="r" b="b" t="t" l="l"/>
              <a:pathLst>
                <a:path h="4057015" w="7666609">
                  <a:moveTo>
                    <a:pt x="0" y="0"/>
                  </a:moveTo>
                  <a:lnTo>
                    <a:pt x="7666609" y="0"/>
                  </a:lnTo>
                  <a:lnTo>
                    <a:pt x="7666609" y="4057015"/>
                  </a:lnTo>
                  <a:lnTo>
                    <a:pt x="0" y="4057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26" r="0" b="-4160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791645" y="1027909"/>
            <a:ext cx="3574618" cy="6362243"/>
            <a:chOff x="0" y="0"/>
            <a:chExt cx="4766158" cy="84829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66183" cy="8482965"/>
            </a:xfrm>
            <a:custGeom>
              <a:avLst/>
              <a:gdLst/>
              <a:ahLst/>
              <a:cxnLst/>
              <a:rect r="r" b="b" t="t" l="l"/>
              <a:pathLst>
                <a:path h="8482965" w="4766183">
                  <a:moveTo>
                    <a:pt x="0" y="0"/>
                  </a:moveTo>
                  <a:lnTo>
                    <a:pt x="4766183" y="0"/>
                  </a:lnTo>
                  <a:lnTo>
                    <a:pt x="4766183" y="8482965"/>
                  </a:lnTo>
                  <a:lnTo>
                    <a:pt x="0" y="8482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32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15856" y="1034710"/>
            <a:ext cx="3575780" cy="6352737"/>
            <a:chOff x="0" y="0"/>
            <a:chExt cx="4767707" cy="84703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67707" cy="8470265"/>
            </a:xfrm>
            <a:custGeom>
              <a:avLst/>
              <a:gdLst/>
              <a:ahLst/>
              <a:cxnLst/>
              <a:rect r="r" b="b" t="t" l="l"/>
              <a:pathLst>
                <a:path h="8470265" w="4767707">
                  <a:moveTo>
                    <a:pt x="0" y="0"/>
                  </a:moveTo>
                  <a:lnTo>
                    <a:pt x="4767707" y="0"/>
                  </a:lnTo>
                  <a:lnTo>
                    <a:pt x="4767707" y="8470265"/>
                  </a:lnTo>
                  <a:lnTo>
                    <a:pt x="0" y="8470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-63503" y="6472933"/>
            <a:ext cx="3918642" cy="3877561"/>
            <a:chOff x="0" y="0"/>
            <a:chExt cx="3918649" cy="38775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0" y="63500"/>
              <a:ext cx="3791588" cy="3750564"/>
            </a:xfrm>
            <a:custGeom>
              <a:avLst/>
              <a:gdLst/>
              <a:ahLst/>
              <a:cxnLst/>
              <a:rect r="r" b="b" t="t" l="l"/>
              <a:pathLst>
                <a:path h="3750564" w="3791588">
                  <a:moveTo>
                    <a:pt x="0" y="0"/>
                  </a:moveTo>
                  <a:lnTo>
                    <a:pt x="0" y="3750564"/>
                  </a:lnTo>
                  <a:lnTo>
                    <a:pt x="3791588" y="3750564"/>
                  </a:lnTo>
                  <a:lnTo>
                    <a:pt x="379158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63500" y="771271"/>
              <a:ext cx="2621917" cy="3042793"/>
            </a:xfrm>
            <a:custGeom>
              <a:avLst/>
              <a:gdLst/>
              <a:ahLst/>
              <a:cxnLst/>
              <a:rect r="r" b="b" t="t" l="l"/>
              <a:pathLst>
                <a:path h="3042793" w="2621917">
                  <a:moveTo>
                    <a:pt x="0" y="0"/>
                  </a:moveTo>
                  <a:lnTo>
                    <a:pt x="0" y="3042793"/>
                  </a:lnTo>
                  <a:lnTo>
                    <a:pt x="2621917" y="3042793"/>
                  </a:lnTo>
                  <a:lnTo>
                    <a:pt x="262191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467359" y="1801368"/>
              <a:ext cx="1060832" cy="920115"/>
            </a:xfrm>
            <a:custGeom>
              <a:avLst/>
              <a:gdLst/>
              <a:ahLst/>
              <a:cxnLst/>
              <a:rect r="r" b="b" t="t" l="l"/>
              <a:pathLst>
                <a:path h="920115" w="1060832">
                  <a:moveTo>
                    <a:pt x="0" y="920115"/>
                  </a:moveTo>
                  <a:lnTo>
                    <a:pt x="1060832" y="920115"/>
                  </a:lnTo>
                  <a:lnTo>
                    <a:pt x="10608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-63503" y="-63503"/>
            <a:ext cx="6478133" cy="3558464"/>
            <a:chOff x="0" y="0"/>
            <a:chExt cx="6478143" cy="35584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63500" y="63500"/>
              <a:ext cx="3868551" cy="2852418"/>
            </a:xfrm>
            <a:custGeom>
              <a:avLst/>
              <a:gdLst/>
              <a:ahLst/>
              <a:cxnLst/>
              <a:rect r="r" b="b" t="t" l="l"/>
              <a:pathLst>
                <a:path h="2852418" w="3868551">
                  <a:moveTo>
                    <a:pt x="0" y="0"/>
                  </a:moveTo>
                  <a:lnTo>
                    <a:pt x="0" y="2852418"/>
                  </a:lnTo>
                  <a:lnTo>
                    <a:pt x="3868551" y="2852418"/>
                  </a:lnTo>
                  <a:lnTo>
                    <a:pt x="386855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63500" y="63500"/>
              <a:ext cx="3449324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49324">
                  <a:moveTo>
                    <a:pt x="0" y="0"/>
                  </a:moveTo>
                  <a:lnTo>
                    <a:pt x="0" y="3431410"/>
                  </a:lnTo>
                  <a:lnTo>
                    <a:pt x="3449324" y="3431410"/>
                  </a:lnTo>
                  <a:lnTo>
                    <a:pt x="344932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741933" y="63500"/>
              <a:ext cx="3672717" cy="1267713"/>
            </a:xfrm>
            <a:custGeom>
              <a:avLst/>
              <a:gdLst/>
              <a:ahLst/>
              <a:cxnLst/>
              <a:rect r="r" b="b" t="t" l="l"/>
              <a:pathLst>
                <a:path h="1267713" w="3672717">
                  <a:moveTo>
                    <a:pt x="0" y="0"/>
                  </a:moveTo>
                  <a:lnTo>
                    <a:pt x="0" y="1267713"/>
                  </a:lnTo>
                  <a:lnTo>
                    <a:pt x="3672716" y="1267713"/>
                  </a:lnTo>
                  <a:lnTo>
                    <a:pt x="367271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863237" y="-63503"/>
            <a:ext cx="4488256" cy="3558464"/>
            <a:chOff x="0" y="0"/>
            <a:chExt cx="4488256" cy="35584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63500" y="63500"/>
              <a:ext cx="4361304" cy="2549904"/>
            </a:xfrm>
            <a:custGeom>
              <a:avLst/>
              <a:gdLst/>
              <a:ahLst/>
              <a:cxnLst/>
              <a:rect r="r" b="b" t="t" l="l"/>
              <a:pathLst>
                <a:path h="2549904" w="4361304">
                  <a:moveTo>
                    <a:pt x="0" y="0"/>
                  </a:moveTo>
                  <a:lnTo>
                    <a:pt x="0" y="2549904"/>
                  </a:lnTo>
                  <a:lnTo>
                    <a:pt x="4361304" y="2549904"/>
                  </a:lnTo>
                  <a:lnTo>
                    <a:pt x="436130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987043" y="63500"/>
              <a:ext cx="3437761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37761">
                  <a:moveTo>
                    <a:pt x="0" y="0"/>
                  </a:moveTo>
                  <a:lnTo>
                    <a:pt x="0" y="3431410"/>
                  </a:lnTo>
                  <a:lnTo>
                    <a:pt x="3437761" y="3431410"/>
                  </a:lnTo>
                  <a:lnTo>
                    <a:pt x="343776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355870" y="6149092"/>
            <a:ext cx="3995623" cy="4201401"/>
            <a:chOff x="0" y="0"/>
            <a:chExt cx="3995623" cy="420140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2476244" y="63500"/>
              <a:ext cx="1455927" cy="2358134"/>
            </a:xfrm>
            <a:custGeom>
              <a:avLst/>
              <a:gdLst/>
              <a:ahLst/>
              <a:cxnLst/>
              <a:rect r="r" b="b" t="t" l="l"/>
              <a:pathLst>
                <a:path h="2358134" w="1455927">
                  <a:moveTo>
                    <a:pt x="0" y="0"/>
                  </a:moveTo>
                  <a:lnTo>
                    <a:pt x="0" y="2358134"/>
                  </a:lnTo>
                  <a:lnTo>
                    <a:pt x="1455927" y="2358134"/>
                  </a:lnTo>
                  <a:lnTo>
                    <a:pt x="145592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63500" y="276352"/>
              <a:ext cx="3868671" cy="3861559"/>
            </a:xfrm>
            <a:custGeom>
              <a:avLst/>
              <a:gdLst/>
              <a:ahLst/>
              <a:cxnLst/>
              <a:rect r="r" b="b" t="t" l="l"/>
              <a:pathLst>
                <a:path h="3861559" w="3868671">
                  <a:moveTo>
                    <a:pt x="0" y="0"/>
                  </a:moveTo>
                  <a:lnTo>
                    <a:pt x="0" y="3861559"/>
                  </a:lnTo>
                  <a:lnTo>
                    <a:pt x="3868671" y="3861559"/>
                  </a:lnTo>
                  <a:lnTo>
                    <a:pt x="386867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974597" y="2798697"/>
              <a:ext cx="2477387" cy="1234566"/>
            </a:xfrm>
            <a:custGeom>
              <a:avLst/>
              <a:gdLst/>
              <a:ahLst/>
              <a:cxnLst/>
              <a:rect r="r" b="b" t="t" l="l"/>
              <a:pathLst>
                <a:path h="1234566" w="2477387">
                  <a:moveTo>
                    <a:pt x="0" y="1234566"/>
                  </a:moveTo>
                  <a:lnTo>
                    <a:pt x="2477388" y="1234566"/>
                  </a:lnTo>
                  <a:lnTo>
                    <a:pt x="24773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000500"/>
            <a:ext cx="18288000" cy="18288000"/>
            <a:chOff x="0" y="0"/>
            <a:chExt cx="24384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6551" y="6474628"/>
            <a:ext cx="3913041" cy="3878923"/>
          </a:xfrm>
          <a:custGeom>
            <a:avLst/>
            <a:gdLst/>
            <a:ahLst/>
            <a:cxnLst/>
            <a:rect r="r" b="b" t="t" l="l"/>
            <a:pathLst>
              <a:path h="3878923" w="3913041">
                <a:moveTo>
                  <a:pt x="0" y="0"/>
                </a:moveTo>
                <a:lnTo>
                  <a:pt x="3913041" y="0"/>
                </a:lnTo>
                <a:lnTo>
                  <a:pt x="3913041" y="3878923"/>
                </a:lnTo>
                <a:lnTo>
                  <a:pt x="0" y="387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53397" y="-66551"/>
            <a:ext cx="6454502" cy="3267466"/>
            <a:chOff x="0" y="0"/>
            <a:chExt cx="6454496" cy="32674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66065" y="66548"/>
              <a:ext cx="3202811" cy="3137408"/>
            </a:xfrm>
            <a:custGeom>
              <a:avLst/>
              <a:gdLst/>
              <a:ahLst/>
              <a:cxnLst/>
              <a:rect r="r" b="b" t="t" l="l"/>
              <a:pathLst>
                <a:path h="3137408" w="3202811">
                  <a:moveTo>
                    <a:pt x="0" y="0"/>
                  </a:moveTo>
                  <a:lnTo>
                    <a:pt x="0" y="3137408"/>
                  </a:lnTo>
                  <a:cubicBezTo>
                    <a:pt x="0" y="3137408"/>
                    <a:pt x="979931" y="3010154"/>
                    <a:pt x="890523" y="2384425"/>
                  </a:cubicBezTo>
                  <a:cubicBezTo>
                    <a:pt x="889888" y="2378202"/>
                    <a:pt x="888491" y="2371344"/>
                    <a:pt x="887729" y="2365121"/>
                  </a:cubicBezTo>
                  <a:cubicBezTo>
                    <a:pt x="861567" y="2158746"/>
                    <a:pt x="911097" y="1957959"/>
                    <a:pt x="1015618" y="1791589"/>
                  </a:cubicBezTo>
                  <a:cubicBezTo>
                    <a:pt x="1193672" y="1508887"/>
                    <a:pt x="1129029" y="1136269"/>
                    <a:pt x="871854" y="923036"/>
                  </a:cubicBezTo>
                  <a:lnTo>
                    <a:pt x="583945" y="683641"/>
                  </a:lnTo>
                  <a:cubicBezTo>
                    <a:pt x="495934" y="610108"/>
                    <a:pt x="475233" y="484886"/>
                    <a:pt x="532383" y="385191"/>
                  </a:cubicBezTo>
                  <a:cubicBezTo>
                    <a:pt x="533018" y="384556"/>
                    <a:pt x="533018" y="383794"/>
                    <a:pt x="533780" y="383159"/>
                  </a:cubicBezTo>
                  <a:cubicBezTo>
                    <a:pt x="624712" y="221742"/>
                    <a:pt x="791082" y="174117"/>
                    <a:pt x="955928" y="174117"/>
                  </a:cubicBezTo>
                  <a:cubicBezTo>
                    <a:pt x="1193545" y="174117"/>
                    <a:pt x="1427733" y="273177"/>
                    <a:pt x="1427733" y="273177"/>
                  </a:cubicBezTo>
                  <a:cubicBezTo>
                    <a:pt x="1427733" y="273177"/>
                    <a:pt x="1779776" y="416306"/>
                    <a:pt x="2202178" y="416306"/>
                  </a:cubicBezTo>
                  <a:cubicBezTo>
                    <a:pt x="2538347" y="416306"/>
                    <a:pt x="2919219" y="325628"/>
                    <a:pt x="3202810" y="0"/>
                  </a:cubicBezTo>
                  <a:close/>
                </a:path>
              </a:pathLst>
            </a:custGeom>
            <a:solidFill>
              <a:srgbClr val="C8EBEC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627" y="66294"/>
              <a:ext cx="4087806" cy="2835148"/>
            </a:xfrm>
            <a:custGeom>
              <a:avLst/>
              <a:gdLst/>
              <a:ahLst/>
              <a:cxnLst/>
              <a:rect r="r" b="b" t="t" l="l"/>
              <a:pathLst>
                <a:path h="2835148" w="4087806">
                  <a:moveTo>
                    <a:pt x="3077716" y="254"/>
                  </a:moveTo>
                  <a:lnTo>
                    <a:pt x="3064762" y="35941"/>
                  </a:lnTo>
                  <a:cubicBezTo>
                    <a:pt x="3040123" y="104140"/>
                    <a:pt x="2975735" y="189357"/>
                    <a:pt x="2925316" y="220599"/>
                  </a:cubicBezTo>
                  <a:cubicBezTo>
                    <a:pt x="2886708" y="244475"/>
                    <a:pt x="2829685" y="265303"/>
                    <a:pt x="2740277" y="287782"/>
                  </a:cubicBezTo>
                  <a:cubicBezTo>
                    <a:pt x="2611372" y="320294"/>
                    <a:pt x="2584575" y="326390"/>
                    <a:pt x="2380486" y="326390"/>
                  </a:cubicBezTo>
                  <a:cubicBezTo>
                    <a:pt x="2336417" y="326390"/>
                    <a:pt x="2284093" y="326136"/>
                    <a:pt x="2220720" y="325755"/>
                  </a:cubicBezTo>
                  <a:cubicBezTo>
                    <a:pt x="2184906" y="325501"/>
                    <a:pt x="2150743" y="325501"/>
                    <a:pt x="2118358" y="325501"/>
                  </a:cubicBezTo>
                  <a:cubicBezTo>
                    <a:pt x="1964561" y="325501"/>
                    <a:pt x="1853437" y="327787"/>
                    <a:pt x="1814956" y="331851"/>
                  </a:cubicBezTo>
                  <a:cubicBezTo>
                    <a:pt x="1566798" y="358013"/>
                    <a:pt x="1335785" y="450469"/>
                    <a:pt x="1193418" y="580517"/>
                  </a:cubicBezTo>
                  <a:cubicBezTo>
                    <a:pt x="1081277" y="683006"/>
                    <a:pt x="993393" y="851281"/>
                    <a:pt x="901572" y="1139190"/>
                  </a:cubicBezTo>
                  <a:cubicBezTo>
                    <a:pt x="826261" y="1375410"/>
                    <a:pt x="722248" y="1572641"/>
                    <a:pt x="584454" y="1740535"/>
                  </a:cubicBezTo>
                  <a:cubicBezTo>
                    <a:pt x="466217" y="1884680"/>
                    <a:pt x="373507" y="1972183"/>
                    <a:pt x="262001" y="2044700"/>
                  </a:cubicBezTo>
                  <a:cubicBezTo>
                    <a:pt x="201295" y="2084197"/>
                    <a:pt x="85852" y="2144649"/>
                    <a:pt x="33782" y="2163953"/>
                  </a:cubicBezTo>
                  <a:lnTo>
                    <a:pt x="0" y="2176526"/>
                  </a:lnTo>
                  <a:lnTo>
                    <a:pt x="0" y="2296541"/>
                  </a:lnTo>
                  <a:cubicBezTo>
                    <a:pt x="0" y="2381123"/>
                    <a:pt x="2413" y="2416556"/>
                    <a:pt x="8001" y="2416556"/>
                  </a:cubicBezTo>
                  <a:cubicBezTo>
                    <a:pt x="29337" y="2416556"/>
                    <a:pt x="154686" y="2368042"/>
                    <a:pt x="228346" y="2331212"/>
                  </a:cubicBezTo>
                  <a:cubicBezTo>
                    <a:pt x="427990" y="2231517"/>
                    <a:pt x="566166" y="2120519"/>
                    <a:pt x="730377" y="1927987"/>
                  </a:cubicBezTo>
                  <a:cubicBezTo>
                    <a:pt x="911097" y="1716024"/>
                    <a:pt x="1034668" y="1488567"/>
                    <a:pt x="1128394" y="1195578"/>
                  </a:cubicBezTo>
                  <a:cubicBezTo>
                    <a:pt x="1175511" y="1048385"/>
                    <a:pt x="1237360" y="900938"/>
                    <a:pt x="1277873" y="839978"/>
                  </a:cubicBezTo>
                  <a:cubicBezTo>
                    <a:pt x="1315084" y="783844"/>
                    <a:pt x="1378965" y="721360"/>
                    <a:pt x="1429003" y="692150"/>
                  </a:cubicBezTo>
                  <a:cubicBezTo>
                    <a:pt x="1487169" y="658114"/>
                    <a:pt x="1599310" y="611378"/>
                    <a:pt x="1663572" y="594360"/>
                  </a:cubicBezTo>
                  <a:cubicBezTo>
                    <a:pt x="1781555" y="563118"/>
                    <a:pt x="1841753" y="559181"/>
                    <a:pt x="2209798" y="559054"/>
                  </a:cubicBezTo>
                  <a:cubicBezTo>
                    <a:pt x="2589401" y="558927"/>
                    <a:pt x="2620770" y="556514"/>
                    <a:pt x="2785616" y="516636"/>
                  </a:cubicBezTo>
                  <a:cubicBezTo>
                    <a:pt x="2965702" y="473075"/>
                    <a:pt x="3054729" y="429006"/>
                    <a:pt x="3136262" y="343281"/>
                  </a:cubicBezTo>
                  <a:cubicBezTo>
                    <a:pt x="3222622" y="252349"/>
                    <a:pt x="3272025" y="167767"/>
                    <a:pt x="3301997" y="59690"/>
                  </a:cubicBezTo>
                  <a:cubicBezTo>
                    <a:pt x="3309237" y="33528"/>
                    <a:pt x="3315332" y="8382"/>
                    <a:pt x="3316221" y="254"/>
                  </a:cubicBezTo>
                  <a:close/>
                  <a:moveTo>
                    <a:pt x="3866131" y="254"/>
                  </a:moveTo>
                  <a:lnTo>
                    <a:pt x="3860924" y="19812"/>
                  </a:lnTo>
                  <a:cubicBezTo>
                    <a:pt x="3842001" y="90551"/>
                    <a:pt x="3794122" y="230632"/>
                    <a:pt x="3777612" y="263525"/>
                  </a:cubicBezTo>
                  <a:cubicBezTo>
                    <a:pt x="3707635" y="402717"/>
                    <a:pt x="3618100" y="482600"/>
                    <a:pt x="3409439" y="591693"/>
                  </a:cubicBezTo>
                  <a:cubicBezTo>
                    <a:pt x="3328921" y="633857"/>
                    <a:pt x="3154677" y="704850"/>
                    <a:pt x="3064254" y="732282"/>
                  </a:cubicBezTo>
                  <a:cubicBezTo>
                    <a:pt x="2981958" y="757301"/>
                    <a:pt x="2811905" y="785241"/>
                    <a:pt x="2687064" y="794258"/>
                  </a:cubicBezTo>
                  <a:cubicBezTo>
                    <a:pt x="2577209" y="802259"/>
                    <a:pt x="2390138" y="822833"/>
                    <a:pt x="2267202" y="840613"/>
                  </a:cubicBezTo>
                  <a:cubicBezTo>
                    <a:pt x="2005836" y="878332"/>
                    <a:pt x="1814574" y="957326"/>
                    <a:pt x="1674367" y="1085342"/>
                  </a:cubicBezTo>
                  <a:cubicBezTo>
                    <a:pt x="1604644" y="1149096"/>
                    <a:pt x="1556384" y="1232662"/>
                    <a:pt x="1460753" y="1456055"/>
                  </a:cubicBezTo>
                  <a:cubicBezTo>
                    <a:pt x="1314703" y="1797050"/>
                    <a:pt x="1244980" y="1904873"/>
                    <a:pt x="1022857" y="2133092"/>
                  </a:cubicBezTo>
                  <a:cubicBezTo>
                    <a:pt x="818260" y="2343404"/>
                    <a:pt x="524764" y="2535555"/>
                    <a:pt x="334645" y="2583815"/>
                  </a:cubicBezTo>
                  <a:cubicBezTo>
                    <a:pt x="296672" y="2593467"/>
                    <a:pt x="259461" y="2601341"/>
                    <a:pt x="252222" y="2601341"/>
                  </a:cubicBezTo>
                  <a:cubicBezTo>
                    <a:pt x="239776" y="2601341"/>
                    <a:pt x="238887" y="2608707"/>
                    <a:pt x="238887" y="2718816"/>
                  </a:cubicBezTo>
                  <a:cubicBezTo>
                    <a:pt x="238887" y="2810002"/>
                    <a:pt x="233807" y="2835148"/>
                    <a:pt x="263779" y="2835148"/>
                  </a:cubicBezTo>
                  <a:cubicBezTo>
                    <a:pt x="278638" y="2835148"/>
                    <a:pt x="302260" y="2828925"/>
                    <a:pt x="339598" y="2821432"/>
                  </a:cubicBezTo>
                  <a:cubicBezTo>
                    <a:pt x="642366" y="2760726"/>
                    <a:pt x="1042034" y="2486279"/>
                    <a:pt x="1331848" y="2140077"/>
                  </a:cubicBezTo>
                  <a:cubicBezTo>
                    <a:pt x="1480946" y="1962023"/>
                    <a:pt x="1540636" y="1859026"/>
                    <a:pt x="1674367" y="1548511"/>
                  </a:cubicBezTo>
                  <a:cubicBezTo>
                    <a:pt x="1772283" y="1321308"/>
                    <a:pt x="1796414" y="1281176"/>
                    <a:pt x="1868677" y="1226185"/>
                  </a:cubicBezTo>
                  <a:cubicBezTo>
                    <a:pt x="1959227" y="1157351"/>
                    <a:pt x="2108071" y="1099947"/>
                    <a:pt x="2252978" y="1078103"/>
                  </a:cubicBezTo>
                  <a:cubicBezTo>
                    <a:pt x="2381248" y="1058799"/>
                    <a:pt x="2533775" y="1041273"/>
                    <a:pt x="2658616" y="1031748"/>
                  </a:cubicBezTo>
                  <a:cubicBezTo>
                    <a:pt x="2846957" y="1017397"/>
                    <a:pt x="3043426" y="985012"/>
                    <a:pt x="3146168" y="951357"/>
                  </a:cubicBezTo>
                  <a:cubicBezTo>
                    <a:pt x="3413884" y="863600"/>
                    <a:pt x="3685156" y="722503"/>
                    <a:pt x="3807711" y="607314"/>
                  </a:cubicBezTo>
                  <a:cubicBezTo>
                    <a:pt x="3942712" y="480314"/>
                    <a:pt x="4028183" y="317119"/>
                    <a:pt x="4071743" y="102616"/>
                  </a:cubicBezTo>
                  <a:cubicBezTo>
                    <a:pt x="4084062" y="41783"/>
                    <a:pt x="4092953" y="13208"/>
                    <a:pt x="4084443" y="0"/>
                  </a:cubicBezTo>
                  <a:close/>
                </a:path>
              </a:pathLst>
            </a:custGeom>
            <a:solidFill>
              <a:srgbClr val="8FCF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743492" y="66421"/>
              <a:ext cx="3647474" cy="1267841"/>
            </a:xfrm>
            <a:custGeom>
              <a:avLst/>
              <a:gdLst/>
              <a:ahLst/>
              <a:cxnLst/>
              <a:rect r="r" b="b" t="t" l="l"/>
              <a:pathLst>
                <a:path h="1267841" w="3647474">
                  <a:moveTo>
                    <a:pt x="3305259" y="127"/>
                  </a:moveTo>
                  <a:cubicBezTo>
                    <a:pt x="3291924" y="15240"/>
                    <a:pt x="3274779" y="34544"/>
                    <a:pt x="3257761" y="53086"/>
                  </a:cubicBezTo>
                  <a:cubicBezTo>
                    <a:pt x="3177878" y="140843"/>
                    <a:pt x="3167845" y="155956"/>
                    <a:pt x="3172671" y="181356"/>
                  </a:cubicBezTo>
                  <a:cubicBezTo>
                    <a:pt x="3174830" y="193040"/>
                    <a:pt x="3184863" y="209677"/>
                    <a:pt x="3194769" y="218313"/>
                  </a:cubicBezTo>
                  <a:cubicBezTo>
                    <a:pt x="3206834" y="228981"/>
                    <a:pt x="3219534" y="234315"/>
                    <a:pt x="3233377" y="234315"/>
                  </a:cubicBezTo>
                  <a:cubicBezTo>
                    <a:pt x="3251411" y="234315"/>
                    <a:pt x="3271350" y="225171"/>
                    <a:pt x="3294591" y="206883"/>
                  </a:cubicBezTo>
                  <a:cubicBezTo>
                    <a:pt x="3330405" y="178562"/>
                    <a:pt x="3431370" y="71120"/>
                    <a:pt x="3453087" y="38100"/>
                  </a:cubicBezTo>
                  <a:cubicBezTo>
                    <a:pt x="3461215" y="25781"/>
                    <a:pt x="3465406" y="12700"/>
                    <a:pt x="3465660" y="0"/>
                  </a:cubicBezTo>
                  <a:close/>
                  <a:moveTo>
                    <a:pt x="259674" y="28448"/>
                  </a:moveTo>
                  <a:cubicBezTo>
                    <a:pt x="257261" y="28448"/>
                    <a:pt x="254976" y="28575"/>
                    <a:pt x="252563" y="28829"/>
                  </a:cubicBezTo>
                  <a:cubicBezTo>
                    <a:pt x="236179" y="30607"/>
                    <a:pt x="220304" y="38354"/>
                    <a:pt x="208748" y="52832"/>
                  </a:cubicBezTo>
                  <a:cubicBezTo>
                    <a:pt x="189317" y="77089"/>
                    <a:pt x="195540" y="155829"/>
                    <a:pt x="220813" y="206248"/>
                  </a:cubicBezTo>
                  <a:cubicBezTo>
                    <a:pt x="244054" y="252730"/>
                    <a:pt x="257897" y="268224"/>
                    <a:pt x="313014" y="310261"/>
                  </a:cubicBezTo>
                  <a:cubicBezTo>
                    <a:pt x="336255" y="327914"/>
                    <a:pt x="371689" y="357759"/>
                    <a:pt x="391882" y="376428"/>
                  </a:cubicBezTo>
                  <a:cubicBezTo>
                    <a:pt x="421980" y="404368"/>
                    <a:pt x="432522" y="410210"/>
                    <a:pt x="454238" y="410210"/>
                  </a:cubicBezTo>
                  <a:cubicBezTo>
                    <a:pt x="454619" y="410210"/>
                    <a:pt x="454873" y="410210"/>
                    <a:pt x="455254" y="410210"/>
                  </a:cubicBezTo>
                  <a:cubicBezTo>
                    <a:pt x="495259" y="409829"/>
                    <a:pt x="520786" y="383921"/>
                    <a:pt x="520786" y="343662"/>
                  </a:cubicBezTo>
                  <a:cubicBezTo>
                    <a:pt x="520786" y="305435"/>
                    <a:pt x="491703" y="270510"/>
                    <a:pt x="408264" y="208407"/>
                  </a:cubicBezTo>
                  <a:cubicBezTo>
                    <a:pt x="358480" y="171323"/>
                    <a:pt x="330541" y="135890"/>
                    <a:pt x="330541" y="109855"/>
                  </a:cubicBezTo>
                  <a:cubicBezTo>
                    <a:pt x="330541" y="100584"/>
                    <a:pt x="325842" y="81915"/>
                    <a:pt x="320254" y="68453"/>
                  </a:cubicBezTo>
                  <a:cubicBezTo>
                    <a:pt x="309458" y="42545"/>
                    <a:pt x="284694" y="28702"/>
                    <a:pt x="259674" y="28702"/>
                  </a:cubicBezTo>
                  <a:close/>
                  <a:moveTo>
                    <a:pt x="70826" y="187071"/>
                  </a:moveTo>
                  <a:cubicBezTo>
                    <a:pt x="46442" y="187071"/>
                    <a:pt x="20788" y="199136"/>
                    <a:pt x="9612" y="220726"/>
                  </a:cubicBezTo>
                  <a:cubicBezTo>
                    <a:pt x="-11597" y="261747"/>
                    <a:pt x="214" y="299212"/>
                    <a:pt x="66000" y="400177"/>
                  </a:cubicBezTo>
                  <a:cubicBezTo>
                    <a:pt x="109307" y="466598"/>
                    <a:pt x="154392" y="518541"/>
                    <a:pt x="186142" y="538480"/>
                  </a:cubicBezTo>
                  <a:cubicBezTo>
                    <a:pt x="196175" y="544830"/>
                    <a:pt x="207097" y="547624"/>
                    <a:pt x="217892" y="547624"/>
                  </a:cubicBezTo>
                  <a:cubicBezTo>
                    <a:pt x="260818" y="547624"/>
                    <a:pt x="301711" y="503555"/>
                    <a:pt x="279741" y="463931"/>
                  </a:cubicBezTo>
                  <a:cubicBezTo>
                    <a:pt x="274788" y="455041"/>
                    <a:pt x="250530" y="421132"/>
                    <a:pt x="226020" y="388747"/>
                  </a:cubicBezTo>
                  <a:cubicBezTo>
                    <a:pt x="201509" y="356362"/>
                    <a:pt x="168616" y="304292"/>
                    <a:pt x="152995" y="273177"/>
                  </a:cubicBezTo>
                  <a:cubicBezTo>
                    <a:pt x="137374" y="242062"/>
                    <a:pt x="119975" y="211201"/>
                    <a:pt x="114260" y="204724"/>
                  </a:cubicBezTo>
                  <a:cubicBezTo>
                    <a:pt x="104481" y="193675"/>
                    <a:pt x="90003" y="187960"/>
                    <a:pt x="74763" y="187198"/>
                  </a:cubicBezTo>
                  <a:cubicBezTo>
                    <a:pt x="73493" y="187071"/>
                    <a:pt x="72223" y="187071"/>
                    <a:pt x="70953" y="187071"/>
                  </a:cubicBezTo>
                  <a:close/>
                  <a:moveTo>
                    <a:pt x="3035892" y="295148"/>
                  </a:moveTo>
                  <a:cubicBezTo>
                    <a:pt x="3012016" y="295148"/>
                    <a:pt x="2986616" y="311912"/>
                    <a:pt x="2940008" y="354203"/>
                  </a:cubicBezTo>
                  <a:cubicBezTo>
                    <a:pt x="2882858" y="406146"/>
                    <a:pt x="2806403" y="464058"/>
                    <a:pt x="2759286" y="491109"/>
                  </a:cubicBezTo>
                  <a:cubicBezTo>
                    <a:pt x="2717884" y="514858"/>
                    <a:pt x="2704803" y="532765"/>
                    <a:pt x="2704803" y="565658"/>
                  </a:cubicBezTo>
                  <a:cubicBezTo>
                    <a:pt x="2704803" y="590804"/>
                    <a:pt x="2722203" y="614680"/>
                    <a:pt x="2747095" y="623697"/>
                  </a:cubicBezTo>
                  <a:cubicBezTo>
                    <a:pt x="2753572" y="626110"/>
                    <a:pt x="2759414" y="627380"/>
                    <a:pt x="2765764" y="627380"/>
                  </a:cubicBezTo>
                  <a:cubicBezTo>
                    <a:pt x="2780496" y="627380"/>
                    <a:pt x="2798022" y="620141"/>
                    <a:pt x="2833201" y="601980"/>
                  </a:cubicBezTo>
                  <a:cubicBezTo>
                    <a:pt x="2931626" y="551053"/>
                    <a:pt x="3086184" y="425577"/>
                    <a:pt x="3099266" y="385953"/>
                  </a:cubicBezTo>
                  <a:cubicBezTo>
                    <a:pt x="3110696" y="351409"/>
                    <a:pt x="3094059" y="314579"/>
                    <a:pt x="3060911" y="300736"/>
                  </a:cubicBezTo>
                  <a:cubicBezTo>
                    <a:pt x="3052403" y="297180"/>
                    <a:pt x="3044528" y="295275"/>
                    <a:pt x="3036528" y="295148"/>
                  </a:cubicBezTo>
                  <a:cubicBezTo>
                    <a:pt x="3036273" y="295148"/>
                    <a:pt x="3036147" y="295148"/>
                    <a:pt x="3035892" y="295148"/>
                  </a:cubicBezTo>
                  <a:close/>
                  <a:moveTo>
                    <a:pt x="715731" y="463804"/>
                  </a:moveTo>
                  <a:cubicBezTo>
                    <a:pt x="679663" y="463804"/>
                    <a:pt x="654517" y="488569"/>
                    <a:pt x="654517" y="524383"/>
                  </a:cubicBezTo>
                  <a:cubicBezTo>
                    <a:pt x="654517" y="560451"/>
                    <a:pt x="678012" y="584327"/>
                    <a:pt x="780629" y="652653"/>
                  </a:cubicBezTo>
                  <a:cubicBezTo>
                    <a:pt x="835746" y="689356"/>
                    <a:pt x="871179" y="707136"/>
                    <a:pt x="896325" y="707136"/>
                  </a:cubicBezTo>
                  <a:cubicBezTo>
                    <a:pt x="916645" y="707136"/>
                    <a:pt x="930234" y="695579"/>
                    <a:pt x="942172" y="673100"/>
                  </a:cubicBezTo>
                  <a:cubicBezTo>
                    <a:pt x="966683" y="627126"/>
                    <a:pt x="944712" y="597027"/>
                    <a:pt x="834095" y="524256"/>
                  </a:cubicBezTo>
                  <a:cubicBezTo>
                    <a:pt x="761705" y="476631"/>
                    <a:pt x="737067" y="463931"/>
                    <a:pt x="716493" y="463677"/>
                  </a:cubicBezTo>
                  <a:cubicBezTo>
                    <a:pt x="716239" y="463677"/>
                    <a:pt x="715858" y="463677"/>
                    <a:pt x="715604" y="463677"/>
                  </a:cubicBezTo>
                  <a:close/>
                  <a:moveTo>
                    <a:pt x="3583262" y="142494"/>
                  </a:moveTo>
                  <a:cubicBezTo>
                    <a:pt x="3555449" y="142494"/>
                    <a:pt x="3550877" y="146177"/>
                    <a:pt x="3448261" y="250317"/>
                  </a:cubicBezTo>
                  <a:cubicBezTo>
                    <a:pt x="3343740" y="356362"/>
                    <a:pt x="3198833" y="477901"/>
                    <a:pt x="3076659" y="561975"/>
                  </a:cubicBezTo>
                  <a:cubicBezTo>
                    <a:pt x="3043004" y="585089"/>
                    <a:pt x="3010620" y="612394"/>
                    <a:pt x="3004396" y="622681"/>
                  </a:cubicBezTo>
                  <a:cubicBezTo>
                    <a:pt x="2980266" y="663321"/>
                    <a:pt x="3000078" y="714121"/>
                    <a:pt x="3044783" y="726059"/>
                  </a:cubicBezTo>
                  <a:cubicBezTo>
                    <a:pt x="3051514" y="727837"/>
                    <a:pt x="3060149" y="728726"/>
                    <a:pt x="3068277" y="728726"/>
                  </a:cubicBezTo>
                  <a:cubicBezTo>
                    <a:pt x="3074882" y="728726"/>
                    <a:pt x="3081232" y="728091"/>
                    <a:pt x="3085930" y="726821"/>
                  </a:cubicBezTo>
                  <a:cubicBezTo>
                    <a:pt x="3113108" y="719201"/>
                    <a:pt x="3224614" y="642493"/>
                    <a:pt x="3291289" y="585470"/>
                  </a:cubicBezTo>
                  <a:cubicBezTo>
                    <a:pt x="3323166" y="558292"/>
                    <a:pt x="3376760" y="512191"/>
                    <a:pt x="3410669" y="483235"/>
                  </a:cubicBezTo>
                  <a:cubicBezTo>
                    <a:pt x="3468581" y="433578"/>
                    <a:pt x="3608789" y="283718"/>
                    <a:pt x="3636094" y="242443"/>
                  </a:cubicBezTo>
                  <a:cubicBezTo>
                    <a:pt x="3665050" y="198501"/>
                    <a:pt x="3635586" y="142494"/>
                    <a:pt x="3583389" y="142494"/>
                  </a:cubicBezTo>
                  <a:close/>
                  <a:moveTo>
                    <a:pt x="389595" y="565404"/>
                  </a:moveTo>
                  <a:cubicBezTo>
                    <a:pt x="354035" y="565404"/>
                    <a:pt x="323428" y="596900"/>
                    <a:pt x="323428" y="633476"/>
                  </a:cubicBezTo>
                  <a:cubicBezTo>
                    <a:pt x="323428" y="657225"/>
                    <a:pt x="328508" y="665226"/>
                    <a:pt x="368386" y="703326"/>
                  </a:cubicBezTo>
                  <a:cubicBezTo>
                    <a:pt x="393151" y="726948"/>
                    <a:pt x="433156" y="759587"/>
                    <a:pt x="457286" y="775716"/>
                  </a:cubicBezTo>
                  <a:cubicBezTo>
                    <a:pt x="487131" y="795655"/>
                    <a:pt x="510626" y="805434"/>
                    <a:pt x="530692" y="805434"/>
                  </a:cubicBezTo>
                  <a:cubicBezTo>
                    <a:pt x="546313" y="805434"/>
                    <a:pt x="559775" y="799465"/>
                    <a:pt x="572475" y="787781"/>
                  </a:cubicBezTo>
                  <a:cubicBezTo>
                    <a:pt x="586445" y="774827"/>
                    <a:pt x="591017" y="763778"/>
                    <a:pt x="590890" y="743712"/>
                  </a:cubicBezTo>
                  <a:cubicBezTo>
                    <a:pt x="590636" y="712724"/>
                    <a:pt x="585048" y="704469"/>
                    <a:pt x="541741" y="671195"/>
                  </a:cubicBezTo>
                  <a:cubicBezTo>
                    <a:pt x="524342" y="657733"/>
                    <a:pt x="488528" y="628523"/>
                    <a:pt x="462366" y="606171"/>
                  </a:cubicBezTo>
                  <a:cubicBezTo>
                    <a:pt x="423758" y="573278"/>
                    <a:pt x="409916" y="565531"/>
                    <a:pt x="389595" y="565531"/>
                  </a:cubicBezTo>
                  <a:close/>
                  <a:moveTo>
                    <a:pt x="2542752" y="640334"/>
                  </a:moveTo>
                  <a:cubicBezTo>
                    <a:pt x="2542498" y="640334"/>
                    <a:pt x="2542117" y="640334"/>
                    <a:pt x="2541863" y="640334"/>
                  </a:cubicBezTo>
                  <a:cubicBezTo>
                    <a:pt x="2521161" y="640588"/>
                    <a:pt x="2491063" y="649478"/>
                    <a:pt x="2439755" y="667004"/>
                  </a:cubicBezTo>
                  <a:cubicBezTo>
                    <a:pt x="2265765" y="726567"/>
                    <a:pt x="2232745" y="747395"/>
                    <a:pt x="2232745" y="797052"/>
                  </a:cubicBezTo>
                  <a:cubicBezTo>
                    <a:pt x="2232745" y="819531"/>
                    <a:pt x="2236936" y="828421"/>
                    <a:pt x="2254461" y="843153"/>
                  </a:cubicBezTo>
                  <a:cubicBezTo>
                    <a:pt x="2268178" y="854710"/>
                    <a:pt x="2279608" y="860425"/>
                    <a:pt x="2294340" y="860425"/>
                  </a:cubicBezTo>
                  <a:cubicBezTo>
                    <a:pt x="2308564" y="860425"/>
                    <a:pt x="2325836" y="855091"/>
                    <a:pt x="2350982" y="844550"/>
                  </a:cubicBezTo>
                  <a:cubicBezTo>
                    <a:pt x="2373207" y="835279"/>
                    <a:pt x="2429214" y="815848"/>
                    <a:pt x="2475696" y="801370"/>
                  </a:cubicBezTo>
                  <a:cubicBezTo>
                    <a:pt x="2541863" y="780796"/>
                    <a:pt x="2565104" y="770128"/>
                    <a:pt x="2583138" y="752094"/>
                  </a:cubicBezTo>
                  <a:cubicBezTo>
                    <a:pt x="2611840" y="723392"/>
                    <a:pt x="2613491" y="695071"/>
                    <a:pt x="2588345" y="665226"/>
                  </a:cubicBezTo>
                  <a:cubicBezTo>
                    <a:pt x="2574374" y="648716"/>
                    <a:pt x="2563072" y="640334"/>
                    <a:pt x="2542879" y="640334"/>
                  </a:cubicBezTo>
                  <a:close/>
                  <a:moveTo>
                    <a:pt x="1189949" y="709549"/>
                  </a:moveTo>
                  <a:cubicBezTo>
                    <a:pt x="1182075" y="709549"/>
                    <a:pt x="1175725" y="711962"/>
                    <a:pt x="1166200" y="716026"/>
                  </a:cubicBezTo>
                  <a:cubicBezTo>
                    <a:pt x="1120607" y="735076"/>
                    <a:pt x="1108288" y="792861"/>
                    <a:pt x="1143086" y="824357"/>
                  </a:cubicBezTo>
                  <a:cubicBezTo>
                    <a:pt x="1155786" y="835787"/>
                    <a:pt x="1278849" y="887349"/>
                    <a:pt x="1362669" y="916178"/>
                  </a:cubicBezTo>
                  <a:cubicBezTo>
                    <a:pt x="1379559" y="922020"/>
                    <a:pt x="1395562" y="924687"/>
                    <a:pt x="1410039" y="924687"/>
                  </a:cubicBezTo>
                  <a:cubicBezTo>
                    <a:pt x="1452458" y="924687"/>
                    <a:pt x="1482049" y="901319"/>
                    <a:pt x="1482049" y="862203"/>
                  </a:cubicBezTo>
                  <a:cubicBezTo>
                    <a:pt x="1482049" y="821563"/>
                    <a:pt x="1460839" y="802132"/>
                    <a:pt x="1391497" y="779526"/>
                  </a:cubicBezTo>
                  <a:cubicBezTo>
                    <a:pt x="1360128" y="769239"/>
                    <a:pt x="1302344" y="748284"/>
                    <a:pt x="1263228" y="732917"/>
                  </a:cubicBezTo>
                  <a:cubicBezTo>
                    <a:pt x="1228557" y="719328"/>
                    <a:pt x="1210650" y="712343"/>
                    <a:pt x="1198204" y="710184"/>
                  </a:cubicBezTo>
                  <a:cubicBezTo>
                    <a:pt x="1195156" y="709676"/>
                    <a:pt x="1192489" y="709422"/>
                    <a:pt x="1189949" y="709422"/>
                  </a:cubicBezTo>
                  <a:close/>
                  <a:moveTo>
                    <a:pt x="1955504" y="800862"/>
                  </a:moveTo>
                  <a:cubicBezTo>
                    <a:pt x="1927691" y="800862"/>
                    <a:pt x="1893655" y="801243"/>
                    <a:pt x="1851999" y="801878"/>
                  </a:cubicBezTo>
                  <a:lnTo>
                    <a:pt x="1658578" y="804672"/>
                  </a:lnTo>
                  <a:lnTo>
                    <a:pt x="1639147" y="826008"/>
                  </a:lnTo>
                  <a:cubicBezTo>
                    <a:pt x="1628480" y="837692"/>
                    <a:pt x="1619716" y="853821"/>
                    <a:pt x="1619716" y="861695"/>
                  </a:cubicBezTo>
                  <a:cubicBezTo>
                    <a:pt x="1619716" y="873760"/>
                    <a:pt x="1637751" y="917321"/>
                    <a:pt x="1642831" y="917702"/>
                  </a:cubicBezTo>
                  <a:cubicBezTo>
                    <a:pt x="1643720" y="917702"/>
                    <a:pt x="1657055" y="922401"/>
                    <a:pt x="1672549" y="927989"/>
                  </a:cubicBezTo>
                  <a:cubicBezTo>
                    <a:pt x="1693884" y="935736"/>
                    <a:pt x="1740366" y="938276"/>
                    <a:pt x="1865207" y="938403"/>
                  </a:cubicBezTo>
                  <a:cubicBezTo>
                    <a:pt x="1873589" y="938403"/>
                    <a:pt x="1881590" y="938403"/>
                    <a:pt x="1889083" y="938403"/>
                  </a:cubicBezTo>
                  <a:cubicBezTo>
                    <a:pt x="2008209" y="938403"/>
                    <a:pt x="2034625" y="936244"/>
                    <a:pt x="2054437" y="926846"/>
                  </a:cubicBezTo>
                  <a:cubicBezTo>
                    <a:pt x="2087457" y="911225"/>
                    <a:pt x="2102570" y="876808"/>
                    <a:pt x="2091394" y="842772"/>
                  </a:cubicBezTo>
                  <a:cubicBezTo>
                    <a:pt x="2080853" y="810768"/>
                    <a:pt x="2073106" y="801878"/>
                    <a:pt x="1978618" y="800862"/>
                  </a:cubicBezTo>
                  <a:cubicBezTo>
                    <a:pt x="1971379" y="800735"/>
                    <a:pt x="1963632" y="800735"/>
                    <a:pt x="1955377" y="800735"/>
                  </a:cubicBezTo>
                  <a:close/>
                  <a:moveTo>
                    <a:pt x="2724742" y="785622"/>
                  </a:moveTo>
                  <a:cubicBezTo>
                    <a:pt x="2696676" y="785622"/>
                    <a:pt x="2650956" y="806323"/>
                    <a:pt x="2583011" y="849757"/>
                  </a:cubicBezTo>
                  <a:cubicBezTo>
                    <a:pt x="2562691" y="862711"/>
                    <a:pt x="2522305" y="885190"/>
                    <a:pt x="2493349" y="899541"/>
                  </a:cubicBezTo>
                  <a:cubicBezTo>
                    <a:pt x="2464393" y="913892"/>
                    <a:pt x="2435056" y="932688"/>
                    <a:pt x="2428325" y="940943"/>
                  </a:cubicBezTo>
                  <a:cubicBezTo>
                    <a:pt x="2403687" y="971677"/>
                    <a:pt x="2417911" y="1029843"/>
                    <a:pt x="2453598" y="1044194"/>
                  </a:cubicBezTo>
                  <a:cubicBezTo>
                    <a:pt x="2461853" y="1047496"/>
                    <a:pt x="2475188" y="1050417"/>
                    <a:pt x="2482935" y="1050671"/>
                  </a:cubicBezTo>
                  <a:cubicBezTo>
                    <a:pt x="2483062" y="1050671"/>
                    <a:pt x="2483189" y="1050671"/>
                    <a:pt x="2483316" y="1050671"/>
                  </a:cubicBezTo>
                  <a:cubicBezTo>
                    <a:pt x="2503255" y="1050671"/>
                    <a:pt x="2588472" y="1009269"/>
                    <a:pt x="2648797" y="970153"/>
                  </a:cubicBezTo>
                  <a:cubicBezTo>
                    <a:pt x="2675848" y="952627"/>
                    <a:pt x="2713439" y="930529"/>
                    <a:pt x="2732489" y="920877"/>
                  </a:cubicBezTo>
                  <a:cubicBezTo>
                    <a:pt x="2751539" y="911225"/>
                    <a:pt x="2771986" y="896239"/>
                    <a:pt x="2778082" y="887603"/>
                  </a:cubicBezTo>
                  <a:cubicBezTo>
                    <a:pt x="2805133" y="848995"/>
                    <a:pt x="2780241" y="793496"/>
                    <a:pt x="2732235" y="785876"/>
                  </a:cubicBezTo>
                  <a:cubicBezTo>
                    <a:pt x="2729822" y="785495"/>
                    <a:pt x="2727409" y="785368"/>
                    <a:pt x="2724742" y="785368"/>
                  </a:cubicBezTo>
                  <a:close/>
                  <a:moveTo>
                    <a:pt x="762340" y="818261"/>
                  </a:moveTo>
                  <a:cubicBezTo>
                    <a:pt x="760181" y="818261"/>
                    <a:pt x="758022" y="818388"/>
                    <a:pt x="755736" y="818515"/>
                  </a:cubicBezTo>
                  <a:cubicBezTo>
                    <a:pt x="738210" y="819912"/>
                    <a:pt x="717255" y="826516"/>
                    <a:pt x="705317" y="836549"/>
                  </a:cubicBezTo>
                  <a:cubicBezTo>
                    <a:pt x="662518" y="872617"/>
                    <a:pt x="673567" y="926211"/>
                    <a:pt x="729193" y="952246"/>
                  </a:cubicBezTo>
                  <a:cubicBezTo>
                    <a:pt x="746338" y="960247"/>
                    <a:pt x="762086" y="966851"/>
                    <a:pt x="764499" y="966851"/>
                  </a:cubicBezTo>
                  <a:cubicBezTo>
                    <a:pt x="766912" y="966851"/>
                    <a:pt x="851621" y="1007872"/>
                    <a:pt x="952967" y="1057910"/>
                  </a:cubicBezTo>
                  <a:cubicBezTo>
                    <a:pt x="1142070" y="1151382"/>
                    <a:pt x="1217127" y="1181354"/>
                    <a:pt x="1287357" y="1191641"/>
                  </a:cubicBezTo>
                  <a:cubicBezTo>
                    <a:pt x="1309455" y="1194816"/>
                    <a:pt x="1348699" y="1197864"/>
                    <a:pt x="1374480" y="1198372"/>
                  </a:cubicBezTo>
                  <a:cubicBezTo>
                    <a:pt x="1378797" y="1198499"/>
                    <a:pt x="1382607" y="1198499"/>
                    <a:pt x="1386290" y="1198499"/>
                  </a:cubicBezTo>
                  <a:cubicBezTo>
                    <a:pt x="1417151" y="1198499"/>
                    <a:pt x="1426295" y="1195197"/>
                    <a:pt x="1442678" y="1181481"/>
                  </a:cubicBezTo>
                  <a:cubicBezTo>
                    <a:pt x="1468205" y="1160018"/>
                    <a:pt x="1476460" y="1129411"/>
                    <a:pt x="1463633" y="1103249"/>
                  </a:cubicBezTo>
                  <a:cubicBezTo>
                    <a:pt x="1446996" y="1069340"/>
                    <a:pt x="1423374" y="1058291"/>
                    <a:pt x="1344762" y="1048004"/>
                  </a:cubicBezTo>
                  <a:cubicBezTo>
                    <a:pt x="1246337" y="1035050"/>
                    <a:pt x="1149817" y="998728"/>
                    <a:pt x="933028" y="893064"/>
                  </a:cubicBezTo>
                  <a:cubicBezTo>
                    <a:pt x="882609" y="868553"/>
                    <a:pt x="829650" y="844677"/>
                    <a:pt x="815172" y="840105"/>
                  </a:cubicBezTo>
                  <a:cubicBezTo>
                    <a:pt x="800694" y="835533"/>
                    <a:pt x="786978" y="828802"/>
                    <a:pt x="784819" y="825246"/>
                  </a:cubicBezTo>
                  <a:cubicBezTo>
                    <a:pt x="782660" y="821817"/>
                    <a:pt x="777961" y="819658"/>
                    <a:pt x="771865" y="818642"/>
                  </a:cubicBezTo>
                  <a:cubicBezTo>
                    <a:pt x="769071" y="818134"/>
                    <a:pt x="765896" y="818007"/>
                    <a:pt x="762594" y="818007"/>
                  </a:cubicBezTo>
                  <a:close/>
                  <a:moveTo>
                    <a:pt x="2199725" y="1051433"/>
                  </a:moveTo>
                  <a:cubicBezTo>
                    <a:pt x="2185882" y="1051433"/>
                    <a:pt x="2131272" y="1065403"/>
                    <a:pt x="2078440" y="1082421"/>
                  </a:cubicBezTo>
                  <a:cubicBezTo>
                    <a:pt x="1972903" y="1116457"/>
                    <a:pt x="1918420" y="1127633"/>
                    <a:pt x="1828758" y="1127633"/>
                  </a:cubicBezTo>
                  <a:cubicBezTo>
                    <a:pt x="1807041" y="1127633"/>
                    <a:pt x="1783165" y="1126998"/>
                    <a:pt x="1755987" y="1125855"/>
                  </a:cubicBezTo>
                  <a:cubicBezTo>
                    <a:pt x="1728683" y="1124712"/>
                    <a:pt x="1706204" y="1123950"/>
                    <a:pt x="1687662" y="1123950"/>
                  </a:cubicBezTo>
                  <a:cubicBezTo>
                    <a:pt x="1619463" y="1123950"/>
                    <a:pt x="1603969" y="1133475"/>
                    <a:pt x="1587585" y="1165098"/>
                  </a:cubicBezTo>
                  <a:cubicBezTo>
                    <a:pt x="1567520" y="1203960"/>
                    <a:pt x="1583776" y="1244092"/>
                    <a:pt x="1626956" y="1262380"/>
                  </a:cubicBezTo>
                  <a:cubicBezTo>
                    <a:pt x="1635465" y="1265936"/>
                    <a:pt x="1675343" y="1267841"/>
                    <a:pt x="1737700" y="1267841"/>
                  </a:cubicBezTo>
                  <a:cubicBezTo>
                    <a:pt x="1756368" y="1267841"/>
                    <a:pt x="1777069" y="1267714"/>
                    <a:pt x="1799421" y="1267333"/>
                  </a:cubicBezTo>
                  <a:cubicBezTo>
                    <a:pt x="1971760" y="1264666"/>
                    <a:pt x="1987127" y="1261745"/>
                    <a:pt x="2161498" y="1197737"/>
                  </a:cubicBezTo>
                  <a:cubicBezTo>
                    <a:pt x="2227411" y="1173480"/>
                    <a:pt x="2244048" y="1164463"/>
                    <a:pt x="2255097" y="1146810"/>
                  </a:cubicBezTo>
                  <a:cubicBezTo>
                    <a:pt x="2281640" y="1104392"/>
                    <a:pt x="2250906" y="1051433"/>
                    <a:pt x="2199725" y="1051433"/>
                  </a:cubicBezTo>
                  <a:close/>
                </a:path>
              </a:pathLst>
            </a:custGeom>
            <a:solidFill>
              <a:srgbClr val="FFC26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877992" y="-63503"/>
            <a:ext cx="4473512" cy="3555997"/>
            <a:chOff x="0" y="0"/>
            <a:chExt cx="4473512" cy="355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979883" y="63500"/>
              <a:ext cx="3429051" cy="3429000"/>
            </a:xfrm>
            <a:custGeom>
              <a:avLst/>
              <a:gdLst/>
              <a:ahLst/>
              <a:cxnLst/>
              <a:rect r="r" b="b" t="t" l="l"/>
              <a:pathLst>
                <a:path h="3429000" w="3429051">
                  <a:moveTo>
                    <a:pt x="49" y="0"/>
                  </a:moveTo>
                  <a:lnTo>
                    <a:pt x="3429051" y="0"/>
                  </a:lnTo>
                  <a:lnTo>
                    <a:pt x="3429051" y="3429000"/>
                  </a:lnTo>
                  <a:cubicBezTo>
                    <a:pt x="3429051" y="3429000"/>
                    <a:pt x="2451786" y="3302127"/>
                    <a:pt x="2540940" y="2678049"/>
                  </a:cubicBezTo>
                  <a:cubicBezTo>
                    <a:pt x="2541575" y="2671826"/>
                    <a:pt x="2542972" y="2664968"/>
                    <a:pt x="2543734" y="2658872"/>
                  </a:cubicBezTo>
                  <a:cubicBezTo>
                    <a:pt x="2569769" y="2453132"/>
                    <a:pt x="2520366" y="2252853"/>
                    <a:pt x="2416226" y="2086864"/>
                  </a:cubicBezTo>
                  <a:cubicBezTo>
                    <a:pt x="2238552" y="1805051"/>
                    <a:pt x="2303069" y="1433322"/>
                    <a:pt x="2559609" y="1220724"/>
                  </a:cubicBezTo>
                  <a:lnTo>
                    <a:pt x="2847010" y="982091"/>
                  </a:lnTo>
                  <a:cubicBezTo>
                    <a:pt x="2934766" y="908685"/>
                    <a:pt x="2955341" y="783844"/>
                    <a:pt x="2898445" y="684403"/>
                  </a:cubicBezTo>
                  <a:cubicBezTo>
                    <a:pt x="2897810" y="683768"/>
                    <a:pt x="2897810" y="683006"/>
                    <a:pt x="2897047" y="682371"/>
                  </a:cubicBezTo>
                  <a:cubicBezTo>
                    <a:pt x="2675560" y="289433"/>
                    <a:pt x="2005507" y="572643"/>
                    <a:pt x="2005507" y="572643"/>
                  </a:cubicBezTo>
                  <a:cubicBezTo>
                    <a:pt x="2005507" y="572643"/>
                    <a:pt x="850442" y="1042416"/>
                    <a:pt x="216076" y="277749"/>
                  </a:cubicBezTo>
                  <a:cubicBezTo>
                    <a:pt x="-8968" y="6223"/>
                    <a:pt x="49" y="0"/>
                    <a:pt x="49" y="0"/>
                  </a:cubicBezTo>
                  <a:close/>
                </a:path>
              </a:pathLst>
            </a:custGeom>
            <a:solidFill>
              <a:srgbClr val="FFB4C9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67" y="70612"/>
              <a:ext cx="4346638" cy="2543937"/>
            </a:xfrm>
            <a:custGeom>
              <a:avLst/>
              <a:gdLst/>
              <a:ahLst/>
              <a:cxnLst/>
              <a:rect r="r" b="b" t="t" l="l"/>
              <a:pathLst>
                <a:path h="2543937" w="4346638">
                  <a:moveTo>
                    <a:pt x="49082" y="0"/>
                  </a:moveTo>
                  <a:cubicBezTo>
                    <a:pt x="-13529" y="0"/>
                    <a:pt x="-5528" y="5588"/>
                    <a:pt x="14665" y="80899"/>
                  </a:cubicBezTo>
                  <a:cubicBezTo>
                    <a:pt x="43621" y="189230"/>
                    <a:pt x="69656" y="231394"/>
                    <a:pt x="187639" y="362204"/>
                  </a:cubicBezTo>
                  <a:cubicBezTo>
                    <a:pt x="225993" y="404749"/>
                    <a:pt x="251266" y="422910"/>
                    <a:pt x="278317" y="422910"/>
                  </a:cubicBezTo>
                  <a:cubicBezTo>
                    <a:pt x="289239" y="422910"/>
                    <a:pt x="300542" y="419989"/>
                    <a:pt x="312988" y="414401"/>
                  </a:cubicBezTo>
                  <a:cubicBezTo>
                    <a:pt x="347532" y="399034"/>
                    <a:pt x="372297" y="361442"/>
                    <a:pt x="371916" y="324866"/>
                  </a:cubicBezTo>
                  <a:cubicBezTo>
                    <a:pt x="371662" y="295402"/>
                    <a:pt x="349564" y="259842"/>
                    <a:pt x="291906" y="196215"/>
                  </a:cubicBezTo>
                  <a:cubicBezTo>
                    <a:pt x="236026" y="134493"/>
                    <a:pt x="200085" y="77597"/>
                    <a:pt x="185099" y="26670"/>
                  </a:cubicBezTo>
                  <a:lnTo>
                    <a:pt x="177352" y="254"/>
                  </a:lnTo>
                  <a:lnTo>
                    <a:pt x="87944" y="254"/>
                  </a:lnTo>
                  <a:cubicBezTo>
                    <a:pt x="72704" y="254"/>
                    <a:pt x="59877" y="127"/>
                    <a:pt x="49082" y="127"/>
                  </a:cubicBezTo>
                  <a:close/>
                  <a:moveTo>
                    <a:pt x="555558" y="473837"/>
                  </a:moveTo>
                  <a:cubicBezTo>
                    <a:pt x="554669" y="473837"/>
                    <a:pt x="553780" y="473837"/>
                    <a:pt x="552891" y="473837"/>
                  </a:cubicBezTo>
                  <a:cubicBezTo>
                    <a:pt x="522157" y="474726"/>
                    <a:pt x="490788" y="490347"/>
                    <a:pt x="476564" y="516890"/>
                  </a:cubicBezTo>
                  <a:cubicBezTo>
                    <a:pt x="455609" y="555879"/>
                    <a:pt x="465134" y="593217"/>
                    <a:pt x="504631" y="626364"/>
                  </a:cubicBezTo>
                  <a:cubicBezTo>
                    <a:pt x="516188" y="636143"/>
                    <a:pt x="561654" y="676402"/>
                    <a:pt x="605850" y="715899"/>
                  </a:cubicBezTo>
                  <a:cubicBezTo>
                    <a:pt x="737168" y="833501"/>
                    <a:pt x="783523" y="869315"/>
                    <a:pt x="824671" y="869315"/>
                  </a:cubicBezTo>
                  <a:cubicBezTo>
                    <a:pt x="835974" y="869315"/>
                    <a:pt x="846896" y="866648"/>
                    <a:pt x="859088" y="862203"/>
                  </a:cubicBezTo>
                  <a:cubicBezTo>
                    <a:pt x="890965" y="850519"/>
                    <a:pt x="904427" y="837311"/>
                    <a:pt x="916492" y="805815"/>
                  </a:cubicBezTo>
                  <a:cubicBezTo>
                    <a:pt x="924621" y="784479"/>
                    <a:pt x="925255" y="774700"/>
                    <a:pt x="919668" y="753872"/>
                  </a:cubicBezTo>
                  <a:cubicBezTo>
                    <a:pt x="911793" y="724662"/>
                    <a:pt x="917635" y="729869"/>
                    <a:pt x="742756" y="595757"/>
                  </a:cubicBezTo>
                  <a:cubicBezTo>
                    <a:pt x="674684" y="543560"/>
                    <a:pt x="612200" y="495554"/>
                    <a:pt x="603691" y="488950"/>
                  </a:cubicBezTo>
                  <a:cubicBezTo>
                    <a:pt x="590229" y="478536"/>
                    <a:pt x="573084" y="473710"/>
                    <a:pt x="555558" y="473710"/>
                  </a:cubicBezTo>
                  <a:close/>
                  <a:moveTo>
                    <a:pt x="1172398" y="848233"/>
                  </a:moveTo>
                  <a:cubicBezTo>
                    <a:pt x="1107755" y="848233"/>
                    <a:pt x="1090483" y="855980"/>
                    <a:pt x="1072194" y="877697"/>
                  </a:cubicBezTo>
                  <a:cubicBezTo>
                    <a:pt x="1042350" y="913257"/>
                    <a:pt x="1043492" y="956818"/>
                    <a:pt x="1075369" y="988568"/>
                  </a:cubicBezTo>
                  <a:cubicBezTo>
                    <a:pt x="1095181" y="1008380"/>
                    <a:pt x="1098991" y="1009396"/>
                    <a:pt x="1196147" y="1020318"/>
                  </a:cubicBezTo>
                  <a:cubicBezTo>
                    <a:pt x="1230310" y="1024128"/>
                    <a:pt x="1288476" y="1031367"/>
                    <a:pt x="1325433" y="1036193"/>
                  </a:cubicBezTo>
                  <a:cubicBezTo>
                    <a:pt x="1366073" y="1041527"/>
                    <a:pt x="1389949" y="1044321"/>
                    <a:pt x="1406205" y="1044321"/>
                  </a:cubicBezTo>
                  <a:cubicBezTo>
                    <a:pt x="1424493" y="1044321"/>
                    <a:pt x="1433129" y="1040765"/>
                    <a:pt x="1445194" y="1033399"/>
                  </a:cubicBezTo>
                  <a:cubicBezTo>
                    <a:pt x="1508313" y="994918"/>
                    <a:pt x="1502344" y="905637"/>
                    <a:pt x="1434399" y="871855"/>
                  </a:cubicBezTo>
                  <a:cubicBezTo>
                    <a:pt x="1408110" y="858774"/>
                    <a:pt x="1391854" y="856742"/>
                    <a:pt x="1271839" y="851154"/>
                  </a:cubicBezTo>
                  <a:cubicBezTo>
                    <a:pt x="1234120" y="849376"/>
                    <a:pt x="1204402" y="848360"/>
                    <a:pt x="1180653" y="848106"/>
                  </a:cubicBezTo>
                  <a:cubicBezTo>
                    <a:pt x="1177859" y="848106"/>
                    <a:pt x="1175192" y="848106"/>
                    <a:pt x="1172525" y="848106"/>
                  </a:cubicBezTo>
                  <a:close/>
                  <a:moveTo>
                    <a:pt x="1626550" y="1039495"/>
                  </a:moveTo>
                  <a:cubicBezTo>
                    <a:pt x="1609024" y="1039495"/>
                    <a:pt x="1591625" y="1043686"/>
                    <a:pt x="1579052" y="1052322"/>
                  </a:cubicBezTo>
                  <a:cubicBezTo>
                    <a:pt x="1537142" y="1080770"/>
                    <a:pt x="1531173" y="1137666"/>
                    <a:pt x="1565844" y="1177290"/>
                  </a:cubicBezTo>
                  <a:cubicBezTo>
                    <a:pt x="1587180" y="1201801"/>
                    <a:pt x="1652839" y="1307846"/>
                    <a:pt x="1693606" y="1383919"/>
                  </a:cubicBezTo>
                  <a:cubicBezTo>
                    <a:pt x="1726626" y="1445641"/>
                    <a:pt x="1741485" y="1464691"/>
                    <a:pt x="1766631" y="1477772"/>
                  </a:cubicBezTo>
                  <a:cubicBezTo>
                    <a:pt x="1776664" y="1482979"/>
                    <a:pt x="1794952" y="1485900"/>
                    <a:pt x="1811716" y="1485900"/>
                  </a:cubicBezTo>
                  <a:cubicBezTo>
                    <a:pt x="1822638" y="1485900"/>
                    <a:pt x="1832925" y="1484630"/>
                    <a:pt x="1840037" y="1482090"/>
                  </a:cubicBezTo>
                  <a:cubicBezTo>
                    <a:pt x="1854515" y="1476756"/>
                    <a:pt x="1877629" y="1454023"/>
                    <a:pt x="1887281" y="1435481"/>
                  </a:cubicBezTo>
                  <a:cubicBezTo>
                    <a:pt x="1900235" y="1410589"/>
                    <a:pt x="1897822" y="1375537"/>
                    <a:pt x="1880550" y="1338453"/>
                  </a:cubicBezTo>
                  <a:cubicBezTo>
                    <a:pt x="1849181" y="1271016"/>
                    <a:pt x="1717482" y="1084580"/>
                    <a:pt x="1680906" y="1055878"/>
                  </a:cubicBezTo>
                  <a:cubicBezTo>
                    <a:pt x="1667952" y="1045718"/>
                    <a:pt x="1649283" y="1040130"/>
                    <a:pt x="1630487" y="1039495"/>
                  </a:cubicBezTo>
                  <a:cubicBezTo>
                    <a:pt x="1629217" y="1039495"/>
                    <a:pt x="1627947" y="1039368"/>
                    <a:pt x="1626677" y="1039368"/>
                  </a:cubicBezTo>
                  <a:close/>
                  <a:moveTo>
                    <a:pt x="719515" y="127"/>
                  </a:moveTo>
                  <a:lnTo>
                    <a:pt x="730691" y="18923"/>
                  </a:lnTo>
                  <a:cubicBezTo>
                    <a:pt x="753424" y="57531"/>
                    <a:pt x="835085" y="154559"/>
                    <a:pt x="899474" y="219837"/>
                  </a:cubicBezTo>
                  <a:cubicBezTo>
                    <a:pt x="1013647" y="335407"/>
                    <a:pt x="1098229" y="397510"/>
                    <a:pt x="1236406" y="466852"/>
                  </a:cubicBezTo>
                  <a:cubicBezTo>
                    <a:pt x="1340038" y="518922"/>
                    <a:pt x="1421953" y="548132"/>
                    <a:pt x="1559367" y="582041"/>
                  </a:cubicBezTo>
                  <a:cubicBezTo>
                    <a:pt x="1751772" y="629412"/>
                    <a:pt x="1806128" y="657352"/>
                    <a:pt x="1883217" y="748157"/>
                  </a:cubicBezTo>
                  <a:cubicBezTo>
                    <a:pt x="1943669" y="819404"/>
                    <a:pt x="1960433" y="847344"/>
                    <a:pt x="2023425" y="982599"/>
                  </a:cubicBezTo>
                  <a:cubicBezTo>
                    <a:pt x="2084893" y="1114679"/>
                    <a:pt x="2117024" y="1173353"/>
                    <a:pt x="2159315" y="1231646"/>
                  </a:cubicBezTo>
                  <a:cubicBezTo>
                    <a:pt x="2308667" y="1437005"/>
                    <a:pt x="2660076" y="1586230"/>
                    <a:pt x="3096321" y="1629410"/>
                  </a:cubicBezTo>
                  <a:cubicBezTo>
                    <a:pt x="3196525" y="1639316"/>
                    <a:pt x="3510469" y="1654556"/>
                    <a:pt x="3615370" y="1654683"/>
                  </a:cubicBezTo>
                  <a:cubicBezTo>
                    <a:pt x="3821873" y="1654810"/>
                    <a:pt x="3966653" y="1669796"/>
                    <a:pt x="4103305" y="1705229"/>
                  </a:cubicBezTo>
                  <a:cubicBezTo>
                    <a:pt x="4173028" y="1723263"/>
                    <a:pt x="4319205" y="1775206"/>
                    <a:pt x="4330762" y="1786001"/>
                  </a:cubicBezTo>
                  <a:cubicBezTo>
                    <a:pt x="4334064" y="1789049"/>
                    <a:pt x="4338890" y="1791462"/>
                    <a:pt x="4341684" y="1791462"/>
                  </a:cubicBezTo>
                  <a:cubicBezTo>
                    <a:pt x="4344478" y="1791462"/>
                    <a:pt x="4346637" y="1745742"/>
                    <a:pt x="4346637" y="1689735"/>
                  </a:cubicBezTo>
                  <a:lnTo>
                    <a:pt x="4346637" y="1688846"/>
                  </a:lnTo>
                  <a:cubicBezTo>
                    <a:pt x="4346637" y="1598168"/>
                    <a:pt x="4345494" y="1586992"/>
                    <a:pt x="4335715" y="1583055"/>
                  </a:cubicBezTo>
                  <a:cubicBezTo>
                    <a:pt x="4295202" y="1566545"/>
                    <a:pt x="4189157" y="1533144"/>
                    <a:pt x="4128959" y="1518031"/>
                  </a:cubicBezTo>
                  <a:cubicBezTo>
                    <a:pt x="3982528" y="1481328"/>
                    <a:pt x="3875975" y="1470660"/>
                    <a:pt x="3600257" y="1464945"/>
                  </a:cubicBezTo>
                  <a:cubicBezTo>
                    <a:pt x="3224973" y="1457325"/>
                    <a:pt x="3007421" y="1437894"/>
                    <a:pt x="2832161" y="1396365"/>
                  </a:cubicBezTo>
                  <a:cubicBezTo>
                    <a:pt x="2629977" y="1348486"/>
                    <a:pt x="2427793" y="1250696"/>
                    <a:pt x="2345751" y="1160780"/>
                  </a:cubicBezTo>
                  <a:cubicBezTo>
                    <a:pt x="2289109" y="1098804"/>
                    <a:pt x="2280092" y="1082548"/>
                    <a:pt x="2147250" y="804164"/>
                  </a:cubicBezTo>
                  <a:cubicBezTo>
                    <a:pt x="2097847" y="700659"/>
                    <a:pt x="1982912" y="564769"/>
                    <a:pt x="1895282" y="506476"/>
                  </a:cubicBezTo>
                  <a:cubicBezTo>
                    <a:pt x="1825178" y="459867"/>
                    <a:pt x="1751518" y="433578"/>
                    <a:pt x="1572575" y="391795"/>
                  </a:cubicBezTo>
                  <a:cubicBezTo>
                    <a:pt x="1493073" y="373126"/>
                    <a:pt x="1367343" y="324993"/>
                    <a:pt x="1289491" y="283083"/>
                  </a:cubicBezTo>
                  <a:cubicBezTo>
                    <a:pt x="1182430" y="225679"/>
                    <a:pt x="1101658" y="160782"/>
                    <a:pt x="992692" y="44704"/>
                  </a:cubicBezTo>
                  <a:lnTo>
                    <a:pt x="950782" y="127"/>
                  </a:lnTo>
                  <a:close/>
                  <a:moveTo>
                    <a:pt x="2179000" y="1549527"/>
                  </a:moveTo>
                  <a:cubicBezTo>
                    <a:pt x="2178365" y="1549527"/>
                    <a:pt x="2177857" y="1549527"/>
                    <a:pt x="2177222" y="1549527"/>
                  </a:cubicBezTo>
                  <a:cubicBezTo>
                    <a:pt x="2166300" y="1549781"/>
                    <a:pt x="2154870" y="1552702"/>
                    <a:pt x="2142551" y="1557909"/>
                  </a:cubicBezTo>
                  <a:cubicBezTo>
                    <a:pt x="2115500" y="1569212"/>
                    <a:pt x="2096069" y="1600581"/>
                    <a:pt x="2095942" y="1632712"/>
                  </a:cubicBezTo>
                  <a:cubicBezTo>
                    <a:pt x="2095942" y="1659509"/>
                    <a:pt x="2128581" y="1712976"/>
                    <a:pt x="2198558" y="1800860"/>
                  </a:cubicBezTo>
                  <a:cubicBezTo>
                    <a:pt x="2293935" y="1920494"/>
                    <a:pt x="2343465" y="1963928"/>
                    <a:pt x="2393630" y="1963928"/>
                  </a:cubicBezTo>
                  <a:cubicBezTo>
                    <a:pt x="2403536" y="1963928"/>
                    <a:pt x="2413315" y="1962277"/>
                    <a:pt x="2423602" y="1959102"/>
                  </a:cubicBezTo>
                  <a:cubicBezTo>
                    <a:pt x="2450780" y="1950847"/>
                    <a:pt x="2480244" y="1919732"/>
                    <a:pt x="2485070" y="1894332"/>
                  </a:cubicBezTo>
                  <a:cubicBezTo>
                    <a:pt x="2492817" y="1853057"/>
                    <a:pt x="2484308" y="1838960"/>
                    <a:pt x="2400996" y="1755140"/>
                  </a:cubicBezTo>
                  <a:cubicBezTo>
                    <a:pt x="2357181" y="1711071"/>
                    <a:pt x="2303841" y="1652905"/>
                    <a:pt x="2282505" y="1625981"/>
                  </a:cubicBezTo>
                  <a:cubicBezTo>
                    <a:pt x="2240087" y="1572387"/>
                    <a:pt x="2211131" y="1549527"/>
                    <a:pt x="2178873" y="1549527"/>
                  </a:cubicBezTo>
                  <a:close/>
                  <a:moveTo>
                    <a:pt x="2650678" y="1950212"/>
                  </a:moveTo>
                  <a:cubicBezTo>
                    <a:pt x="2620198" y="1950212"/>
                    <a:pt x="2600513" y="1959864"/>
                    <a:pt x="2581590" y="1981581"/>
                  </a:cubicBezTo>
                  <a:cubicBezTo>
                    <a:pt x="2566604" y="1998726"/>
                    <a:pt x="2562413" y="2009267"/>
                    <a:pt x="2562413" y="2029714"/>
                  </a:cubicBezTo>
                  <a:cubicBezTo>
                    <a:pt x="2562413" y="2061083"/>
                    <a:pt x="2579812" y="2092325"/>
                    <a:pt x="2604069" y="2104517"/>
                  </a:cubicBezTo>
                  <a:cubicBezTo>
                    <a:pt x="2627310" y="2116201"/>
                    <a:pt x="2717734" y="2136648"/>
                    <a:pt x="2801808" y="2149348"/>
                  </a:cubicBezTo>
                  <a:cubicBezTo>
                    <a:pt x="2839400" y="2154936"/>
                    <a:pt x="2886009" y="2163572"/>
                    <a:pt x="2905313" y="2168398"/>
                  </a:cubicBezTo>
                  <a:cubicBezTo>
                    <a:pt x="2926903" y="2173859"/>
                    <a:pt x="2944810" y="2176526"/>
                    <a:pt x="2960177" y="2176526"/>
                  </a:cubicBezTo>
                  <a:cubicBezTo>
                    <a:pt x="2975544" y="2176526"/>
                    <a:pt x="2988625" y="2173859"/>
                    <a:pt x="3000817" y="2168398"/>
                  </a:cubicBezTo>
                  <a:cubicBezTo>
                    <a:pt x="3032313" y="2154428"/>
                    <a:pt x="3048950" y="2131187"/>
                    <a:pt x="3052252" y="2096516"/>
                  </a:cubicBezTo>
                  <a:cubicBezTo>
                    <a:pt x="3059872" y="2017141"/>
                    <a:pt x="2990911" y="1981200"/>
                    <a:pt x="2808031" y="1969135"/>
                  </a:cubicBezTo>
                  <a:cubicBezTo>
                    <a:pt x="2773868" y="1966849"/>
                    <a:pt x="2724338" y="1960880"/>
                    <a:pt x="2698049" y="1955673"/>
                  </a:cubicBezTo>
                  <a:cubicBezTo>
                    <a:pt x="2682936" y="1952752"/>
                    <a:pt x="2669855" y="1950974"/>
                    <a:pt x="2658298" y="1950466"/>
                  </a:cubicBezTo>
                  <a:cubicBezTo>
                    <a:pt x="2655758" y="1950339"/>
                    <a:pt x="2653218" y="1950339"/>
                    <a:pt x="2650805" y="1950339"/>
                  </a:cubicBezTo>
                  <a:close/>
                  <a:moveTo>
                    <a:pt x="3590224" y="2001012"/>
                  </a:moveTo>
                  <a:cubicBezTo>
                    <a:pt x="3590098" y="2001012"/>
                    <a:pt x="3589970" y="2001012"/>
                    <a:pt x="3589843" y="2001012"/>
                  </a:cubicBezTo>
                  <a:cubicBezTo>
                    <a:pt x="3547680" y="2001139"/>
                    <a:pt x="3341305" y="2039366"/>
                    <a:pt x="3311332" y="2052574"/>
                  </a:cubicBezTo>
                  <a:cubicBezTo>
                    <a:pt x="3242880" y="2082800"/>
                    <a:pt x="3234117" y="2175891"/>
                    <a:pt x="3296728" y="2209546"/>
                  </a:cubicBezTo>
                  <a:cubicBezTo>
                    <a:pt x="3310062" y="2216658"/>
                    <a:pt x="3325430" y="2220468"/>
                    <a:pt x="3339273" y="2220468"/>
                  </a:cubicBezTo>
                  <a:cubicBezTo>
                    <a:pt x="3349687" y="2220468"/>
                    <a:pt x="3359212" y="2218436"/>
                    <a:pt x="3366450" y="2214118"/>
                  </a:cubicBezTo>
                  <a:cubicBezTo>
                    <a:pt x="3372547" y="2210562"/>
                    <a:pt x="3428173" y="2202307"/>
                    <a:pt x="3490022" y="2195576"/>
                  </a:cubicBezTo>
                  <a:cubicBezTo>
                    <a:pt x="3565332" y="2187448"/>
                    <a:pt x="3611433" y="2179574"/>
                    <a:pt x="3629594" y="2171573"/>
                  </a:cubicBezTo>
                  <a:cubicBezTo>
                    <a:pt x="3717987" y="2132457"/>
                    <a:pt x="3687253" y="2001139"/>
                    <a:pt x="3590098" y="2001139"/>
                  </a:cubicBezTo>
                  <a:close/>
                  <a:moveTo>
                    <a:pt x="283905" y="127"/>
                  </a:moveTo>
                  <a:lnTo>
                    <a:pt x="296351" y="20320"/>
                  </a:lnTo>
                  <a:cubicBezTo>
                    <a:pt x="303209" y="31496"/>
                    <a:pt x="323275" y="65786"/>
                    <a:pt x="340928" y="96520"/>
                  </a:cubicBezTo>
                  <a:cubicBezTo>
                    <a:pt x="389188" y="180467"/>
                    <a:pt x="414842" y="212090"/>
                    <a:pt x="517585" y="314325"/>
                  </a:cubicBezTo>
                  <a:cubicBezTo>
                    <a:pt x="622614" y="418719"/>
                    <a:pt x="678494" y="465201"/>
                    <a:pt x="801176" y="550164"/>
                  </a:cubicBezTo>
                  <a:cubicBezTo>
                    <a:pt x="962720" y="662051"/>
                    <a:pt x="981263" y="669798"/>
                    <a:pt x="1242756" y="734441"/>
                  </a:cubicBezTo>
                  <a:cubicBezTo>
                    <a:pt x="1464625" y="789305"/>
                    <a:pt x="1510980" y="808101"/>
                    <a:pt x="1600642" y="878967"/>
                  </a:cubicBezTo>
                  <a:cubicBezTo>
                    <a:pt x="1697670" y="955675"/>
                    <a:pt x="1752915" y="1033399"/>
                    <a:pt x="1849562" y="1228471"/>
                  </a:cubicBezTo>
                  <a:cubicBezTo>
                    <a:pt x="1928175" y="1387221"/>
                    <a:pt x="2011995" y="1503426"/>
                    <a:pt x="2141408" y="1632966"/>
                  </a:cubicBezTo>
                  <a:cubicBezTo>
                    <a:pt x="2251263" y="1742948"/>
                    <a:pt x="2352609" y="1808353"/>
                    <a:pt x="2482022" y="1852803"/>
                  </a:cubicBezTo>
                  <a:cubicBezTo>
                    <a:pt x="2608514" y="1896237"/>
                    <a:pt x="2721544" y="1913128"/>
                    <a:pt x="2947096" y="1922018"/>
                  </a:cubicBezTo>
                  <a:cubicBezTo>
                    <a:pt x="3120959" y="1928876"/>
                    <a:pt x="3248722" y="1938147"/>
                    <a:pt x="3329620" y="1949831"/>
                  </a:cubicBezTo>
                  <a:cubicBezTo>
                    <a:pt x="3363783" y="1954784"/>
                    <a:pt x="3428173" y="1961642"/>
                    <a:pt x="3472623" y="1965325"/>
                  </a:cubicBezTo>
                  <a:cubicBezTo>
                    <a:pt x="3556697" y="1972056"/>
                    <a:pt x="3690174" y="1991741"/>
                    <a:pt x="3839653" y="2019300"/>
                  </a:cubicBezTo>
                  <a:cubicBezTo>
                    <a:pt x="3992180" y="2047367"/>
                    <a:pt x="4048441" y="2065274"/>
                    <a:pt x="4159693" y="2120519"/>
                  </a:cubicBezTo>
                  <a:cubicBezTo>
                    <a:pt x="4229416" y="2155190"/>
                    <a:pt x="4270183" y="2182495"/>
                    <a:pt x="4317046" y="2225929"/>
                  </a:cubicBezTo>
                  <a:lnTo>
                    <a:pt x="4346637" y="2253361"/>
                  </a:lnTo>
                  <a:lnTo>
                    <a:pt x="4346637" y="2009267"/>
                  </a:lnTo>
                  <a:lnTo>
                    <a:pt x="4320221" y="1992503"/>
                  </a:lnTo>
                  <a:cubicBezTo>
                    <a:pt x="4275771" y="1964309"/>
                    <a:pt x="4147120" y="1905000"/>
                    <a:pt x="4086287" y="1884680"/>
                  </a:cubicBezTo>
                  <a:cubicBezTo>
                    <a:pt x="4025835" y="1864487"/>
                    <a:pt x="3903534" y="1837309"/>
                    <a:pt x="3793044" y="1819783"/>
                  </a:cubicBezTo>
                  <a:cubicBezTo>
                    <a:pt x="3757103" y="1814068"/>
                    <a:pt x="3694111" y="1803908"/>
                    <a:pt x="3653089" y="1797304"/>
                  </a:cubicBezTo>
                  <a:cubicBezTo>
                    <a:pt x="3612069" y="1790700"/>
                    <a:pt x="3543488" y="1782318"/>
                    <a:pt x="3500689" y="1778635"/>
                  </a:cubicBezTo>
                  <a:cubicBezTo>
                    <a:pt x="3457891" y="1774952"/>
                    <a:pt x="3390707" y="1767840"/>
                    <a:pt x="3351464" y="1762633"/>
                  </a:cubicBezTo>
                  <a:cubicBezTo>
                    <a:pt x="3250373" y="1749298"/>
                    <a:pt x="3160075" y="1742694"/>
                    <a:pt x="2981386" y="1735709"/>
                  </a:cubicBezTo>
                  <a:cubicBezTo>
                    <a:pt x="2650551" y="1722755"/>
                    <a:pt x="2526472" y="1692148"/>
                    <a:pt x="2371024" y="1585087"/>
                  </a:cubicBezTo>
                  <a:cubicBezTo>
                    <a:pt x="2312604" y="1544955"/>
                    <a:pt x="2210623" y="1439164"/>
                    <a:pt x="2143186" y="1348994"/>
                  </a:cubicBezTo>
                  <a:cubicBezTo>
                    <a:pt x="2079813" y="1264285"/>
                    <a:pt x="2050730" y="1217041"/>
                    <a:pt x="2017583" y="1144524"/>
                  </a:cubicBezTo>
                  <a:cubicBezTo>
                    <a:pt x="1903791" y="895731"/>
                    <a:pt x="1772600" y="744474"/>
                    <a:pt x="1585021" y="645287"/>
                  </a:cubicBezTo>
                  <a:cubicBezTo>
                    <a:pt x="1523045" y="612521"/>
                    <a:pt x="1487358" y="601091"/>
                    <a:pt x="1319972" y="559943"/>
                  </a:cubicBezTo>
                  <a:cubicBezTo>
                    <a:pt x="1102293" y="506476"/>
                    <a:pt x="1094927" y="504444"/>
                    <a:pt x="1052763" y="485394"/>
                  </a:cubicBezTo>
                  <a:cubicBezTo>
                    <a:pt x="1009202" y="465709"/>
                    <a:pt x="928684" y="413004"/>
                    <a:pt x="826195" y="336931"/>
                  </a:cubicBezTo>
                  <a:cubicBezTo>
                    <a:pt x="746312" y="278003"/>
                    <a:pt x="551113" y="86995"/>
                    <a:pt x="515045" y="32766"/>
                  </a:cubicBezTo>
                  <a:lnTo>
                    <a:pt x="493201" y="127"/>
                  </a:lnTo>
                  <a:lnTo>
                    <a:pt x="388553" y="127"/>
                  </a:lnTo>
                  <a:lnTo>
                    <a:pt x="283905" y="127"/>
                  </a:lnTo>
                  <a:close/>
                  <a:moveTo>
                    <a:pt x="3744403" y="2096897"/>
                  </a:moveTo>
                  <a:cubicBezTo>
                    <a:pt x="3738687" y="2096897"/>
                    <a:pt x="3733100" y="2097024"/>
                    <a:pt x="3727638" y="2097151"/>
                  </a:cubicBezTo>
                  <a:cubicBezTo>
                    <a:pt x="3693603" y="2098421"/>
                    <a:pt x="3664393" y="2103374"/>
                    <a:pt x="3646739" y="2112010"/>
                  </a:cubicBezTo>
                  <a:cubicBezTo>
                    <a:pt x="3598606" y="2135632"/>
                    <a:pt x="3580318" y="2188972"/>
                    <a:pt x="3605973" y="2231136"/>
                  </a:cubicBezTo>
                  <a:cubicBezTo>
                    <a:pt x="3624006" y="2260727"/>
                    <a:pt x="3644454" y="2269109"/>
                    <a:pt x="3701731" y="2269109"/>
                  </a:cubicBezTo>
                  <a:cubicBezTo>
                    <a:pt x="3704270" y="2269109"/>
                    <a:pt x="3706811" y="2269109"/>
                    <a:pt x="3709478" y="2269109"/>
                  </a:cubicBezTo>
                  <a:cubicBezTo>
                    <a:pt x="3711001" y="2269109"/>
                    <a:pt x="3712653" y="2269109"/>
                    <a:pt x="3714176" y="2269109"/>
                  </a:cubicBezTo>
                  <a:cubicBezTo>
                    <a:pt x="3771454" y="2269109"/>
                    <a:pt x="3827587" y="2281682"/>
                    <a:pt x="3918901" y="2314956"/>
                  </a:cubicBezTo>
                  <a:cubicBezTo>
                    <a:pt x="3950143" y="2326386"/>
                    <a:pt x="3969574" y="2331720"/>
                    <a:pt x="3985830" y="2331720"/>
                  </a:cubicBezTo>
                  <a:cubicBezTo>
                    <a:pt x="3998784" y="2331720"/>
                    <a:pt x="4009579" y="2328291"/>
                    <a:pt x="4022787" y="2321687"/>
                  </a:cubicBezTo>
                  <a:cubicBezTo>
                    <a:pt x="4091113" y="2287397"/>
                    <a:pt x="4088319" y="2188210"/>
                    <a:pt x="4018088" y="2153158"/>
                  </a:cubicBezTo>
                  <a:cubicBezTo>
                    <a:pt x="3989767" y="2139061"/>
                    <a:pt x="3914964" y="2119122"/>
                    <a:pt x="3837367" y="2105152"/>
                  </a:cubicBezTo>
                  <a:cubicBezTo>
                    <a:pt x="3806379" y="2099564"/>
                    <a:pt x="3773993" y="2096897"/>
                    <a:pt x="3744275" y="2096897"/>
                  </a:cubicBezTo>
                  <a:close/>
                  <a:moveTo>
                    <a:pt x="4234369" y="2295779"/>
                  </a:moveTo>
                  <a:cubicBezTo>
                    <a:pt x="4229543" y="2295779"/>
                    <a:pt x="4224463" y="2296033"/>
                    <a:pt x="4218494" y="2296541"/>
                  </a:cubicBezTo>
                  <a:cubicBezTo>
                    <a:pt x="4111941" y="2305431"/>
                    <a:pt x="4100511" y="2448941"/>
                    <a:pt x="4204778" y="2468499"/>
                  </a:cubicBezTo>
                  <a:cubicBezTo>
                    <a:pt x="4221923" y="2471674"/>
                    <a:pt x="4256340" y="2488057"/>
                    <a:pt x="4289995" y="2508885"/>
                  </a:cubicBezTo>
                  <a:lnTo>
                    <a:pt x="4346383" y="2543937"/>
                  </a:lnTo>
                  <a:lnTo>
                    <a:pt x="4346383" y="2338197"/>
                  </a:lnTo>
                  <a:lnTo>
                    <a:pt x="4299647" y="2315972"/>
                  </a:lnTo>
                  <a:cubicBezTo>
                    <a:pt x="4269167" y="2301494"/>
                    <a:pt x="4255578" y="2296414"/>
                    <a:pt x="4238052" y="2295906"/>
                  </a:cubicBezTo>
                  <a:cubicBezTo>
                    <a:pt x="4236909" y="2295906"/>
                    <a:pt x="4235639" y="2295906"/>
                    <a:pt x="4234369" y="2295906"/>
                  </a:cubicBezTo>
                  <a:close/>
                </a:path>
              </a:pathLst>
            </a:custGeom>
            <a:solidFill>
              <a:srgbClr val="FD6F96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4364376" y="6149092"/>
            <a:ext cx="3990165" cy="4204449"/>
          </a:xfrm>
          <a:custGeom>
            <a:avLst/>
            <a:gdLst/>
            <a:ahLst/>
            <a:cxnLst/>
            <a:rect r="r" b="b" t="t" l="l"/>
            <a:pathLst>
              <a:path h="4204449" w="3990165">
                <a:moveTo>
                  <a:pt x="0" y="0"/>
                </a:moveTo>
                <a:lnTo>
                  <a:pt x="3990166" y="0"/>
                </a:lnTo>
                <a:lnTo>
                  <a:pt x="3990166" y="4204450"/>
                </a:lnTo>
                <a:lnTo>
                  <a:pt x="0" y="42044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525" y="9258300"/>
            <a:ext cx="18278475" cy="1028700"/>
            <a:chOff x="0" y="0"/>
            <a:chExt cx="24371300" cy="1371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713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71300">
                  <a:moveTo>
                    <a:pt x="0" y="0"/>
                  </a:moveTo>
                  <a:lnTo>
                    <a:pt x="24371300" y="0"/>
                  </a:lnTo>
                  <a:lnTo>
                    <a:pt x="243713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88888" r="-52" b="-1288888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-63503" y="6472933"/>
            <a:ext cx="3918642" cy="3877561"/>
            <a:chOff x="0" y="0"/>
            <a:chExt cx="3918649" cy="38775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3791588" cy="3750564"/>
            </a:xfrm>
            <a:custGeom>
              <a:avLst/>
              <a:gdLst/>
              <a:ahLst/>
              <a:cxnLst/>
              <a:rect r="r" b="b" t="t" l="l"/>
              <a:pathLst>
                <a:path h="3750564" w="3791588">
                  <a:moveTo>
                    <a:pt x="0" y="0"/>
                  </a:moveTo>
                  <a:lnTo>
                    <a:pt x="0" y="3750564"/>
                  </a:lnTo>
                  <a:lnTo>
                    <a:pt x="3791588" y="3750564"/>
                  </a:lnTo>
                  <a:lnTo>
                    <a:pt x="379158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500" y="771271"/>
              <a:ext cx="2621917" cy="3042793"/>
            </a:xfrm>
            <a:custGeom>
              <a:avLst/>
              <a:gdLst/>
              <a:ahLst/>
              <a:cxnLst/>
              <a:rect r="r" b="b" t="t" l="l"/>
              <a:pathLst>
                <a:path h="3042793" w="2621917">
                  <a:moveTo>
                    <a:pt x="0" y="0"/>
                  </a:moveTo>
                  <a:lnTo>
                    <a:pt x="0" y="3042793"/>
                  </a:lnTo>
                  <a:lnTo>
                    <a:pt x="2621917" y="3042793"/>
                  </a:lnTo>
                  <a:lnTo>
                    <a:pt x="262191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467359" y="1801368"/>
              <a:ext cx="1060832" cy="920115"/>
            </a:xfrm>
            <a:custGeom>
              <a:avLst/>
              <a:gdLst/>
              <a:ahLst/>
              <a:cxnLst/>
              <a:rect r="r" b="b" t="t" l="l"/>
              <a:pathLst>
                <a:path h="920115" w="1060832">
                  <a:moveTo>
                    <a:pt x="0" y="920115"/>
                  </a:moveTo>
                  <a:lnTo>
                    <a:pt x="1060832" y="920115"/>
                  </a:lnTo>
                  <a:lnTo>
                    <a:pt x="10608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63503" y="-63503"/>
            <a:ext cx="6478133" cy="3268951"/>
            <a:chOff x="0" y="0"/>
            <a:chExt cx="6478143" cy="32689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0" y="63500"/>
              <a:ext cx="3868551" cy="2852421"/>
            </a:xfrm>
            <a:custGeom>
              <a:avLst/>
              <a:gdLst/>
              <a:ahLst/>
              <a:cxnLst/>
              <a:rect r="r" b="b" t="t" l="l"/>
              <a:pathLst>
                <a:path h="2852421" w="3868551">
                  <a:moveTo>
                    <a:pt x="0" y="0"/>
                  </a:moveTo>
                  <a:lnTo>
                    <a:pt x="0" y="2852421"/>
                  </a:lnTo>
                  <a:lnTo>
                    <a:pt x="3868551" y="2852421"/>
                  </a:lnTo>
                  <a:lnTo>
                    <a:pt x="386855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3177" y="63500"/>
              <a:ext cx="3449323" cy="3141980"/>
            </a:xfrm>
            <a:custGeom>
              <a:avLst/>
              <a:gdLst/>
              <a:ahLst/>
              <a:cxnLst/>
              <a:rect r="r" b="b" t="t" l="l"/>
              <a:pathLst>
                <a:path h="3141980" w="3449323">
                  <a:moveTo>
                    <a:pt x="0" y="0"/>
                  </a:moveTo>
                  <a:lnTo>
                    <a:pt x="0" y="3141981"/>
                  </a:lnTo>
                  <a:lnTo>
                    <a:pt x="3449324" y="3141981"/>
                  </a:lnTo>
                  <a:lnTo>
                    <a:pt x="344932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741933" y="63500"/>
              <a:ext cx="3672717" cy="1267714"/>
            </a:xfrm>
            <a:custGeom>
              <a:avLst/>
              <a:gdLst/>
              <a:ahLst/>
              <a:cxnLst/>
              <a:rect r="r" b="b" t="t" l="l"/>
              <a:pathLst>
                <a:path h="1267714" w="3672717">
                  <a:moveTo>
                    <a:pt x="0" y="0"/>
                  </a:moveTo>
                  <a:lnTo>
                    <a:pt x="0" y="1267714"/>
                  </a:lnTo>
                  <a:lnTo>
                    <a:pt x="3672716" y="1267714"/>
                  </a:lnTo>
                  <a:lnTo>
                    <a:pt x="367271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863237" y="-63503"/>
            <a:ext cx="4488256" cy="3558464"/>
            <a:chOff x="0" y="0"/>
            <a:chExt cx="4488256" cy="35584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4361304" cy="2549904"/>
            </a:xfrm>
            <a:custGeom>
              <a:avLst/>
              <a:gdLst/>
              <a:ahLst/>
              <a:cxnLst/>
              <a:rect r="r" b="b" t="t" l="l"/>
              <a:pathLst>
                <a:path h="2549904" w="4361304">
                  <a:moveTo>
                    <a:pt x="0" y="0"/>
                  </a:moveTo>
                  <a:lnTo>
                    <a:pt x="0" y="2549904"/>
                  </a:lnTo>
                  <a:lnTo>
                    <a:pt x="4361304" y="2549904"/>
                  </a:lnTo>
                  <a:lnTo>
                    <a:pt x="436130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987043" y="63500"/>
              <a:ext cx="3437761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37761">
                  <a:moveTo>
                    <a:pt x="0" y="0"/>
                  </a:moveTo>
                  <a:lnTo>
                    <a:pt x="0" y="3431410"/>
                  </a:lnTo>
                  <a:lnTo>
                    <a:pt x="3437761" y="3431410"/>
                  </a:lnTo>
                  <a:lnTo>
                    <a:pt x="343776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355870" y="6149092"/>
            <a:ext cx="3995623" cy="4201401"/>
            <a:chOff x="0" y="0"/>
            <a:chExt cx="3995623" cy="420140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2476244" y="63500"/>
              <a:ext cx="1455927" cy="2358134"/>
            </a:xfrm>
            <a:custGeom>
              <a:avLst/>
              <a:gdLst/>
              <a:ahLst/>
              <a:cxnLst/>
              <a:rect r="r" b="b" t="t" l="l"/>
              <a:pathLst>
                <a:path h="2358134" w="1455927">
                  <a:moveTo>
                    <a:pt x="0" y="0"/>
                  </a:moveTo>
                  <a:lnTo>
                    <a:pt x="0" y="2358134"/>
                  </a:lnTo>
                  <a:lnTo>
                    <a:pt x="1455927" y="2358134"/>
                  </a:lnTo>
                  <a:lnTo>
                    <a:pt x="145592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500" y="276352"/>
              <a:ext cx="3868671" cy="3861559"/>
            </a:xfrm>
            <a:custGeom>
              <a:avLst/>
              <a:gdLst/>
              <a:ahLst/>
              <a:cxnLst/>
              <a:rect r="r" b="b" t="t" l="l"/>
              <a:pathLst>
                <a:path h="3861559" w="3868671">
                  <a:moveTo>
                    <a:pt x="0" y="0"/>
                  </a:moveTo>
                  <a:lnTo>
                    <a:pt x="0" y="3861559"/>
                  </a:lnTo>
                  <a:lnTo>
                    <a:pt x="3868671" y="3861559"/>
                  </a:lnTo>
                  <a:lnTo>
                    <a:pt x="386867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974597" y="2798697"/>
              <a:ext cx="2477387" cy="1234566"/>
            </a:xfrm>
            <a:custGeom>
              <a:avLst/>
              <a:gdLst/>
              <a:ahLst/>
              <a:cxnLst/>
              <a:rect r="r" b="b" t="t" l="l"/>
              <a:pathLst>
                <a:path h="1234566" w="2477387">
                  <a:moveTo>
                    <a:pt x="0" y="1234566"/>
                  </a:moveTo>
                  <a:lnTo>
                    <a:pt x="2477388" y="1234566"/>
                  </a:lnTo>
                  <a:lnTo>
                    <a:pt x="24773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4315463" y="4218737"/>
            <a:ext cx="9850031" cy="1676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8"/>
              </a:lnSpc>
            </a:pPr>
            <a:r>
              <a:rPr lang="en-US" sz="9999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GOKULS Yellow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70542"/>
            <a:ext cx="4355316" cy="10216458"/>
            <a:chOff x="0" y="0"/>
            <a:chExt cx="5807088" cy="13621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07075" cy="13621893"/>
            </a:xfrm>
            <a:custGeom>
              <a:avLst/>
              <a:gdLst/>
              <a:ahLst/>
              <a:cxnLst/>
              <a:rect r="r" b="b" t="t" l="l"/>
              <a:pathLst>
                <a:path h="13621893" w="5807075">
                  <a:moveTo>
                    <a:pt x="0" y="0"/>
                  </a:moveTo>
                  <a:lnTo>
                    <a:pt x="5807075" y="0"/>
                  </a:lnTo>
                  <a:lnTo>
                    <a:pt x="5807075" y="13621893"/>
                  </a:lnTo>
                  <a:lnTo>
                    <a:pt x="0" y="13621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53256" t="0" r="-253294" b="-71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6551" y="6474628"/>
            <a:ext cx="3913041" cy="3878923"/>
          </a:xfrm>
          <a:custGeom>
            <a:avLst/>
            <a:gdLst/>
            <a:ahLst/>
            <a:cxnLst/>
            <a:rect r="r" b="b" t="t" l="l"/>
            <a:pathLst>
              <a:path h="3878923" w="3913041">
                <a:moveTo>
                  <a:pt x="0" y="0"/>
                </a:moveTo>
                <a:lnTo>
                  <a:pt x="3913041" y="0"/>
                </a:lnTo>
                <a:lnTo>
                  <a:pt x="3913041" y="3878923"/>
                </a:lnTo>
                <a:lnTo>
                  <a:pt x="0" y="387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0408" y="-66551"/>
            <a:ext cx="6461512" cy="3556978"/>
            <a:chOff x="0" y="0"/>
            <a:chExt cx="6461506" cy="3556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0" y="66548"/>
              <a:ext cx="3432682" cy="3426964"/>
            </a:xfrm>
            <a:custGeom>
              <a:avLst/>
              <a:gdLst/>
              <a:ahLst/>
              <a:cxnLst/>
              <a:rect r="r" b="b" t="t" l="l"/>
              <a:pathLst>
                <a:path h="3426964" w="3432682">
                  <a:moveTo>
                    <a:pt x="0" y="0"/>
                  </a:moveTo>
                  <a:lnTo>
                    <a:pt x="0" y="3426964"/>
                  </a:lnTo>
                  <a:cubicBezTo>
                    <a:pt x="0" y="3426964"/>
                    <a:pt x="979932" y="3299711"/>
                    <a:pt x="890524" y="2673982"/>
                  </a:cubicBezTo>
                  <a:cubicBezTo>
                    <a:pt x="889889" y="2667759"/>
                    <a:pt x="888492" y="2660901"/>
                    <a:pt x="887730" y="2654678"/>
                  </a:cubicBezTo>
                  <a:cubicBezTo>
                    <a:pt x="861568" y="2448303"/>
                    <a:pt x="911098" y="2247517"/>
                    <a:pt x="1015619" y="2081147"/>
                  </a:cubicBezTo>
                  <a:cubicBezTo>
                    <a:pt x="1193673" y="1798445"/>
                    <a:pt x="1129030" y="1425827"/>
                    <a:pt x="871855" y="1212595"/>
                  </a:cubicBezTo>
                  <a:lnTo>
                    <a:pt x="583819" y="973200"/>
                  </a:lnTo>
                  <a:cubicBezTo>
                    <a:pt x="495808" y="899667"/>
                    <a:pt x="475107" y="774445"/>
                    <a:pt x="532257" y="674750"/>
                  </a:cubicBezTo>
                  <a:cubicBezTo>
                    <a:pt x="532892" y="674115"/>
                    <a:pt x="532892" y="673353"/>
                    <a:pt x="533654" y="672718"/>
                  </a:cubicBezTo>
                  <a:cubicBezTo>
                    <a:pt x="624586" y="511301"/>
                    <a:pt x="791083" y="463676"/>
                    <a:pt x="955929" y="463676"/>
                  </a:cubicBezTo>
                  <a:cubicBezTo>
                    <a:pt x="1193546" y="463676"/>
                    <a:pt x="1427734" y="562736"/>
                    <a:pt x="1427734" y="562736"/>
                  </a:cubicBezTo>
                  <a:cubicBezTo>
                    <a:pt x="1427734" y="562736"/>
                    <a:pt x="1779777" y="705865"/>
                    <a:pt x="2202179" y="705865"/>
                  </a:cubicBezTo>
                  <a:cubicBezTo>
                    <a:pt x="2545968" y="705865"/>
                    <a:pt x="2936493" y="610996"/>
                    <a:pt x="3221989" y="266954"/>
                  </a:cubicBezTo>
                  <a:cubicBezTo>
                    <a:pt x="3372611" y="85090"/>
                    <a:pt x="3418712" y="21971"/>
                    <a:pt x="3432682" y="0"/>
                  </a:cubicBezTo>
                  <a:close/>
                </a:path>
              </a:pathLst>
            </a:custGeom>
            <a:solidFill>
              <a:srgbClr val="C8EBEC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0612" y="66294"/>
              <a:ext cx="4087809" cy="2835145"/>
            </a:xfrm>
            <a:custGeom>
              <a:avLst/>
              <a:gdLst/>
              <a:ahLst/>
              <a:cxnLst/>
              <a:rect r="r" b="b" t="t" l="l"/>
              <a:pathLst>
                <a:path h="2835145" w="4087809">
                  <a:moveTo>
                    <a:pt x="3077717" y="254"/>
                  </a:moveTo>
                  <a:lnTo>
                    <a:pt x="3064763" y="35941"/>
                  </a:lnTo>
                  <a:cubicBezTo>
                    <a:pt x="3040125" y="104140"/>
                    <a:pt x="2975736" y="189357"/>
                    <a:pt x="2925317" y="220599"/>
                  </a:cubicBezTo>
                  <a:cubicBezTo>
                    <a:pt x="2886709" y="244475"/>
                    <a:pt x="2829686" y="265303"/>
                    <a:pt x="2740278" y="287782"/>
                  </a:cubicBezTo>
                  <a:cubicBezTo>
                    <a:pt x="2611373" y="320294"/>
                    <a:pt x="2584576" y="326390"/>
                    <a:pt x="2380487" y="326390"/>
                  </a:cubicBezTo>
                  <a:cubicBezTo>
                    <a:pt x="2336418" y="326390"/>
                    <a:pt x="2284094" y="326136"/>
                    <a:pt x="2220721" y="325755"/>
                  </a:cubicBezTo>
                  <a:cubicBezTo>
                    <a:pt x="2184907" y="325501"/>
                    <a:pt x="2150744" y="325501"/>
                    <a:pt x="2118359" y="325501"/>
                  </a:cubicBezTo>
                  <a:cubicBezTo>
                    <a:pt x="1964562" y="325501"/>
                    <a:pt x="1853437" y="327787"/>
                    <a:pt x="1814956" y="331851"/>
                  </a:cubicBezTo>
                  <a:cubicBezTo>
                    <a:pt x="1566799" y="358013"/>
                    <a:pt x="1335786" y="450468"/>
                    <a:pt x="1193419" y="580516"/>
                  </a:cubicBezTo>
                  <a:cubicBezTo>
                    <a:pt x="1081278" y="683005"/>
                    <a:pt x="993394" y="851280"/>
                    <a:pt x="901573" y="1139189"/>
                  </a:cubicBezTo>
                  <a:cubicBezTo>
                    <a:pt x="826262" y="1375409"/>
                    <a:pt x="722249" y="1572639"/>
                    <a:pt x="584454" y="1740533"/>
                  </a:cubicBezTo>
                  <a:cubicBezTo>
                    <a:pt x="466217" y="1884678"/>
                    <a:pt x="373507" y="1972181"/>
                    <a:pt x="262001" y="2044698"/>
                  </a:cubicBezTo>
                  <a:cubicBezTo>
                    <a:pt x="201295" y="2084195"/>
                    <a:pt x="85852" y="2144647"/>
                    <a:pt x="33782" y="2163951"/>
                  </a:cubicBezTo>
                  <a:lnTo>
                    <a:pt x="0" y="2176524"/>
                  </a:lnTo>
                  <a:lnTo>
                    <a:pt x="0" y="2296539"/>
                  </a:lnTo>
                  <a:cubicBezTo>
                    <a:pt x="0" y="2381121"/>
                    <a:pt x="2413" y="2416554"/>
                    <a:pt x="8001" y="2416554"/>
                  </a:cubicBezTo>
                  <a:cubicBezTo>
                    <a:pt x="29337" y="2416554"/>
                    <a:pt x="154686" y="2368040"/>
                    <a:pt x="228346" y="2331210"/>
                  </a:cubicBezTo>
                  <a:cubicBezTo>
                    <a:pt x="427990" y="2231515"/>
                    <a:pt x="566166" y="2120517"/>
                    <a:pt x="730377" y="1927985"/>
                  </a:cubicBezTo>
                  <a:cubicBezTo>
                    <a:pt x="911098" y="1716022"/>
                    <a:pt x="1034669" y="1488566"/>
                    <a:pt x="1128395" y="1195577"/>
                  </a:cubicBezTo>
                  <a:cubicBezTo>
                    <a:pt x="1175512" y="1048384"/>
                    <a:pt x="1237361" y="900937"/>
                    <a:pt x="1277874" y="839977"/>
                  </a:cubicBezTo>
                  <a:cubicBezTo>
                    <a:pt x="1315085" y="783843"/>
                    <a:pt x="1378966" y="721359"/>
                    <a:pt x="1429004" y="692149"/>
                  </a:cubicBezTo>
                  <a:cubicBezTo>
                    <a:pt x="1487169" y="658113"/>
                    <a:pt x="1599310" y="611377"/>
                    <a:pt x="1663572" y="594359"/>
                  </a:cubicBezTo>
                  <a:cubicBezTo>
                    <a:pt x="1781555" y="563117"/>
                    <a:pt x="1841753" y="559180"/>
                    <a:pt x="2209799" y="559053"/>
                  </a:cubicBezTo>
                  <a:cubicBezTo>
                    <a:pt x="2589402" y="558926"/>
                    <a:pt x="2620771" y="556513"/>
                    <a:pt x="2785617" y="516635"/>
                  </a:cubicBezTo>
                  <a:cubicBezTo>
                    <a:pt x="2965703" y="473074"/>
                    <a:pt x="3054730" y="429006"/>
                    <a:pt x="3136264" y="343281"/>
                  </a:cubicBezTo>
                  <a:cubicBezTo>
                    <a:pt x="3222624" y="252349"/>
                    <a:pt x="3272027" y="167767"/>
                    <a:pt x="3301999" y="59690"/>
                  </a:cubicBezTo>
                  <a:cubicBezTo>
                    <a:pt x="3309238" y="33528"/>
                    <a:pt x="3315334" y="8382"/>
                    <a:pt x="3316223" y="254"/>
                  </a:cubicBezTo>
                  <a:close/>
                  <a:moveTo>
                    <a:pt x="3866133" y="254"/>
                  </a:moveTo>
                  <a:lnTo>
                    <a:pt x="3860926" y="19812"/>
                  </a:lnTo>
                  <a:cubicBezTo>
                    <a:pt x="3842003" y="90551"/>
                    <a:pt x="3794124" y="230632"/>
                    <a:pt x="3777614" y="263525"/>
                  </a:cubicBezTo>
                  <a:cubicBezTo>
                    <a:pt x="3707637" y="402717"/>
                    <a:pt x="3618102" y="482600"/>
                    <a:pt x="3409441" y="591692"/>
                  </a:cubicBezTo>
                  <a:cubicBezTo>
                    <a:pt x="3328923" y="633856"/>
                    <a:pt x="3154679" y="704849"/>
                    <a:pt x="3064255" y="732281"/>
                  </a:cubicBezTo>
                  <a:cubicBezTo>
                    <a:pt x="2981959" y="757300"/>
                    <a:pt x="2811906" y="785240"/>
                    <a:pt x="2687065" y="794257"/>
                  </a:cubicBezTo>
                  <a:cubicBezTo>
                    <a:pt x="2577210" y="802258"/>
                    <a:pt x="2390139" y="822832"/>
                    <a:pt x="2267203" y="840612"/>
                  </a:cubicBezTo>
                  <a:cubicBezTo>
                    <a:pt x="2005837" y="878331"/>
                    <a:pt x="1814575" y="957325"/>
                    <a:pt x="1674367" y="1085341"/>
                  </a:cubicBezTo>
                  <a:cubicBezTo>
                    <a:pt x="1604644" y="1149095"/>
                    <a:pt x="1556385" y="1232661"/>
                    <a:pt x="1460753" y="1456054"/>
                  </a:cubicBezTo>
                  <a:cubicBezTo>
                    <a:pt x="1314704" y="1797048"/>
                    <a:pt x="1244981" y="1904871"/>
                    <a:pt x="1022858" y="2133090"/>
                  </a:cubicBezTo>
                  <a:cubicBezTo>
                    <a:pt x="818261" y="2343402"/>
                    <a:pt x="524764" y="2535553"/>
                    <a:pt x="334645" y="2583813"/>
                  </a:cubicBezTo>
                  <a:cubicBezTo>
                    <a:pt x="296672" y="2593465"/>
                    <a:pt x="259461" y="2601339"/>
                    <a:pt x="252222" y="2601339"/>
                  </a:cubicBezTo>
                  <a:cubicBezTo>
                    <a:pt x="239776" y="2601339"/>
                    <a:pt x="238887" y="2608705"/>
                    <a:pt x="238887" y="2718813"/>
                  </a:cubicBezTo>
                  <a:cubicBezTo>
                    <a:pt x="238887" y="2809999"/>
                    <a:pt x="233807" y="2835145"/>
                    <a:pt x="263779" y="2835145"/>
                  </a:cubicBezTo>
                  <a:cubicBezTo>
                    <a:pt x="278638" y="2835145"/>
                    <a:pt x="302260" y="2828922"/>
                    <a:pt x="339598" y="2821429"/>
                  </a:cubicBezTo>
                  <a:cubicBezTo>
                    <a:pt x="642366" y="2760723"/>
                    <a:pt x="1042035" y="2486277"/>
                    <a:pt x="1331849" y="2140075"/>
                  </a:cubicBezTo>
                  <a:cubicBezTo>
                    <a:pt x="1480946" y="1962021"/>
                    <a:pt x="1540636" y="1859024"/>
                    <a:pt x="1674367" y="1548509"/>
                  </a:cubicBezTo>
                  <a:cubicBezTo>
                    <a:pt x="1772284" y="1321307"/>
                    <a:pt x="1796414" y="1281175"/>
                    <a:pt x="1868677" y="1226184"/>
                  </a:cubicBezTo>
                  <a:cubicBezTo>
                    <a:pt x="1959228" y="1157350"/>
                    <a:pt x="2108072" y="1099946"/>
                    <a:pt x="2252979" y="1078102"/>
                  </a:cubicBezTo>
                  <a:cubicBezTo>
                    <a:pt x="2381249" y="1058798"/>
                    <a:pt x="2533776" y="1041272"/>
                    <a:pt x="2658617" y="1031747"/>
                  </a:cubicBezTo>
                  <a:cubicBezTo>
                    <a:pt x="2846958" y="1017396"/>
                    <a:pt x="3043427" y="985011"/>
                    <a:pt x="3146170" y="951356"/>
                  </a:cubicBezTo>
                  <a:cubicBezTo>
                    <a:pt x="3413886" y="863599"/>
                    <a:pt x="3685158" y="722502"/>
                    <a:pt x="3807713" y="607313"/>
                  </a:cubicBezTo>
                  <a:cubicBezTo>
                    <a:pt x="3942714" y="480314"/>
                    <a:pt x="4028185" y="317119"/>
                    <a:pt x="4071746" y="102616"/>
                  </a:cubicBezTo>
                  <a:cubicBezTo>
                    <a:pt x="4084065" y="41783"/>
                    <a:pt x="4092955" y="13208"/>
                    <a:pt x="4084446" y="0"/>
                  </a:cubicBezTo>
                  <a:close/>
                </a:path>
              </a:pathLst>
            </a:custGeom>
            <a:solidFill>
              <a:srgbClr val="8FCF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750479" y="66421"/>
              <a:ext cx="3647476" cy="1267840"/>
            </a:xfrm>
            <a:custGeom>
              <a:avLst/>
              <a:gdLst/>
              <a:ahLst/>
              <a:cxnLst/>
              <a:rect r="r" b="b" t="t" l="l"/>
              <a:pathLst>
                <a:path h="1267840" w="3647476">
                  <a:moveTo>
                    <a:pt x="3305260" y="127"/>
                  </a:moveTo>
                  <a:cubicBezTo>
                    <a:pt x="3291925" y="15240"/>
                    <a:pt x="3274780" y="34544"/>
                    <a:pt x="3257762" y="53086"/>
                  </a:cubicBezTo>
                  <a:cubicBezTo>
                    <a:pt x="3177879" y="140843"/>
                    <a:pt x="3167846" y="155956"/>
                    <a:pt x="3172672" y="181356"/>
                  </a:cubicBezTo>
                  <a:cubicBezTo>
                    <a:pt x="3174831" y="193040"/>
                    <a:pt x="3184864" y="209677"/>
                    <a:pt x="3194770" y="218313"/>
                  </a:cubicBezTo>
                  <a:cubicBezTo>
                    <a:pt x="3206835" y="228981"/>
                    <a:pt x="3219535" y="234315"/>
                    <a:pt x="3233378" y="234315"/>
                  </a:cubicBezTo>
                  <a:cubicBezTo>
                    <a:pt x="3251412" y="234315"/>
                    <a:pt x="3271351" y="225171"/>
                    <a:pt x="3294592" y="206883"/>
                  </a:cubicBezTo>
                  <a:cubicBezTo>
                    <a:pt x="3330406" y="178562"/>
                    <a:pt x="3431371" y="71120"/>
                    <a:pt x="3453088" y="38100"/>
                  </a:cubicBezTo>
                  <a:cubicBezTo>
                    <a:pt x="3461216" y="25781"/>
                    <a:pt x="3465407" y="12700"/>
                    <a:pt x="3465661" y="0"/>
                  </a:cubicBezTo>
                  <a:close/>
                  <a:moveTo>
                    <a:pt x="259674" y="28448"/>
                  </a:moveTo>
                  <a:cubicBezTo>
                    <a:pt x="257261" y="28448"/>
                    <a:pt x="254975" y="28575"/>
                    <a:pt x="252562" y="28829"/>
                  </a:cubicBezTo>
                  <a:cubicBezTo>
                    <a:pt x="236179" y="30607"/>
                    <a:pt x="220304" y="38354"/>
                    <a:pt x="208747" y="52832"/>
                  </a:cubicBezTo>
                  <a:cubicBezTo>
                    <a:pt x="189316" y="77089"/>
                    <a:pt x="195539" y="155829"/>
                    <a:pt x="220812" y="206248"/>
                  </a:cubicBezTo>
                  <a:cubicBezTo>
                    <a:pt x="244053" y="252730"/>
                    <a:pt x="257896" y="268224"/>
                    <a:pt x="313014" y="310261"/>
                  </a:cubicBezTo>
                  <a:cubicBezTo>
                    <a:pt x="336255" y="327914"/>
                    <a:pt x="371688" y="357759"/>
                    <a:pt x="391881" y="376428"/>
                  </a:cubicBezTo>
                  <a:cubicBezTo>
                    <a:pt x="421980" y="404368"/>
                    <a:pt x="432521" y="410210"/>
                    <a:pt x="454238" y="410210"/>
                  </a:cubicBezTo>
                  <a:cubicBezTo>
                    <a:pt x="454619" y="410210"/>
                    <a:pt x="454873" y="410210"/>
                    <a:pt x="455254" y="410210"/>
                  </a:cubicBezTo>
                  <a:cubicBezTo>
                    <a:pt x="495259" y="409829"/>
                    <a:pt x="520786" y="383921"/>
                    <a:pt x="520786" y="343662"/>
                  </a:cubicBezTo>
                  <a:cubicBezTo>
                    <a:pt x="520786" y="305435"/>
                    <a:pt x="491703" y="270510"/>
                    <a:pt x="408264" y="208407"/>
                  </a:cubicBezTo>
                  <a:cubicBezTo>
                    <a:pt x="358480" y="171323"/>
                    <a:pt x="330540" y="135890"/>
                    <a:pt x="330540" y="109855"/>
                  </a:cubicBezTo>
                  <a:cubicBezTo>
                    <a:pt x="330540" y="100584"/>
                    <a:pt x="325841" y="81915"/>
                    <a:pt x="320253" y="68453"/>
                  </a:cubicBezTo>
                  <a:cubicBezTo>
                    <a:pt x="309458" y="42545"/>
                    <a:pt x="284693" y="28702"/>
                    <a:pt x="259674" y="28702"/>
                  </a:cubicBezTo>
                  <a:close/>
                  <a:moveTo>
                    <a:pt x="70825" y="187071"/>
                  </a:moveTo>
                  <a:cubicBezTo>
                    <a:pt x="46441" y="187071"/>
                    <a:pt x="20787" y="199136"/>
                    <a:pt x="9611" y="220726"/>
                  </a:cubicBezTo>
                  <a:cubicBezTo>
                    <a:pt x="-11598" y="261747"/>
                    <a:pt x="213" y="299212"/>
                    <a:pt x="65999" y="400177"/>
                  </a:cubicBezTo>
                  <a:cubicBezTo>
                    <a:pt x="109306" y="466597"/>
                    <a:pt x="154391" y="518540"/>
                    <a:pt x="186141" y="538479"/>
                  </a:cubicBezTo>
                  <a:cubicBezTo>
                    <a:pt x="196174" y="544829"/>
                    <a:pt x="207096" y="547623"/>
                    <a:pt x="217891" y="547623"/>
                  </a:cubicBezTo>
                  <a:cubicBezTo>
                    <a:pt x="260817" y="547623"/>
                    <a:pt x="301711" y="503554"/>
                    <a:pt x="279740" y="463930"/>
                  </a:cubicBezTo>
                  <a:cubicBezTo>
                    <a:pt x="274787" y="455041"/>
                    <a:pt x="250530" y="421132"/>
                    <a:pt x="226019" y="388747"/>
                  </a:cubicBezTo>
                  <a:cubicBezTo>
                    <a:pt x="201508" y="356362"/>
                    <a:pt x="168615" y="304292"/>
                    <a:pt x="152994" y="273177"/>
                  </a:cubicBezTo>
                  <a:cubicBezTo>
                    <a:pt x="137373" y="242062"/>
                    <a:pt x="119974" y="211201"/>
                    <a:pt x="114259" y="204724"/>
                  </a:cubicBezTo>
                  <a:cubicBezTo>
                    <a:pt x="104480" y="193675"/>
                    <a:pt x="90002" y="187960"/>
                    <a:pt x="74762" y="187198"/>
                  </a:cubicBezTo>
                  <a:cubicBezTo>
                    <a:pt x="73492" y="187071"/>
                    <a:pt x="72222" y="187071"/>
                    <a:pt x="70952" y="187071"/>
                  </a:cubicBezTo>
                  <a:close/>
                  <a:moveTo>
                    <a:pt x="3035893" y="295148"/>
                  </a:moveTo>
                  <a:cubicBezTo>
                    <a:pt x="3012017" y="295148"/>
                    <a:pt x="2986617" y="311912"/>
                    <a:pt x="2940009" y="354203"/>
                  </a:cubicBezTo>
                  <a:cubicBezTo>
                    <a:pt x="2882859" y="406146"/>
                    <a:pt x="2806404" y="464057"/>
                    <a:pt x="2759287" y="491108"/>
                  </a:cubicBezTo>
                  <a:cubicBezTo>
                    <a:pt x="2717885" y="514857"/>
                    <a:pt x="2704804" y="532764"/>
                    <a:pt x="2704804" y="565657"/>
                  </a:cubicBezTo>
                  <a:cubicBezTo>
                    <a:pt x="2704804" y="590803"/>
                    <a:pt x="2722204" y="614679"/>
                    <a:pt x="2747096" y="623696"/>
                  </a:cubicBezTo>
                  <a:cubicBezTo>
                    <a:pt x="2753573" y="626109"/>
                    <a:pt x="2759415" y="627379"/>
                    <a:pt x="2765765" y="627379"/>
                  </a:cubicBezTo>
                  <a:cubicBezTo>
                    <a:pt x="2780497" y="627379"/>
                    <a:pt x="2798023" y="620140"/>
                    <a:pt x="2833201" y="601979"/>
                  </a:cubicBezTo>
                  <a:cubicBezTo>
                    <a:pt x="2931626" y="551052"/>
                    <a:pt x="3086185" y="425576"/>
                    <a:pt x="3099267" y="385953"/>
                  </a:cubicBezTo>
                  <a:cubicBezTo>
                    <a:pt x="3110696" y="351409"/>
                    <a:pt x="3094060" y="314579"/>
                    <a:pt x="3060912" y="300736"/>
                  </a:cubicBezTo>
                  <a:cubicBezTo>
                    <a:pt x="3052404" y="297180"/>
                    <a:pt x="3044529" y="295275"/>
                    <a:pt x="3036529" y="295148"/>
                  </a:cubicBezTo>
                  <a:cubicBezTo>
                    <a:pt x="3036274" y="295148"/>
                    <a:pt x="3036148" y="295148"/>
                    <a:pt x="3035893" y="295148"/>
                  </a:cubicBezTo>
                  <a:close/>
                  <a:moveTo>
                    <a:pt x="715731" y="463803"/>
                  </a:moveTo>
                  <a:cubicBezTo>
                    <a:pt x="679663" y="463803"/>
                    <a:pt x="654517" y="488568"/>
                    <a:pt x="654517" y="524382"/>
                  </a:cubicBezTo>
                  <a:cubicBezTo>
                    <a:pt x="654517" y="560450"/>
                    <a:pt x="678012" y="584326"/>
                    <a:pt x="780628" y="652652"/>
                  </a:cubicBezTo>
                  <a:cubicBezTo>
                    <a:pt x="835746" y="689355"/>
                    <a:pt x="871179" y="707135"/>
                    <a:pt x="896325" y="707135"/>
                  </a:cubicBezTo>
                  <a:cubicBezTo>
                    <a:pt x="916645" y="707135"/>
                    <a:pt x="930234" y="695578"/>
                    <a:pt x="942172" y="673099"/>
                  </a:cubicBezTo>
                  <a:cubicBezTo>
                    <a:pt x="966683" y="627125"/>
                    <a:pt x="944712" y="597026"/>
                    <a:pt x="834095" y="524255"/>
                  </a:cubicBezTo>
                  <a:cubicBezTo>
                    <a:pt x="761705" y="476630"/>
                    <a:pt x="737067" y="463930"/>
                    <a:pt x="716493" y="463676"/>
                  </a:cubicBezTo>
                  <a:cubicBezTo>
                    <a:pt x="716239" y="463676"/>
                    <a:pt x="715858" y="463676"/>
                    <a:pt x="715604" y="463676"/>
                  </a:cubicBezTo>
                  <a:close/>
                  <a:moveTo>
                    <a:pt x="3583263" y="142494"/>
                  </a:moveTo>
                  <a:cubicBezTo>
                    <a:pt x="3555450" y="142494"/>
                    <a:pt x="3550878" y="146177"/>
                    <a:pt x="3448262" y="250317"/>
                  </a:cubicBezTo>
                  <a:cubicBezTo>
                    <a:pt x="3343741" y="356362"/>
                    <a:pt x="3198834" y="477900"/>
                    <a:pt x="3076660" y="561974"/>
                  </a:cubicBezTo>
                  <a:cubicBezTo>
                    <a:pt x="3043005" y="585088"/>
                    <a:pt x="3010621" y="612393"/>
                    <a:pt x="3004397" y="622680"/>
                  </a:cubicBezTo>
                  <a:cubicBezTo>
                    <a:pt x="2980267" y="663320"/>
                    <a:pt x="3000079" y="714120"/>
                    <a:pt x="3044784" y="726058"/>
                  </a:cubicBezTo>
                  <a:cubicBezTo>
                    <a:pt x="3051515" y="727836"/>
                    <a:pt x="3060150" y="728725"/>
                    <a:pt x="3068278" y="728725"/>
                  </a:cubicBezTo>
                  <a:cubicBezTo>
                    <a:pt x="3074882" y="728725"/>
                    <a:pt x="3081232" y="728090"/>
                    <a:pt x="3085931" y="726820"/>
                  </a:cubicBezTo>
                  <a:cubicBezTo>
                    <a:pt x="3113109" y="719200"/>
                    <a:pt x="3224615" y="642492"/>
                    <a:pt x="3291290" y="585469"/>
                  </a:cubicBezTo>
                  <a:cubicBezTo>
                    <a:pt x="3323167" y="558291"/>
                    <a:pt x="3376761" y="512190"/>
                    <a:pt x="3410670" y="483234"/>
                  </a:cubicBezTo>
                  <a:cubicBezTo>
                    <a:pt x="3468582" y="433578"/>
                    <a:pt x="3608790" y="283718"/>
                    <a:pt x="3636095" y="242443"/>
                  </a:cubicBezTo>
                  <a:cubicBezTo>
                    <a:pt x="3665051" y="198501"/>
                    <a:pt x="3635587" y="142494"/>
                    <a:pt x="3583390" y="142494"/>
                  </a:cubicBezTo>
                  <a:close/>
                  <a:moveTo>
                    <a:pt x="389722" y="565403"/>
                  </a:moveTo>
                  <a:cubicBezTo>
                    <a:pt x="354162" y="565403"/>
                    <a:pt x="323555" y="596899"/>
                    <a:pt x="323555" y="633475"/>
                  </a:cubicBezTo>
                  <a:cubicBezTo>
                    <a:pt x="323555" y="657224"/>
                    <a:pt x="328635" y="665225"/>
                    <a:pt x="368513" y="703325"/>
                  </a:cubicBezTo>
                  <a:cubicBezTo>
                    <a:pt x="393278" y="726947"/>
                    <a:pt x="433283" y="759586"/>
                    <a:pt x="457413" y="775715"/>
                  </a:cubicBezTo>
                  <a:cubicBezTo>
                    <a:pt x="487258" y="795654"/>
                    <a:pt x="510753" y="805433"/>
                    <a:pt x="530819" y="805433"/>
                  </a:cubicBezTo>
                  <a:cubicBezTo>
                    <a:pt x="546440" y="805433"/>
                    <a:pt x="559902" y="799464"/>
                    <a:pt x="572602" y="787780"/>
                  </a:cubicBezTo>
                  <a:cubicBezTo>
                    <a:pt x="586572" y="774826"/>
                    <a:pt x="591144" y="763777"/>
                    <a:pt x="591017" y="743711"/>
                  </a:cubicBezTo>
                  <a:cubicBezTo>
                    <a:pt x="590763" y="712723"/>
                    <a:pt x="585175" y="704468"/>
                    <a:pt x="541868" y="671194"/>
                  </a:cubicBezTo>
                  <a:cubicBezTo>
                    <a:pt x="524469" y="657732"/>
                    <a:pt x="488655" y="628522"/>
                    <a:pt x="462493" y="606170"/>
                  </a:cubicBezTo>
                  <a:cubicBezTo>
                    <a:pt x="423885" y="573277"/>
                    <a:pt x="410042" y="565530"/>
                    <a:pt x="389722" y="565530"/>
                  </a:cubicBezTo>
                  <a:close/>
                  <a:moveTo>
                    <a:pt x="2542879" y="640333"/>
                  </a:moveTo>
                  <a:cubicBezTo>
                    <a:pt x="2542625" y="640333"/>
                    <a:pt x="2542244" y="640333"/>
                    <a:pt x="2541990" y="640333"/>
                  </a:cubicBezTo>
                  <a:cubicBezTo>
                    <a:pt x="2521289" y="640587"/>
                    <a:pt x="2491190" y="649477"/>
                    <a:pt x="2439882" y="667003"/>
                  </a:cubicBezTo>
                  <a:cubicBezTo>
                    <a:pt x="2265892" y="726566"/>
                    <a:pt x="2232872" y="747394"/>
                    <a:pt x="2232872" y="797051"/>
                  </a:cubicBezTo>
                  <a:cubicBezTo>
                    <a:pt x="2232872" y="819530"/>
                    <a:pt x="2237063" y="828420"/>
                    <a:pt x="2254589" y="843152"/>
                  </a:cubicBezTo>
                  <a:cubicBezTo>
                    <a:pt x="2268305" y="854709"/>
                    <a:pt x="2279735" y="860424"/>
                    <a:pt x="2294467" y="860424"/>
                  </a:cubicBezTo>
                  <a:cubicBezTo>
                    <a:pt x="2308691" y="860424"/>
                    <a:pt x="2325963" y="855090"/>
                    <a:pt x="2351109" y="844549"/>
                  </a:cubicBezTo>
                  <a:cubicBezTo>
                    <a:pt x="2373334" y="835278"/>
                    <a:pt x="2429341" y="815847"/>
                    <a:pt x="2475823" y="801369"/>
                  </a:cubicBezTo>
                  <a:cubicBezTo>
                    <a:pt x="2541990" y="780795"/>
                    <a:pt x="2565231" y="770127"/>
                    <a:pt x="2583265" y="752093"/>
                  </a:cubicBezTo>
                  <a:cubicBezTo>
                    <a:pt x="2611967" y="723391"/>
                    <a:pt x="2613618" y="695070"/>
                    <a:pt x="2588472" y="665225"/>
                  </a:cubicBezTo>
                  <a:cubicBezTo>
                    <a:pt x="2574502" y="648715"/>
                    <a:pt x="2563199" y="640333"/>
                    <a:pt x="2543006" y="640333"/>
                  </a:cubicBezTo>
                  <a:close/>
                  <a:moveTo>
                    <a:pt x="1189949" y="709548"/>
                  </a:moveTo>
                  <a:cubicBezTo>
                    <a:pt x="1182075" y="709548"/>
                    <a:pt x="1175725" y="711961"/>
                    <a:pt x="1166200" y="716025"/>
                  </a:cubicBezTo>
                  <a:cubicBezTo>
                    <a:pt x="1120607" y="735075"/>
                    <a:pt x="1108288" y="792860"/>
                    <a:pt x="1143086" y="824356"/>
                  </a:cubicBezTo>
                  <a:cubicBezTo>
                    <a:pt x="1155786" y="835786"/>
                    <a:pt x="1278849" y="887348"/>
                    <a:pt x="1362669" y="916177"/>
                  </a:cubicBezTo>
                  <a:cubicBezTo>
                    <a:pt x="1379560" y="922019"/>
                    <a:pt x="1395562" y="924686"/>
                    <a:pt x="1410040" y="924686"/>
                  </a:cubicBezTo>
                  <a:cubicBezTo>
                    <a:pt x="1452458" y="924686"/>
                    <a:pt x="1482049" y="901318"/>
                    <a:pt x="1482049" y="862202"/>
                  </a:cubicBezTo>
                  <a:cubicBezTo>
                    <a:pt x="1482049" y="821562"/>
                    <a:pt x="1460840" y="802131"/>
                    <a:pt x="1391498" y="779525"/>
                  </a:cubicBezTo>
                  <a:cubicBezTo>
                    <a:pt x="1360129" y="769238"/>
                    <a:pt x="1302344" y="748283"/>
                    <a:pt x="1263228" y="732916"/>
                  </a:cubicBezTo>
                  <a:cubicBezTo>
                    <a:pt x="1228557" y="719327"/>
                    <a:pt x="1210650" y="712342"/>
                    <a:pt x="1198204" y="710183"/>
                  </a:cubicBezTo>
                  <a:cubicBezTo>
                    <a:pt x="1195156" y="709675"/>
                    <a:pt x="1192489" y="709421"/>
                    <a:pt x="1189949" y="709421"/>
                  </a:cubicBezTo>
                  <a:close/>
                  <a:moveTo>
                    <a:pt x="1955504" y="800607"/>
                  </a:moveTo>
                  <a:cubicBezTo>
                    <a:pt x="1927691" y="800607"/>
                    <a:pt x="1893655" y="800988"/>
                    <a:pt x="1851999" y="801623"/>
                  </a:cubicBezTo>
                  <a:lnTo>
                    <a:pt x="1658579" y="804417"/>
                  </a:lnTo>
                  <a:lnTo>
                    <a:pt x="1639148" y="825753"/>
                  </a:lnTo>
                  <a:cubicBezTo>
                    <a:pt x="1628480" y="837437"/>
                    <a:pt x="1619717" y="853566"/>
                    <a:pt x="1619717" y="861440"/>
                  </a:cubicBezTo>
                  <a:cubicBezTo>
                    <a:pt x="1619717" y="873505"/>
                    <a:pt x="1637751" y="917066"/>
                    <a:pt x="1642831" y="917447"/>
                  </a:cubicBezTo>
                  <a:cubicBezTo>
                    <a:pt x="1643720" y="917447"/>
                    <a:pt x="1657055" y="922146"/>
                    <a:pt x="1672549" y="927734"/>
                  </a:cubicBezTo>
                  <a:cubicBezTo>
                    <a:pt x="1693885" y="935481"/>
                    <a:pt x="1740367" y="938021"/>
                    <a:pt x="1865207" y="938148"/>
                  </a:cubicBezTo>
                  <a:cubicBezTo>
                    <a:pt x="1873589" y="938148"/>
                    <a:pt x="1881590" y="938148"/>
                    <a:pt x="1889083" y="938148"/>
                  </a:cubicBezTo>
                  <a:cubicBezTo>
                    <a:pt x="2008209" y="938148"/>
                    <a:pt x="2034625" y="935989"/>
                    <a:pt x="2054437" y="926591"/>
                  </a:cubicBezTo>
                  <a:cubicBezTo>
                    <a:pt x="2087457" y="910970"/>
                    <a:pt x="2102571" y="876553"/>
                    <a:pt x="2091394" y="842517"/>
                  </a:cubicBezTo>
                  <a:cubicBezTo>
                    <a:pt x="2080853" y="810513"/>
                    <a:pt x="2073106" y="801623"/>
                    <a:pt x="1978618" y="800607"/>
                  </a:cubicBezTo>
                  <a:cubicBezTo>
                    <a:pt x="1971379" y="800480"/>
                    <a:pt x="1963632" y="800480"/>
                    <a:pt x="1955377" y="800480"/>
                  </a:cubicBezTo>
                  <a:close/>
                  <a:moveTo>
                    <a:pt x="2724743" y="785367"/>
                  </a:moveTo>
                  <a:cubicBezTo>
                    <a:pt x="2696676" y="785367"/>
                    <a:pt x="2650956" y="806068"/>
                    <a:pt x="2583011" y="849502"/>
                  </a:cubicBezTo>
                  <a:cubicBezTo>
                    <a:pt x="2562691" y="862456"/>
                    <a:pt x="2522305" y="884935"/>
                    <a:pt x="2493349" y="899286"/>
                  </a:cubicBezTo>
                  <a:cubicBezTo>
                    <a:pt x="2464393" y="913637"/>
                    <a:pt x="2435056" y="932433"/>
                    <a:pt x="2428325" y="940688"/>
                  </a:cubicBezTo>
                  <a:cubicBezTo>
                    <a:pt x="2403687" y="971422"/>
                    <a:pt x="2417911" y="1029588"/>
                    <a:pt x="2453598" y="1043939"/>
                  </a:cubicBezTo>
                  <a:cubicBezTo>
                    <a:pt x="2461853" y="1047241"/>
                    <a:pt x="2475188" y="1050162"/>
                    <a:pt x="2482935" y="1050416"/>
                  </a:cubicBezTo>
                  <a:cubicBezTo>
                    <a:pt x="2483062" y="1050416"/>
                    <a:pt x="2483190" y="1050416"/>
                    <a:pt x="2483316" y="1050416"/>
                  </a:cubicBezTo>
                  <a:cubicBezTo>
                    <a:pt x="2503255" y="1050416"/>
                    <a:pt x="2588472" y="1009014"/>
                    <a:pt x="2648797" y="969898"/>
                  </a:cubicBezTo>
                  <a:cubicBezTo>
                    <a:pt x="2675848" y="952372"/>
                    <a:pt x="2713440" y="930274"/>
                    <a:pt x="2732490" y="920622"/>
                  </a:cubicBezTo>
                  <a:cubicBezTo>
                    <a:pt x="2751540" y="910970"/>
                    <a:pt x="2771987" y="895984"/>
                    <a:pt x="2778083" y="887348"/>
                  </a:cubicBezTo>
                  <a:cubicBezTo>
                    <a:pt x="2805134" y="848740"/>
                    <a:pt x="2780242" y="793241"/>
                    <a:pt x="2732236" y="785621"/>
                  </a:cubicBezTo>
                  <a:cubicBezTo>
                    <a:pt x="2729823" y="785240"/>
                    <a:pt x="2727410" y="785113"/>
                    <a:pt x="2724743" y="785113"/>
                  </a:cubicBezTo>
                  <a:close/>
                  <a:moveTo>
                    <a:pt x="762340" y="818260"/>
                  </a:moveTo>
                  <a:cubicBezTo>
                    <a:pt x="760181" y="818260"/>
                    <a:pt x="758022" y="818387"/>
                    <a:pt x="755736" y="818514"/>
                  </a:cubicBezTo>
                  <a:cubicBezTo>
                    <a:pt x="738210" y="819911"/>
                    <a:pt x="717255" y="826515"/>
                    <a:pt x="705317" y="836548"/>
                  </a:cubicBezTo>
                  <a:cubicBezTo>
                    <a:pt x="662518" y="872616"/>
                    <a:pt x="673567" y="926210"/>
                    <a:pt x="729193" y="952245"/>
                  </a:cubicBezTo>
                  <a:cubicBezTo>
                    <a:pt x="746338" y="960246"/>
                    <a:pt x="762086" y="966850"/>
                    <a:pt x="764499" y="966850"/>
                  </a:cubicBezTo>
                  <a:cubicBezTo>
                    <a:pt x="766912" y="966850"/>
                    <a:pt x="851621" y="1007871"/>
                    <a:pt x="952967" y="1057909"/>
                  </a:cubicBezTo>
                  <a:cubicBezTo>
                    <a:pt x="1142070" y="1151381"/>
                    <a:pt x="1217127" y="1181353"/>
                    <a:pt x="1287358" y="1191640"/>
                  </a:cubicBezTo>
                  <a:cubicBezTo>
                    <a:pt x="1309456" y="1194815"/>
                    <a:pt x="1348699" y="1197863"/>
                    <a:pt x="1374480" y="1198371"/>
                  </a:cubicBezTo>
                  <a:cubicBezTo>
                    <a:pt x="1378798" y="1198498"/>
                    <a:pt x="1382608" y="1198498"/>
                    <a:pt x="1386291" y="1198498"/>
                  </a:cubicBezTo>
                  <a:cubicBezTo>
                    <a:pt x="1417152" y="1198498"/>
                    <a:pt x="1426296" y="1195196"/>
                    <a:pt x="1442679" y="1181480"/>
                  </a:cubicBezTo>
                  <a:cubicBezTo>
                    <a:pt x="1468206" y="1160017"/>
                    <a:pt x="1476461" y="1129410"/>
                    <a:pt x="1463634" y="1103248"/>
                  </a:cubicBezTo>
                  <a:cubicBezTo>
                    <a:pt x="1446997" y="1069339"/>
                    <a:pt x="1423375" y="1058290"/>
                    <a:pt x="1344762" y="1048003"/>
                  </a:cubicBezTo>
                  <a:cubicBezTo>
                    <a:pt x="1246337" y="1035049"/>
                    <a:pt x="1149817" y="998727"/>
                    <a:pt x="933028" y="893063"/>
                  </a:cubicBezTo>
                  <a:cubicBezTo>
                    <a:pt x="882609" y="868552"/>
                    <a:pt x="829650" y="844676"/>
                    <a:pt x="815172" y="840104"/>
                  </a:cubicBezTo>
                  <a:cubicBezTo>
                    <a:pt x="800694" y="835532"/>
                    <a:pt x="786978" y="828801"/>
                    <a:pt x="784819" y="825245"/>
                  </a:cubicBezTo>
                  <a:cubicBezTo>
                    <a:pt x="782660" y="821816"/>
                    <a:pt x="777961" y="819657"/>
                    <a:pt x="771865" y="818641"/>
                  </a:cubicBezTo>
                  <a:cubicBezTo>
                    <a:pt x="769071" y="818133"/>
                    <a:pt x="765896" y="818006"/>
                    <a:pt x="762594" y="818006"/>
                  </a:cubicBezTo>
                  <a:close/>
                  <a:moveTo>
                    <a:pt x="2199725" y="1051432"/>
                  </a:moveTo>
                  <a:cubicBezTo>
                    <a:pt x="2185882" y="1051432"/>
                    <a:pt x="2131272" y="1065402"/>
                    <a:pt x="2078441" y="1082420"/>
                  </a:cubicBezTo>
                  <a:cubicBezTo>
                    <a:pt x="1972904" y="1116456"/>
                    <a:pt x="1918421" y="1127632"/>
                    <a:pt x="1828759" y="1127632"/>
                  </a:cubicBezTo>
                  <a:cubicBezTo>
                    <a:pt x="1807041" y="1127632"/>
                    <a:pt x="1783166" y="1126997"/>
                    <a:pt x="1755988" y="1125854"/>
                  </a:cubicBezTo>
                  <a:cubicBezTo>
                    <a:pt x="1728683" y="1124711"/>
                    <a:pt x="1706204" y="1123949"/>
                    <a:pt x="1687662" y="1123949"/>
                  </a:cubicBezTo>
                  <a:cubicBezTo>
                    <a:pt x="1619463" y="1123949"/>
                    <a:pt x="1603969" y="1133474"/>
                    <a:pt x="1587586" y="1165097"/>
                  </a:cubicBezTo>
                  <a:cubicBezTo>
                    <a:pt x="1567520" y="1203959"/>
                    <a:pt x="1583776" y="1244091"/>
                    <a:pt x="1626956" y="1262379"/>
                  </a:cubicBezTo>
                  <a:cubicBezTo>
                    <a:pt x="1635465" y="1265935"/>
                    <a:pt x="1675343" y="1267840"/>
                    <a:pt x="1737700" y="1267840"/>
                  </a:cubicBezTo>
                  <a:cubicBezTo>
                    <a:pt x="1756369" y="1267840"/>
                    <a:pt x="1777070" y="1267713"/>
                    <a:pt x="1799422" y="1267332"/>
                  </a:cubicBezTo>
                  <a:cubicBezTo>
                    <a:pt x="1971760" y="1264665"/>
                    <a:pt x="1987128" y="1261744"/>
                    <a:pt x="2161498" y="1197736"/>
                  </a:cubicBezTo>
                  <a:cubicBezTo>
                    <a:pt x="2227411" y="1173479"/>
                    <a:pt x="2244048" y="1164462"/>
                    <a:pt x="2255097" y="1146809"/>
                  </a:cubicBezTo>
                  <a:cubicBezTo>
                    <a:pt x="2281641" y="1104391"/>
                    <a:pt x="2250906" y="1051432"/>
                    <a:pt x="2199725" y="1051432"/>
                  </a:cubicBezTo>
                  <a:close/>
                </a:path>
              </a:pathLst>
            </a:custGeom>
            <a:solidFill>
              <a:srgbClr val="FFC26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877992" y="-63503"/>
            <a:ext cx="4473512" cy="3555997"/>
            <a:chOff x="0" y="0"/>
            <a:chExt cx="4473512" cy="355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979883" y="63500"/>
              <a:ext cx="3429051" cy="3429000"/>
            </a:xfrm>
            <a:custGeom>
              <a:avLst/>
              <a:gdLst/>
              <a:ahLst/>
              <a:cxnLst/>
              <a:rect r="r" b="b" t="t" l="l"/>
              <a:pathLst>
                <a:path h="3429000" w="3429051">
                  <a:moveTo>
                    <a:pt x="49" y="0"/>
                  </a:moveTo>
                  <a:lnTo>
                    <a:pt x="3429051" y="0"/>
                  </a:lnTo>
                  <a:lnTo>
                    <a:pt x="3429051" y="3429000"/>
                  </a:lnTo>
                  <a:cubicBezTo>
                    <a:pt x="3429051" y="3429000"/>
                    <a:pt x="2451786" y="3302127"/>
                    <a:pt x="2540940" y="2678049"/>
                  </a:cubicBezTo>
                  <a:cubicBezTo>
                    <a:pt x="2541575" y="2671826"/>
                    <a:pt x="2542972" y="2664968"/>
                    <a:pt x="2543734" y="2658872"/>
                  </a:cubicBezTo>
                  <a:cubicBezTo>
                    <a:pt x="2569769" y="2453132"/>
                    <a:pt x="2520366" y="2252853"/>
                    <a:pt x="2416226" y="2086864"/>
                  </a:cubicBezTo>
                  <a:cubicBezTo>
                    <a:pt x="2238552" y="1805051"/>
                    <a:pt x="2303069" y="1433322"/>
                    <a:pt x="2559609" y="1220724"/>
                  </a:cubicBezTo>
                  <a:lnTo>
                    <a:pt x="2847010" y="982091"/>
                  </a:lnTo>
                  <a:cubicBezTo>
                    <a:pt x="2934766" y="908685"/>
                    <a:pt x="2955341" y="783844"/>
                    <a:pt x="2898445" y="684403"/>
                  </a:cubicBezTo>
                  <a:cubicBezTo>
                    <a:pt x="2897810" y="683768"/>
                    <a:pt x="2897810" y="683006"/>
                    <a:pt x="2897047" y="682371"/>
                  </a:cubicBezTo>
                  <a:cubicBezTo>
                    <a:pt x="2675560" y="289433"/>
                    <a:pt x="2005507" y="572643"/>
                    <a:pt x="2005507" y="572643"/>
                  </a:cubicBezTo>
                  <a:cubicBezTo>
                    <a:pt x="2005507" y="572643"/>
                    <a:pt x="850442" y="1042416"/>
                    <a:pt x="216076" y="277749"/>
                  </a:cubicBezTo>
                  <a:cubicBezTo>
                    <a:pt x="-8968" y="6223"/>
                    <a:pt x="49" y="0"/>
                    <a:pt x="49" y="0"/>
                  </a:cubicBezTo>
                  <a:close/>
                </a:path>
              </a:pathLst>
            </a:custGeom>
            <a:solidFill>
              <a:srgbClr val="FFB4C9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67" y="70612"/>
              <a:ext cx="4346638" cy="2543937"/>
            </a:xfrm>
            <a:custGeom>
              <a:avLst/>
              <a:gdLst/>
              <a:ahLst/>
              <a:cxnLst/>
              <a:rect r="r" b="b" t="t" l="l"/>
              <a:pathLst>
                <a:path h="2543937" w="4346638">
                  <a:moveTo>
                    <a:pt x="49082" y="0"/>
                  </a:moveTo>
                  <a:cubicBezTo>
                    <a:pt x="-13529" y="0"/>
                    <a:pt x="-5528" y="5588"/>
                    <a:pt x="14665" y="80899"/>
                  </a:cubicBezTo>
                  <a:cubicBezTo>
                    <a:pt x="43621" y="189230"/>
                    <a:pt x="69656" y="231394"/>
                    <a:pt x="187639" y="362204"/>
                  </a:cubicBezTo>
                  <a:cubicBezTo>
                    <a:pt x="225993" y="404749"/>
                    <a:pt x="251266" y="422910"/>
                    <a:pt x="278317" y="422910"/>
                  </a:cubicBezTo>
                  <a:cubicBezTo>
                    <a:pt x="289239" y="422910"/>
                    <a:pt x="300542" y="419989"/>
                    <a:pt x="312988" y="414401"/>
                  </a:cubicBezTo>
                  <a:cubicBezTo>
                    <a:pt x="347532" y="399034"/>
                    <a:pt x="372297" y="361442"/>
                    <a:pt x="371916" y="324866"/>
                  </a:cubicBezTo>
                  <a:cubicBezTo>
                    <a:pt x="371662" y="295402"/>
                    <a:pt x="349564" y="259842"/>
                    <a:pt x="291906" y="196215"/>
                  </a:cubicBezTo>
                  <a:cubicBezTo>
                    <a:pt x="236026" y="134493"/>
                    <a:pt x="200085" y="77597"/>
                    <a:pt x="185099" y="26670"/>
                  </a:cubicBezTo>
                  <a:lnTo>
                    <a:pt x="177352" y="254"/>
                  </a:lnTo>
                  <a:lnTo>
                    <a:pt x="87944" y="254"/>
                  </a:lnTo>
                  <a:cubicBezTo>
                    <a:pt x="72704" y="254"/>
                    <a:pt x="59877" y="127"/>
                    <a:pt x="49082" y="127"/>
                  </a:cubicBezTo>
                  <a:close/>
                  <a:moveTo>
                    <a:pt x="555558" y="473837"/>
                  </a:moveTo>
                  <a:cubicBezTo>
                    <a:pt x="554669" y="473837"/>
                    <a:pt x="553780" y="473837"/>
                    <a:pt x="552891" y="473837"/>
                  </a:cubicBezTo>
                  <a:cubicBezTo>
                    <a:pt x="522157" y="474726"/>
                    <a:pt x="490788" y="490347"/>
                    <a:pt x="476564" y="516890"/>
                  </a:cubicBezTo>
                  <a:cubicBezTo>
                    <a:pt x="455609" y="555879"/>
                    <a:pt x="465134" y="593217"/>
                    <a:pt x="504631" y="626364"/>
                  </a:cubicBezTo>
                  <a:cubicBezTo>
                    <a:pt x="516188" y="636143"/>
                    <a:pt x="561654" y="676402"/>
                    <a:pt x="605850" y="715899"/>
                  </a:cubicBezTo>
                  <a:cubicBezTo>
                    <a:pt x="737168" y="833501"/>
                    <a:pt x="783523" y="869315"/>
                    <a:pt x="824671" y="869315"/>
                  </a:cubicBezTo>
                  <a:cubicBezTo>
                    <a:pt x="835974" y="869315"/>
                    <a:pt x="846896" y="866648"/>
                    <a:pt x="859088" y="862203"/>
                  </a:cubicBezTo>
                  <a:cubicBezTo>
                    <a:pt x="890965" y="850519"/>
                    <a:pt x="904427" y="837311"/>
                    <a:pt x="916492" y="805815"/>
                  </a:cubicBezTo>
                  <a:cubicBezTo>
                    <a:pt x="924621" y="784479"/>
                    <a:pt x="925255" y="774700"/>
                    <a:pt x="919668" y="753872"/>
                  </a:cubicBezTo>
                  <a:cubicBezTo>
                    <a:pt x="911793" y="724662"/>
                    <a:pt x="917635" y="729869"/>
                    <a:pt x="742756" y="595757"/>
                  </a:cubicBezTo>
                  <a:cubicBezTo>
                    <a:pt x="674684" y="543560"/>
                    <a:pt x="612200" y="495554"/>
                    <a:pt x="603691" y="488950"/>
                  </a:cubicBezTo>
                  <a:cubicBezTo>
                    <a:pt x="590229" y="478536"/>
                    <a:pt x="573084" y="473710"/>
                    <a:pt x="555558" y="473710"/>
                  </a:cubicBezTo>
                  <a:close/>
                  <a:moveTo>
                    <a:pt x="1172398" y="848233"/>
                  </a:moveTo>
                  <a:cubicBezTo>
                    <a:pt x="1107755" y="848233"/>
                    <a:pt x="1090483" y="855980"/>
                    <a:pt x="1072194" y="877697"/>
                  </a:cubicBezTo>
                  <a:cubicBezTo>
                    <a:pt x="1042350" y="913257"/>
                    <a:pt x="1043492" y="956818"/>
                    <a:pt x="1075369" y="988568"/>
                  </a:cubicBezTo>
                  <a:cubicBezTo>
                    <a:pt x="1095181" y="1008380"/>
                    <a:pt x="1098991" y="1009396"/>
                    <a:pt x="1196147" y="1020318"/>
                  </a:cubicBezTo>
                  <a:cubicBezTo>
                    <a:pt x="1230310" y="1024128"/>
                    <a:pt x="1288476" y="1031367"/>
                    <a:pt x="1325433" y="1036193"/>
                  </a:cubicBezTo>
                  <a:cubicBezTo>
                    <a:pt x="1366073" y="1041527"/>
                    <a:pt x="1389949" y="1044321"/>
                    <a:pt x="1406205" y="1044321"/>
                  </a:cubicBezTo>
                  <a:cubicBezTo>
                    <a:pt x="1424493" y="1044321"/>
                    <a:pt x="1433129" y="1040765"/>
                    <a:pt x="1445194" y="1033399"/>
                  </a:cubicBezTo>
                  <a:cubicBezTo>
                    <a:pt x="1508313" y="994918"/>
                    <a:pt x="1502344" y="905637"/>
                    <a:pt x="1434399" y="871855"/>
                  </a:cubicBezTo>
                  <a:cubicBezTo>
                    <a:pt x="1408110" y="858774"/>
                    <a:pt x="1391854" y="856742"/>
                    <a:pt x="1271839" y="851154"/>
                  </a:cubicBezTo>
                  <a:cubicBezTo>
                    <a:pt x="1234120" y="849376"/>
                    <a:pt x="1204402" y="848360"/>
                    <a:pt x="1180653" y="848106"/>
                  </a:cubicBezTo>
                  <a:cubicBezTo>
                    <a:pt x="1177859" y="848106"/>
                    <a:pt x="1175192" y="848106"/>
                    <a:pt x="1172525" y="848106"/>
                  </a:cubicBezTo>
                  <a:close/>
                  <a:moveTo>
                    <a:pt x="1626550" y="1039495"/>
                  </a:moveTo>
                  <a:cubicBezTo>
                    <a:pt x="1609024" y="1039495"/>
                    <a:pt x="1591625" y="1043686"/>
                    <a:pt x="1579052" y="1052322"/>
                  </a:cubicBezTo>
                  <a:cubicBezTo>
                    <a:pt x="1537142" y="1080770"/>
                    <a:pt x="1531173" y="1137666"/>
                    <a:pt x="1565844" y="1177290"/>
                  </a:cubicBezTo>
                  <a:cubicBezTo>
                    <a:pt x="1587180" y="1201801"/>
                    <a:pt x="1652839" y="1307846"/>
                    <a:pt x="1693606" y="1383919"/>
                  </a:cubicBezTo>
                  <a:cubicBezTo>
                    <a:pt x="1726626" y="1445641"/>
                    <a:pt x="1741485" y="1464691"/>
                    <a:pt x="1766631" y="1477772"/>
                  </a:cubicBezTo>
                  <a:cubicBezTo>
                    <a:pt x="1776664" y="1482979"/>
                    <a:pt x="1794952" y="1485900"/>
                    <a:pt x="1811716" y="1485900"/>
                  </a:cubicBezTo>
                  <a:cubicBezTo>
                    <a:pt x="1822638" y="1485900"/>
                    <a:pt x="1832925" y="1484630"/>
                    <a:pt x="1840037" y="1482090"/>
                  </a:cubicBezTo>
                  <a:cubicBezTo>
                    <a:pt x="1854515" y="1476756"/>
                    <a:pt x="1877629" y="1454023"/>
                    <a:pt x="1887281" y="1435481"/>
                  </a:cubicBezTo>
                  <a:cubicBezTo>
                    <a:pt x="1900235" y="1410589"/>
                    <a:pt x="1897822" y="1375537"/>
                    <a:pt x="1880550" y="1338453"/>
                  </a:cubicBezTo>
                  <a:cubicBezTo>
                    <a:pt x="1849181" y="1271016"/>
                    <a:pt x="1717482" y="1084580"/>
                    <a:pt x="1680906" y="1055878"/>
                  </a:cubicBezTo>
                  <a:cubicBezTo>
                    <a:pt x="1667952" y="1045718"/>
                    <a:pt x="1649283" y="1040130"/>
                    <a:pt x="1630487" y="1039495"/>
                  </a:cubicBezTo>
                  <a:cubicBezTo>
                    <a:pt x="1629217" y="1039495"/>
                    <a:pt x="1627947" y="1039368"/>
                    <a:pt x="1626677" y="1039368"/>
                  </a:cubicBezTo>
                  <a:close/>
                  <a:moveTo>
                    <a:pt x="719515" y="127"/>
                  </a:moveTo>
                  <a:lnTo>
                    <a:pt x="730691" y="18923"/>
                  </a:lnTo>
                  <a:cubicBezTo>
                    <a:pt x="753424" y="57531"/>
                    <a:pt x="835085" y="154559"/>
                    <a:pt x="899474" y="219837"/>
                  </a:cubicBezTo>
                  <a:cubicBezTo>
                    <a:pt x="1013647" y="335407"/>
                    <a:pt x="1098229" y="397510"/>
                    <a:pt x="1236406" y="466852"/>
                  </a:cubicBezTo>
                  <a:cubicBezTo>
                    <a:pt x="1340038" y="518922"/>
                    <a:pt x="1421953" y="548132"/>
                    <a:pt x="1559367" y="582041"/>
                  </a:cubicBezTo>
                  <a:cubicBezTo>
                    <a:pt x="1751772" y="629412"/>
                    <a:pt x="1806128" y="657352"/>
                    <a:pt x="1883217" y="748157"/>
                  </a:cubicBezTo>
                  <a:cubicBezTo>
                    <a:pt x="1943669" y="819404"/>
                    <a:pt x="1960433" y="847344"/>
                    <a:pt x="2023425" y="982599"/>
                  </a:cubicBezTo>
                  <a:cubicBezTo>
                    <a:pt x="2084893" y="1114679"/>
                    <a:pt x="2117024" y="1173353"/>
                    <a:pt x="2159315" y="1231646"/>
                  </a:cubicBezTo>
                  <a:cubicBezTo>
                    <a:pt x="2308667" y="1437005"/>
                    <a:pt x="2660076" y="1586230"/>
                    <a:pt x="3096321" y="1629410"/>
                  </a:cubicBezTo>
                  <a:cubicBezTo>
                    <a:pt x="3196525" y="1639316"/>
                    <a:pt x="3510469" y="1654556"/>
                    <a:pt x="3615370" y="1654683"/>
                  </a:cubicBezTo>
                  <a:cubicBezTo>
                    <a:pt x="3821873" y="1654810"/>
                    <a:pt x="3966653" y="1669796"/>
                    <a:pt x="4103305" y="1705229"/>
                  </a:cubicBezTo>
                  <a:cubicBezTo>
                    <a:pt x="4173028" y="1723263"/>
                    <a:pt x="4319205" y="1775206"/>
                    <a:pt x="4330762" y="1786001"/>
                  </a:cubicBezTo>
                  <a:cubicBezTo>
                    <a:pt x="4334064" y="1789049"/>
                    <a:pt x="4338890" y="1791462"/>
                    <a:pt x="4341684" y="1791462"/>
                  </a:cubicBezTo>
                  <a:cubicBezTo>
                    <a:pt x="4344478" y="1791462"/>
                    <a:pt x="4346637" y="1745742"/>
                    <a:pt x="4346637" y="1689735"/>
                  </a:cubicBezTo>
                  <a:lnTo>
                    <a:pt x="4346637" y="1688846"/>
                  </a:lnTo>
                  <a:cubicBezTo>
                    <a:pt x="4346637" y="1598168"/>
                    <a:pt x="4345494" y="1586992"/>
                    <a:pt x="4335715" y="1583055"/>
                  </a:cubicBezTo>
                  <a:cubicBezTo>
                    <a:pt x="4295202" y="1566545"/>
                    <a:pt x="4189157" y="1533144"/>
                    <a:pt x="4128959" y="1518031"/>
                  </a:cubicBezTo>
                  <a:cubicBezTo>
                    <a:pt x="3982528" y="1481328"/>
                    <a:pt x="3875975" y="1470660"/>
                    <a:pt x="3600257" y="1464945"/>
                  </a:cubicBezTo>
                  <a:cubicBezTo>
                    <a:pt x="3224973" y="1457325"/>
                    <a:pt x="3007421" y="1437894"/>
                    <a:pt x="2832161" y="1396365"/>
                  </a:cubicBezTo>
                  <a:cubicBezTo>
                    <a:pt x="2629977" y="1348486"/>
                    <a:pt x="2427793" y="1250696"/>
                    <a:pt x="2345751" y="1160780"/>
                  </a:cubicBezTo>
                  <a:cubicBezTo>
                    <a:pt x="2289109" y="1098804"/>
                    <a:pt x="2280092" y="1082548"/>
                    <a:pt x="2147250" y="804164"/>
                  </a:cubicBezTo>
                  <a:cubicBezTo>
                    <a:pt x="2097847" y="700659"/>
                    <a:pt x="1982912" y="564769"/>
                    <a:pt x="1895282" y="506476"/>
                  </a:cubicBezTo>
                  <a:cubicBezTo>
                    <a:pt x="1825178" y="459867"/>
                    <a:pt x="1751518" y="433578"/>
                    <a:pt x="1572575" y="391795"/>
                  </a:cubicBezTo>
                  <a:cubicBezTo>
                    <a:pt x="1493073" y="373126"/>
                    <a:pt x="1367343" y="324993"/>
                    <a:pt x="1289491" y="283083"/>
                  </a:cubicBezTo>
                  <a:cubicBezTo>
                    <a:pt x="1182430" y="225679"/>
                    <a:pt x="1101658" y="160782"/>
                    <a:pt x="992692" y="44704"/>
                  </a:cubicBezTo>
                  <a:lnTo>
                    <a:pt x="950782" y="127"/>
                  </a:lnTo>
                  <a:close/>
                  <a:moveTo>
                    <a:pt x="2179000" y="1549527"/>
                  </a:moveTo>
                  <a:cubicBezTo>
                    <a:pt x="2178365" y="1549527"/>
                    <a:pt x="2177857" y="1549527"/>
                    <a:pt x="2177222" y="1549527"/>
                  </a:cubicBezTo>
                  <a:cubicBezTo>
                    <a:pt x="2166300" y="1549781"/>
                    <a:pt x="2154870" y="1552702"/>
                    <a:pt x="2142551" y="1557909"/>
                  </a:cubicBezTo>
                  <a:cubicBezTo>
                    <a:pt x="2115500" y="1569212"/>
                    <a:pt x="2096069" y="1600581"/>
                    <a:pt x="2095942" y="1632712"/>
                  </a:cubicBezTo>
                  <a:cubicBezTo>
                    <a:pt x="2095942" y="1659509"/>
                    <a:pt x="2128581" y="1712976"/>
                    <a:pt x="2198558" y="1800860"/>
                  </a:cubicBezTo>
                  <a:cubicBezTo>
                    <a:pt x="2293935" y="1920494"/>
                    <a:pt x="2343465" y="1963928"/>
                    <a:pt x="2393630" y="1963928"/>
                  </a:cubicBezTo>
                  <a:cubicBezTo>
                    <a:pt x="2403536" y="1963928"/>
                    <a:pt x="2413315" y="1962277"/>
                    <a:pt x="2423602" y="1959102"/>
                  </a:cubicBezTo>
                  <a:cubicBezTo>
                    <a:pt x="2450780" y="1950847"/>
                    <a:pt x="2480244" y="1919732"/>
                    <a:pt x="2485070" y="1894332"/>
                  </a:cubicBezTo>
                  <a:cubicBezTo>
                    <a:pt x="2492817" y="1853057"/>
                    <a:pt x="2484308" y="1838960"/>
                    <a:pt x="2400996" y="1755140"/>
                  </a:cubicBezTo>
                  <a:cubicBezTo>
                    <a:pt x="2357181" y="1711071"/>
                    <a:pt x="2303841" y="1652905"/>
                    <a:pt x="2282505" y="1625981"/>
                  </a:cubicBezTo>
                  <a:cubicBezTo>
                    <a:pt x="2240087" y="1572387"/>
                    <a:pt x="2211131" y="1549527"/>
                    <a:pt x="2178873" y="1549527"/>
                  </a:cubicBezTo>
                  <a:close/>
                  <a:moveTo>
                    <a:pt x="2650678" y="1950212"/>
                  </a:moveTo>
                  <a:cubicBezTo>
                    <a:pt x="2620198" y="1950212"/>
                    <a:pt x="2600513" y="1959864"/>
                    <a:pt x="2581590" y="1981581"/>
                  </a:cubicBezTo>
                  <a:cubicBezTo>
                    <a:pt x="2566604" y="1998726"/>
                    <a:pt x="2562413" y="2009267"/>
                    <a:pt x="2562413" y="2029714"/>
                  </a:cubicBezTo>
                  <a:cubicBezTo>
                    <a:pt x="2562413" y="2061083"/>
                    <a:pt x="2579812" y="2092325"/>
                    <a:pt x="2604069" y="2104517"/>
                  </a:cubicBezTo>
                  <a:cubicBezTo>
                    <a:pt x="2627310" y="2116201"/>
                    <a:pt x="2717734" y="2136648"/>
                    <a:pt x="2801808" y="2149348"/>
                  </a:cubicBezTo>
                  <a:cubicBezTo>
                    <a:pt x="2839400" y="2154936"/>
                    <a:pt x="2886009" y="2163572"/>
                    <a:pt x="2905313" y="2168398"/>
                  </a:cubicBezTo>
                  <a:cubicBezTo>
                    <a:pt x="2926903" y="2173859"/>
                    <a:pt x="2944810" y="2176526"/>
                    <a:pt x="2960177" y="2176526"/>
                  </a:cubicBezTo>
                  <a:cubicBezTo>
                    <a:pt x="2975544" y="2176526"/>
                    <a:pt x="2988625" y="2173859"/>
                    <a:pt x="3000817" y="2168398"/>
                  </a:cubicBezTo>
                  <a:cubicBezTo>
                    <a:pt x="3032313" y="2154428"/>
                    <a:pt x="3048950" y="2131187"/>
                    <a:pt x="3052252" y="2096516"/>
                  </a:cubicBezTo>
                  <a:cubicBezTo>
                    <a:pt x="3059872" y="2017141"/>
                    <a:pt x="2990911" y="1981200"/>
                    <a:pt x="2808031" y="1969135"/>
                  </a:cubicBezTo>
                  <a:cubicBezTo>
                    <a:pt x="2773868" y="1966849"/>
                    <a:pt x="2724338" y="1960880"/>
                    <a:pt x="2698049" y="1955673"/>
                  </a:cubicBezTo>
                  <a:cubicBezTo>
                    <a:pt x="2682936" y="1952752"/>
                    <a:pt x="2669855" y="1950974"/>
                    <a:pt x="2658298" y="1950466"/>
                  </a:cubicBezTo>
                  <a:cubicBezTo>
                    <a:pt x="2655758" y="1950339"/>
                    <a:pt x="2653218" y="1950339"/>
                    <a:pt x="2650805" y="1950339"/>
                  </a:cubicBezTo>
                  <a:close/>
                  <a:moveTo>
                    <a:pt x="3590224" y="2001012"/>
                  </a:moveTo>
                  <a:cubicBezTo>
                    <a:pt x="3590098" y="2001012"/>
                    <a:pt x="3589970" y="2001012"/>
                    <a:pt x="3589843" y="2001012"/>
                  </a:cubicBezTo>
                  <a:cubicBezTo>
                    <a:pt x="3547680" y="2001139"/>
                    <a:pt x="3341305" y="2039366"/>
                    <a:pt x="3311332" y="2052574"/>
                  </a:cubicBezTo>
                  <a:cubicBezTo>
                    <a:pt x="3242880" y="2082800"/>
                    <a:pt x="3234117" y="2175891"/>
                    <a:pt x="3296728" y="2209546"/>
                  </a:cubicBezTo>
                  <a:cubicBezTo>
                    <a:pt x="3310062" y="2216658"/>
                    <a:pt x="3325430" y="2220468"/>
                    <a:pt x="3339273" y="2220468"/>
                  </a:cubicBezTo>
                  <a:cubicBezTo>
                    <a:pt x="3349687" y="2220468"/>
                    <a:pt x="3359212" y="2218436"/>
                    <a:pt x="3366450" y="2214118"/>
                  </a:cubicBezTo>
                  <a:cubicBezTo>
                    <a:pt x="3372547" y="2210562"/>
                    <a:pt x="3428173" y="2202307"/>
                    <a:pt x="3490022" y="2195576"/>
                  </a:cubicBezTo>
                  <a:cubicBezTo>
                    <a:pt x="3565332" y="2187448"/>
                    <a:pt x="3611433" y="2179574"/>
                    <a:pt x="3629594" y="2171573"/>
                  </a:cubicBezTo>
                  <a:cubicBezTo>
                    <a:pt x="3717987" y="2132457"/>
                    <a:pt x="3687253" y="2001139"/>
                    <a:pt x="3590098" y="2001139"/>
                  </a:cubicBezTo>
                  <a:close/>
                  <a:moveTo>
                    <a:pt x="283905" y="127"/>
                  </a:moveTo>
                  <a:lnTo>
                    <a:pt x="296351" y="20320"/>
                  </a:lnTo>
                  <a:cubicBezTo>
                    <a:pt x="303209" y="31496"/>
                    <a:pt x="323275" y="65786"/>
                    <a:pt x="340928" y="96520"/>
                  </a:cubicBezTo>
                  <a:cubicBezTo>
                    <a:pt x="389188" y="180467"/>
                    <a:pt x="414842" y="212090"/>
                    <a:pt x="517585" y="314325"/>
                  </a:cubicBezTo>
                  <a:cubicBezTo>
                    <a:pt x="622614" y="418719"/>
                    <a:pt x="678494" y="465201"/>
                    <a:pt x="801176" y="550164"/>
                  </a:cubicBezTo>
                  <a:cubicBezTo>
                    <a:pt x="962720" y="662051"/>
                    <a:pt x="981263" y="669798"/>
                    <a:pt x="1242756" y="734441"/>
                  </a:cubicBezTo>
                  <a:cubicBezTo>
                    <a:pt x="1464625" y="789305"/>
                    <a:pt x="1510980" y="808101"/>
                    <a:pt x="1600642" y="878967"/>
                  </a:cubicBezTo>
                  <a:cubicBezTo>
                    <a:pt x="1697670" y="955675"/>
                    <a:pt x="1752915" y="1033399"/>
                    <a:pt x="1849562" y="1228471"/>
                  </a:cubicBezTo>
                  <a:cubicBezTo>
                    <a:pt x="1928175" y="1387221"/>
                    <a:pt x="2011995" y="1503426"/>
                    <a:pt x="2141408" y="1632966"/>
                  </a:cubicBezTo>
                  <a:cubicBezTo>
                    <a:pt x="2251263" y="1742948"/>
                    <a:pt x="2352609" y="1808353"/>
                    <a:pt x="2482022" y="1852803"/>
                  </a:cubicBezTo>
                  <a:cubicBezTo>
                    <a:pt x="2608514" y="1896237"/>
                    <a:pt x="2721544" y="1913128"/>
                    <a:pt x="2947096" y="1922018"/>
                  </a:cubicBezTo>
                  <a:cubicBezTo>
                    <a:pt x="3120959" y="1928876"/>
                    <a:pt x="3248722" y="1938147"/>
                    <a:pt x="3329620" y="1949831"/>
                  </a:cubicBezTo>
                  <a:cubicBezTo>
                    <a:pt x="3363783" y="1954784"/>
                    <a:pt x="3428173" y="1961642"/>
                    <a:pt x="3472623" y="1965325"/>
                  </a:cubicBezTo>
                  <a:cubicBezTo>
                    <a:pt x="3556697" y="1972056"/>
                    <a:pt x="3690174" y="1991741"/>
                    <a:pt x="3839653" y="2019300"/>
                  </a:cubicBezTo>
                  <a:cubicBezTo>
                    <a:pt x="3992180" y="2047367"/>
                    <a:pt x="4048441" y="2065274"/>
                    <a:pt x="4159693" y="2120519"/>
                  </a:cubicBezTo>
                  <a:cubicBezTo>
                    <a:pt x="4229416" y="2155190"/>
                    <a:pt x="4270183" y="2182495"/>
                    <a:pt x="4317046" y="2225929"/>
                  </a:cubicBezTo>
                  <a:lnTo>
                    <a:pt x="4346637" y="2253361"/>
                  </a:lnTo>
                  <a:lnTo>
                    <a:pt x="4346637" y="2009267"/>
                  </a:lnTo>
                  <a:lnTo>
                    <a:pt x="4320221" y="1992503"/>
                  </a:lnTo>
                  <a:cubicBezTo>
                    <a:pt x="4275771" y="1964309"/>
                    <a:pt x="4147120" y="1905000"/>
                    <a:pt x="4086287" y="1884680"/>
                  </a:cubicBezTo>
                  <a:cubicBezTo>
                    <a:pt x="4025835" y="1864487"/>
                    <a:pt x="3903534" y="1837309"/>
                    <a:pt x="3793044" y="1819783"/>
                  </a:cubicBezTo>
                  <a:cubicBezTo>
                    <a:pt x="3757103" y="1814068"/>
                    <a:pt x="3694111" y="1803908"/>
                    <a:pt x="3653089" y="1797304"/>
                  </a:cubicBezTo>
                  <a:cubicBezTo>
                    <a:pt x="3612069" y="1790700"/>
                    <a:pt x="3543488" y="1782318"/>
                    <a:pt x="3500689" y="1778635"/>
                  </a:cubicBezTo>
                  <a:cubicBezTo>
                    <a:pt x="3457891" y="1774952"/>
                    <a:pt x="3390707" y="1767840"/>
                    <a:pt x="3351464" y="1762633"/>
                  </a:cubicBezTo>
                  <a:cubicBezTo>
                    <a:pt x="3250373" y="1749298"/>
                    <a:pt x="3160075" y="1742694"/>
                    <a:pt x="2981386" y="1735709"/>
                  </a:cubicBezTo>
                  <a:cubicBezTo>
                    <a:pt x="2650551" y="1722755"/>
                    <a:pt x="2526472" y="1692148"/>
                    <a:pt x="2371024" y="1585087"/>
                  </a:cubicBezTo>
                  <a:cubicBezTo>
                    <a:pt x="2312604" y="1544955"/>
                    <a:pt x="2210623" y="1439164"/>
                    <a:pt x="2143186" y="1348994"/>
                  </a:cubicBezTo>
                  <a:cubicBezTo>
                    <a:pt x="2079813" y="1264285"/>
                    <a:pt x="2050730" y="1217041"/>
                    <a:pt x="2017583" y="1144524"/>
                  </a:cubicBezTo>
                  <a:cubicBezTo>
                    <a:pt x="1903791" y="895731"/>
                    <a:pt x="1772600" y="744474"/>
                    <a:pt x="1585021" y="645287"/>
                  </a:cubicBezTo>
                  <a:cubicBezTo>
                    <a:pt x="1523045" y="612521"/>
                    <a:pt x="1487358" y="601091"/>
                    <a:pt x="1319972" y="559943"/>
                  </a:cubicBezTo>
                  <a:cubicBezTo>
                    <a:pt x="1102293" y="506476"/>
                    <a:pt x="1094927" y="504444"/>
                    <a:pt x="1052763" y="485394"/>
                  </a:cubicBezTo>
                  <a:cubicBezTo>
                    <a:pt x="1009202" y="465709"/>
                    <a:pt x="928684" y="413004"/>
                    <a:pt x="826195" y="336931"/>
                  </a:cubicBezTo>
                  <a:cubicBezTo>
                    <a:pt x="746312" y="278003"/>
                    <a:pt x="551113" y="86995"/>
                    <a:pt x="515045" y="32766"/>
                  </a:cubicBezTo>
                  <a:lnTo>
                    <a:pt x="493201" y="127"/>
                  </a:lnTo>
                  <a:lnTo>
                    <a:pt x="388553" y="127"/>
                  </a:lnTo>
                  <a:lnTo>
                    <a:pt x="283905" y="127"/>
                  </a:lnTo>
                  <a:close/>
                  <a:moveTo>
                    <a:pt x="3744403" y="2096897"/>
                  </a:moveTo>
                  <a:cubicBezTo>
                    <a:pt x="3738687" y="2096897"/>
                    <a:pt x="3733100" y="2097024"/>
                    <a:pt x="3727638" y="2097151"/>
                  </a:cubicBezTo>
                  <a:cubicBezTo>
                    <a:pt x="3693603" y="2098421"/>
                    <a:pt x="3664393" y="2103374"/>
                    <a:pt x="3646739" y="2112010"/>
                  </a:cubicBezTo>
                  <a:cubicBezTo>
                    <a:pt x="3598606" y="2135632"/>
                    <a:pt x="3580318" y="2188972"/>
                    <a:pt x="3605973" y="2231136"/>
                  </a:cubicBezTo>
                  <a:cubicBezTo>
                    <a:pt x="3624006" y="2260727"/>
                    <a:pt x="3644454" y="2269109"/>
                    <a:pt x="3701731" y="2269109"/>
                  </a:cubicBezTo>
                  <a:cubicBezTo>
                    <a:pt x="3704270" y="2269109"/>
                    <a:pt x="3706811" y="2269109"/>
                    <a:pt x="3709478" y="2269109"/>
                  </a:cubicBezTo>
                  <a:cubicBezTo>
                    <a:pt x="3711001" y="2269109"/>
                    <a:pt x="3712653" y="2269109"/>
                    <a:pt x="3714176" y="2269109"/>
                  </a:cubicBezTo>
                  <a:cubicBezTo>
                    <a:pt x="3771454" y="2269109"/>
                    <a:pt x="3827587" y="2281682"/>
                    <a:pt x="3918901" y="2314956"/>
                  </a:cubicBezTo>
                  <a:cubicBezTo>
                    <a:pt x="3950143" y="2326386"/>
                    <a:pt x="3969574" y="2331720"/>
                    <a:pt x="3985830" y="2331720"/>
                  </a:cubicBezTo>
                  <a:cubicBezTo>
                    <a:pt x="3998784" y="2331720"/>
                    <a:pt x="4009579" y="2328291"/>
                    <a:pt x="4022787" y="2321687"/>
                  </a:cubicBezTo>
                  <a:cubicBezTo>
                    <a:pt x="4091113" y="2287397"/>
                    <a:pt x="4088319" y="2188210"/>
                    <a:pt x="4018088" y="2153158"/>
                  </a:cubicBezTo>
                  <a:cubicBezTo>
                    <a:pt x="3989767" y="2139061"/>
                    <a:pt x="3914964" y="2119122"/>
                    <a:pt x="3837367" y="2105152"/>
                  </a:cubicBezTo>
                  <a:cubicBezTo>
                    <a:pt x="3806379" y="2099564"/>
                    <a:pt x="3773993" y="2096897"/>
                    <a:pt x="3744275" y="2096897"/>
                  </a:cubicBezTo>
                  <a:close/>
                  <a:moveTo>
                    <a:pt x="4234369" y="2295779"/>
                  </a:moveTo>
                  <a:cubicBezTo>
                    <a:pt x="4229543" y="2295779"/>
                    <a:pt x="4224463" y="2296033"/>
                    <a:pt x="4218494" y="2296541"/>
                  </a:cubicBezTo>
                  <a:cubicBezTo>
                    <a:pt x="4111941" y="2305431"/>
                    <a:pt x="4100511" y="2448941"/>
                    <a:pt x="4204778" y="2468499"/>
                  </a:cubicBezTo>
                  <a:cubicBezTo>
                    <a:pt x="4221923" y="2471674"/>
                    <a:pt x="4256340" y="2488057"/>
                    <a:pt x="4289995" y="2508885"/>
                  </a:cubicBezTo>
                  <a:lnTo>
                    <a:pt x="4346383" y="2543937"/>
                  </a:lnTo>
                  <a:lnTo>
                    <a:pt x="4346383" y="2338197"/>
                  </a:lnTo>
                  <a:lnTo>
                    <a:pt x="4299647" y="2315972"/>
                  </a:lnTo>
                  <a:cubicBezTo>
                    <a:pt x="4269167" y="2301494"/>
                    <a:pt x="4255578" y="2296414"/>
                    <a:pt x="4238052" y="2295906"/>
                  </a:cubicBezTo>
                  <a:cubicBezTo>
                    <a:pt x="4236909" y="2295906"/>
                    <a:pt x="4235639" y="2295906"/>
                    <a:pt x="4234369" y="2295906"/>
                  </a:cubicBezTo>
                  <a:close/>
                </a:path>
              </a:pathLst>
            </a:custGeom>
            <a:solidFill>
              <a:srgbClr val="FD6F96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4364376" y="6149092"/>
            <a:ext cx="3990165" cy="4204449"/>
          </a:xfrm>
          <a:custGeom>
            <a:avLst/>
            <a:gdLst/>
            <a:ahLst/>
            <a:cxnLst/>
            <a:rect r="r" b="b" t="t" l="l"/>
            <a:pathLst>
              <a:path h="4204449" w="3990165">
                <a:moveTo>
                  <a:pt x="0" y="0"/>
                </a:moveTo>
                <a:lnTo>
                  <a:pt x="3990166" y="0"/>
                </a:lnTo>
                <a:lnTo>
                  <a:pt x="3990166" y="4204450"/>
                </a:lnTo>
                <a:lnTo>
                  <a:pt x="0" y="42044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024546" y="1965017"/>
            <a:ext cx="4238625" cy="6353175"/>
            <a:chOff x="0" y="0"/>
            <a:chExt cx="5651500" cy="84709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51500" cy="8470900"/>
            </a:xfrm>
            <a:custGeom>
              <a:avLst/>
              <a:gdLst/>
              <a:ahLst/>
              <a:cxnLst/>
              <a:rect r="r" b="b" t="t" l="l"/>
              <a:pathLst>
                <a:path h="8470900" w="5651500">
                  <a:moveTo>
                    <a:pt x="0" y="0"/>
                  </a:moveTo>
                  <a:lnTo>
                    <a:pt x="5651500" y="0"/>
                  </a:lnTo>
                  <a:lnTo>
                    <a:pt x="5651500" y="8470900"/>
                  </a:lnTo>
                  <a:lnTo>
                    <a:pt x="0" y="847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296356" y="2004022"/>
            <a:ext cx="3724275" cy="6353175"/>
            <a:chOff x="0" y="0"/>
            <a:chExt cx="4965700" cy="8470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65700" cy="8470900"/>
            </a:xfrm>
            <a:custGeom>
              <a:avLst/>
              <a:gdLst/>
              <a:ahLst/>
              <a:cxnLst/>
              <a:rect r="r" b="b" t="t" l="l"/>
              <a:pathLst>
                <a:path h="8470900" w="4965700">
                  <a:moveTo>
                    <a:pt x="0" y="0"/>
                  </a:moveTo>
                  <a:lnTo>
                    <a:pt x="4965700" y="0"/>
                  </a:lnTo>
                  <a:lnTo>
                    <a:pt x="4965700" y="8470900"/>
                  </a:lnTo>
                  <a:lnTo>
                    <a:pt x="0" y="847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132" r="0" b="-2215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259866" y="1965017"/>
            <a:ext cx="5176085" cy="6057900"/>
            <a:chOff x="0" y="0"/>
            <a:chExt cx="6901447" cy="8077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01434" cy="8077200"/>
            </a:xfrm>
            <a:custGeom>
              <a:avLst/>
              <a:gdLst/>
              <a:ahLst/>
              <a:cxnLst/>
              <a:rect r="r" b="b" t="t" l="l"/>
              <a:pathLst>
                <a:path h="8077200" w="6901434">
                  <a:moveTo>
                    <a:pt x="0" y="0"/>
                  </a:moveTo>
                  <a:lnTo>
                    <a:pt x="6901434" y="0"/>
                  </a:lnTo>
                  <a:lnTo>
                    <a:pt x="6901434" y="8077200"/>
                  </a:lnTo>
                  <a:lnTo>
                    <a:pt x="0" y="807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5559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95973" y="2004022"/>
            <a:ext cx="4133850" cy="6353175"/>
            <a:chOff x="0" y="0"/>
            <a:chExt cx="5511800" cy="84709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11800" cy="8470900"/>
            </a:xfrm>
            <a:custGeom>
              <a:avLst/>
              <a:gdLst/>
              <a:ahLst/>
              <a:cxnLst/>
              <a:rect r="r" b="b" t="t" l="l"/>
              <a:pathLst>
                <a:path h="8470900" w="5511800">
                  <a:moveTo>
                    <a:pt x="0" y="0"/>
                  </a:moveTo>
                  <a:lnTo>
                    <a:pt x="5511800" y="0"/>
                  </a:lnTo>
                  <a:lnTo>
                    <a:pt x="5511800" y="8470900"/>
                  </a:lnTo>
                  <a:lnTo>
                    <a:pt x="0" y="847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613" r="0" b="-15278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-63503" y="6472933"/>
            <a:ext cx="3918642" cy="3877561"/>
            <a:chOff x="0" y="0"/>
            <a:chExt cx="3918649" cy="38775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0" y="63500"/>
              <a:ext cx="3791588" cy="3750564"/>
            </a:xfrm>
            <a:custGeom>
              <a:avLst/>
              <a:gdLst/>
              <a:ahLst/>
              <a:cxnLst/>
              <a:rect r="r" b="b" t="t" l="l"/>
              <a:pathLst>
                <a:path h="3750564" w="3791588">
                  <a:moveTo>
                    <a:pt x="0" y="0"/>
                  </a:moveTo>
                  <a:lnTo>
                    <a:pt x="0" y="3750564"/>
                  </a:lnTo>
                  <a:lnTo>
                    <a:pt x="3791588" y="3750564"/>
                  </a:lnTo>
                  <a:lnTo>
                    <a:pt x="379158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3500" y="771271"/>
              <a:ext cx="2621917" cy="3042793"/>
            </a:xfrm>
            <a:custGeom>
              <a:avLst/>
              <a:gdLst/>
              <a:ahLst/>
              <a:cxnLst/>
              <a:rect r="r" b="b" t="t" l="l"/>
              <a:pathLst>
                <a:path h="3042793" w="2621917">
                  <a:moveTo>
                    <a:pt x="0" y="0"/>
                  </a:moveTo>
                  <a:lnTo>
                    <a:pt x="0" y="3042793"/>
                  </a:lnTo>
                  <a:lnTo>
                    <a:pt x="2621917" y="3042793"/>
                  </a:lnTo>
                  <a:lnTo>
                    <a:pt x="262191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467359" y="1801368"/>
              <a:ext cx="1060832" cy="920115"/>
            </a:xfrm>
            <a:custGeom>
              <a:avLst/>
              <a:gdLst/>
              <a:ahLst/>
              <a:cxnLst/>
              <a:rect r="r" b="b" t="t" l="l"/>
              <a:pathLst>
                <a:path h="920115" w="1060832">
                  <a:moveTo>
                    <a:pt x="0" y="920115"/>
                  </a:moveTo>
                  <a:lnTo>
                    <a:pt x="1060832" y="920115"/>
                  </a:lnTo>
                  <a:lnTo>
                    <a:pt x="10608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-63503" y="-63503"/>
            <a:ext cx="6478133" cy="3558464"/>
            <a:chOff x="0" y="0"/>
            <a:chExt cx="6478143" cy="35584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0" y="63500"/>
              <a:ext cx="3868551" cy="2852418"/>
            </a:xfrm>
            <a:custGeom>
              <a:avLst/>
              <a:gdLst/>
              <a:ahLst/>
              <a:cxnLst/>
              <a:rect r="r" b="b" t="t" l="l"/>
              <a:pathLst>
                <a:path h="2852418" w="3868551">
                  <a:moveTo>
                    <a:pt x="0" y="0"/>
                  </a:moveTo>
                  <a:lnTo>
                    <a:pt x="0" y="2852418"/>
                  </a:lnTo>
                  <a:lnTo>
                    <a:pt x="3868551" y="2852418"/>
                  </a:lnTo>
                  <a:lnTo>
                    <a:pt x="386855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63500" y="63500"/>
              <a:ext cx="3449324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49324">
                  <a:moveTo>
                    <a:pt x="0" y="0"/>
                  </a:moveTo>
                  <a:lnTo>
                    <a:pt x="0" y="3431410"/>
                  </a:lnTo>
                  <a:lnTo>
                    <a:pt x="3449324" y="3431410"/>
                  </a:lnTo>
                  <a:lnTo>
                    <a:pt x="344932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741933" y="63500"/>
              <a:ext cx="3672717" cy="1267713"/>
            </a:xfrm>
            <a:custGeom>
              <a:avLst/>
              <a:gdLst/>
              <a:ahLst/>
              <a:cxnLst/>
              <a:rect r="r" b="b" t="t" l="l"/>
              <a:pathLst>
                <a:path h="1267713" w="3672717">
                  <a:moveTo>
                    <a:pt x="0" y="0"/>
                  </a:moveTo>
                  <a:lnTo>
                    <a:pt x="0" y="1267713"/>
                  </a:lnTo>
                  <a:lnTo>
                    <a:pt x="3672716" y="1267713"/>
                  </a:lnTo>
                  <a:lnTo>
                    <a:pt x="367271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863237" y="-63503"/>
            <a:ext cx="4488256" cy="3558464"/>
            <a:chOff x="0" y="0"/>
            <a:chExt cx="4488256" cy="35584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63500" y="63500"/>
              <a:ext cx="4361304" cy="2549904"/>
            </a:xfrm>
            <a:custGeom>
              <a:avLst/>
              <a:gdLst/>
              <a:ahLst/>
              <a:cxnLst/>
              <a:rect r="r" b="b" t="t" l="l"/>
              <a:pathLst>
                <a:path h="2549904" w="4361304">
                  <a:moveTo>
                    <a:pt x="0" y="0"/>
                  </a:moveTo>
                  <a:lnTo>
                    <a:pt x="0" y="2549904"/>
                  </a:lnTo>
                  <a:lnTo>
                    <a:pt x="4361304" y="2549904"/>
                  </a:lnTo>
                  <a:lnTo>
                    <a:pt x="436130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987043" y="63500"/>
              <a:ext cx="3437761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37761">
                  <a:moveTo>
                    <a:pt x="0" y="0"/>
                  </a:moveTo>
                  <a:lnTo>
                    <a:pt x="0" y="3431410"/>
                  </a:lnTo>
                  <a:lnTo>
                    <a:pt x="3437761" y="3431410"/>
                  </a:lnTo>
                  <a:lnTo>
                    <a:pt x="343776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355870" y="6149092"/>
            <a:ext cx="3995623" cy="4201401"/>
            <a:chOff x="0" y="0"/>
            <a:chExt cx="3995623" cy="420140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2476244" y="63500"/>
              <a:ext cx="1455927" cy="2358134"/>
            </a:xfrm>
            <a:custGeom>
              <a:avLst/>
              <a:gdLst/>
              <a:ahLst/>
              <a:cxnLst/>
              <a:rect r="r" b="b" t="t" l="l"/>
              <a:pathLst>
                <a:path h="2358134" w="1455927">
                  <a:moveTo>
                    <a:pt x="0" y="0"/>
                  </a:moveTo>
                  <a:lnTo>
                    <a:pt x="0" y="2358134"/>
                  </a:lnTo>
                  <a:lnTo>
                    <a:pt x="1455927" y="2358134"/>
                  </a:lnTo>
                  <a:lnTo>
                    <a:pt x="145592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500" y="276352"/>
              <a:ext cx="3868671" cy="3861559"/>
            </a:xfrm>
            <a:custGeom>
              <a:avLst/>
              <a:gdLst/>
              <a:ahLst/>
              <a:cxnLst/>
              <a:rect r="r" b="b" t="t" l="l"/>
              <a:pathLst>
                <a:path h="3861559" w="3868671">
                  <a:moveTo>
                    <a:pt x="0" y="0"/>
                  </a:moveTo>
                  <a:lnTo>
                    <a:pt x="0" y="3861559"/>
                  </a:lnTo>
                  <a:lnTo>
                    <a:pt x="3868671" y="3861559"/>
                  </a:lnTo>
                  <a:lnTo>
                    <a:pt x="386867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974597" y="2798697"/>
              <a:ext cx="2477387" cy="1234566"/>
            </a:xfrm>
            <a:custGeom>
              <a:avLst/>
              <a:gdLst/>
              <a:ahLst/>
              <a:cxnLst/>
              <a:rect r="r" b="b" t="t" l="l"/>
              <a:pathLst>
                <a:path h="1234566" w="2477387">
                  <a:moveTo>
                    <a:pt x="0" y="1234566"/>
                  </a:moveTo>
                  <a:lnTo>
                    <a:pt x="2477388" y="1234566"/>
                  </a:lnTo>
                  <a:lnTo>
                    <a:pt x="24773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000500"/>
            <a:ext cx="18288000" cy="18288000"/>
            <a:chOff x="0" y="0"/>
            <a:chExt cx="24384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6551" y="6472933"/>
            <a:ext cx="3921690" cy="3880609"/>
          </a:xfrm>
          <a:custGeom>
            <a:avLst/>
            <a:gdLst/>
            <a:ahLst/>
            <a:cxnLst/>
            <a:rect r="r" b="b" t="t" l="l"/>
            <a:pathLst>
              <a:path h="3880609" w="3921690">
                <a:moveTo>
                  <a:pt x="0" y="0"/>
                </a:moveTo>
                <a:lnTo>
                  <a:pt x="3921690" y="0"/>
                </a:lnTo>
                <a:lnTo>
                  <a:pt x="3921690" y="3880609"/>
                </a:lnTo>
                <a:lnTo>
                  <a:pt x="0" y="38806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3503" y="-66551"/>
            <a:ext cx="6478133" cy="3561512"/>
          </a:xfrm>
          <a:custGeom>
            <a:avLst/>
            <a:gdLst/>
            <a:ahLst/>
            <a:cxnLst/>
            <a:rect r="r" b="b" t="t" l="l"/>
            <a:pathLst>
              <a:path h="3561512" w="6478133">
                <a:moveTo>
                  <a:pt x="0" y="0"/>
                </a:moveTo>
                <a:lnTo>
                  <a:pt x="6478133" y="0"/>
                </a:lnTo>
                <a:lnTo>
                  <a:pt x="6478133" y="3561512"/>
                </a:lnTo>
                <a:lnTo>
                  <a:pt x="0" y="3561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863237" y="-63503"/>
            <a:ext cx="4488256" cy="3558464"/>
            <a:chOff x="0" y="0"/>
            <a:chExt cx="4488256" cy="3558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94616" y="63500"/>
              <a:ext cx="3429045" cy="3428997"/>
            </a:xfrm>
            <a:custGeom>
              <a:avLst/>
              <a:gdLst/>
              <a:ahLst/>
              <a:cxnLst/>
              <a:rect r="r" b="b" t="t" l="l"/>
              <a:pathLst>
                <a:path h="3428997" w="3429045">
                  <a:moveTo>
                    <a:pt x="47" y="0"/>
                  </a:moveTo>
                  <a:lnTo>
                    <a:pt x="3429045" y="0"/>
                  </a:lnTo>
                  <a:lnTo>
                    <a:pt x="3429045" y="3428997"/>
                  </a:lnTo>
                  <a:cubicBezTo>
                    <a:pt x="3429045" y="3428997"/>
                    <a:pt x="2451781" y="3302124"/>
                    <a:pt x="2540935" y="2678047"/>
                  </a:cubicBezTo>
                  <a:cubicBezTo>
                    <a:pt x="2541570" y="2671824"/>
                    <a:pt x="2542967" y="2664966"/>
                    <a:pt x="2543728" y="2658870"/>
                  </a:cubicBezTo>
                  <a:cubicBezTo>
                    <a:pt x="2569764" y="2453130"/>
                    <a:pt x="2520361" y="2252851"/>
                    <a:pt x="2416221" y="2086862"/>
                  </a:cubicBezTo>
                  <a:cubicBezTo>
                    <a:pt x="2238548" y="1805050"/>
                    <a:pt x="2303064" y="1433321"/>
                    <a:pt x="2559603" y="1220723"/>
                  </a:cubicBezTo>
                  <a:lnTo>
                    <a:pt x="2847004" y="982090"/>
                  </a:lnTo>
                  <a:cubicBezTo>
                    <a:pt x="2934761" y="908684"/>
                    <a:pt x="2955335" y="783843"/>
                    <a:pt x="2898439" y="684402"/>
                  </a:cubicBezTo>
                  <a:cubicBezTo>
                    <a:pt x="2897804" y="683767"/>
                    <a:pt x="2897804" y="683005"/>
                    <a:pt x="2897042" y="682370"/>
                  </a:cubicBezTo>
                  <a:cubicBezTo>
                    <a:pt x="2675554" y="289433"/>
                    <a:pt x="2005503" y="572643"/>
                    <a:pt x="2005503" y="572643"/>
                  </a:cubicBezTo>
                  <a:cubicBezTo>
                    <a:pt x="2005503" y="572643"/>
                    <a:pt x="850439" y="1042415"/>
                    <a:pt x="216074" y="277749"/>
                  </a:cubicBezTo>
                  <a:cubicBezTo>
                    <a:pt x="-8843" y="6223"/>
                    <a:pt x="47" y="0"/>
                    <a:pt x="47" y="0"/>
                  </a:cubicBezTo>
                  <a:close/>
                </a:path>
              </a:pathLst>
            </a:custGeom>
            <a:solidFill>
              <a:srgbClr val="FFB4C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8256" y="70574"/>
              <a:ext cx="4346421" cy="2544100"/>
            </a:xfrm>
            <a:custGeom>
              <a:avLst/>
              <a:gdLst/>
              <a:ahLst/>
              <a:cxnLst/>
              <a:rect r="r" b="b" t="t" l="l"/>
              <a:pathLst>
                <a:path h="2544100" w="4346421">
                  <a:moveTo>
                    <a:pt x="283948" y="165"/>
                  </a:moveTo>
                  <a:lnTo>
                    <a:pt x="388596" y="165"/>
                  </a:lnTo>
                  <a:lnTo>
                    <a:pt x="493244" y="165"/>
                  </a:lnTo>
                  <a:lnTo>
                    <a:pt x="514961" y="32804"/>
                  </a:lnTo>
                  <a:cubicBezTo>
                    <a:pt x="551156" y="87033"/>
                    <a:pt x="746354" y="278041"/>
                    <a:pt x="825983" y="337096"/>
                  </a:cubicBezTo>
                  <a:cubicBezTo>
                    <a:pt x="928472" y="413042"/>
                    <a:pt x="1008990" y="465874"/>
                    <a:pt x="1052551" y="485559"/>
                  </a:cubicBezTo>
                  <a:cubicBezTo>
                    <a:pt x="1094715" y="504609"/>
                    <a:pt x="1102081" y="506641"/>
                    <a:pt x="1319759" y="560108"/>
                  </a:cubicBezTo>
                  <a:cubicBezTo>
                    <a:pt x="1487018" y="601255"/>
                    <a:pt x="1522832" y="612685"/>
                    <a:pt x="1584808" y="645451"/>
                  </a:cubicBezTo>
                  <a:cubicBezTo>
                    <a:pt x="1772387" y="744638"/>
                    <a:pt x="1903451" y="895895"/>
                    <a:pt x="2017370" y="1144688"/>
                  </a:cubicBezTo>
                  <a:cubicBezTo>
                    <a:pt x="2050517" y="1217205"/>
                    <a:pt x="2079599" y="1264449"/>
                    <a:pt x="2142973" y="1349158"/>
                  </a:cubicBezTo>
                  <a:cubicBezTo>
                    <a:pt x="2210410" y="1439328"/>
                    <a:pt x="2312517" y="1544992"/>
                    <a:pt x="2370810" y="1585251"/>
                  </a:cubicBezTo>
                  <a:cubicBezTo>
                    <a:pt x="2526258" y="1692312"/>
                    <a:pt x="2650337" y="1722919"/>
                    <a:pt x="2981172" y="1735873"/>
                  </a:cubicBezTo>
                  <a:cubicBezTo>
                    <a:pt x="3159861" y="1742858"/>
                    <a:pt x="3250158" y="1749462"/>
                    <a:pt x="3351250" y="1762797"/>
                  </a:cubicBezTo>
                  <a:cubicBezTo>
                    <a:pt x="3390620" y="1768004"/>
                    <a:pt x="3457803" y="1775243"/>
                    <a:pt x="3500474" y="1778799"/>
                  </a:cubicBezTo>
                  <a:cubicBezTo>
                    <a:pt x="3543146" y="1782355"/>
                    <a:pt x="3611853" y="1790737"/>
                    <a:pt x="3652874" y="1797468"/>
                  </a:cubicBezTo>
                  <a:cubicBezTo>
                    <a:pt x="3693896" y="1804199"/>
                    <a:pt x="3756887" y="1814232"/>
                    <a:pt x="3792828" y="1819947"/>
                  </a:cubicBezTo>
                  <a:cubicBezTo>
                    <a:pt x="3903191" y="1837473"/>
                    <a:pt x="4025619" y="1864651"/>
                    <a:pt x="4086071" y="1884843"/>
                  </a:cubicBezTo>
                  <a:cubicBezTo>
                    <a:pt x="4146904" y="1905290"/>
                    <a:pt x="4275555" y="1964473"/>
                    <a:pt x="4320005" y="1992667"/>
                  </a:cubicBezTo>
                  <a:lnTo>
                    <a:pt x="4346421" y="2009430"/>
                  </a:lnTo>
                  <a:lnTo>
                    <a:pt x="4346421" y="2131477"/>
                  </a:lnTo>
                  <a:lnTo>
                    <a:pt x="4346421" y="2253524"/>
                  </a:lnTo>
                  <a:lnTo>
                    <a:pt x="4316830" y="2226092"/>
                  </a:lnTo>
                  <a:cubicBezTo>
                    <a:pt x="4269967" y="2182658"/>
                    <a:pt x="4229200" y="2155353"/>
                    <a:pt x="4159477" y="2120682"/>
                  </a:cubicBezTo>
                  <a:cubicBezTo>
                    <a:pt x="4048352" y="2065437"/>
                    <a:pt x="3991965" y="2047530"/>
                    <a:pt x="3839437" y="2019464"/>
                  </a:cubicBezTo>
                  <a:cubicBezTo>
                    <a:pt x="3689958" y="1991904"/>
                    <a:pt x="3556481" y="1972220"/>
                    <a:pt x="3472408" y="1965489"/>
                  </a:cubicBezTo>
                  <a:cubicBezTo>
                    <a:pt x="3427958" y="1961932"/>
                    <a:pt x="3363569" y="1954948"/>
                    <a:pt x="3329406" y="1949995"/>
                  </a:cubicBezTo>
                  <a:cubicBezTo>
                    <a:pt x="3248507" y="1938310"/>
                    <a:pt x="3120745" y="1929039"/>
                    <a:pt x="2946882" y="1922181"/>
                  </a:cubicBezTo>
                  <a:cubicBezTo>
                    <a:pt x="2721330" y="1913292"/>
                    <a:pt x="2608427" y="1896401"/>
                    <a:pt x="2481808" y="1852967"/>
                  </a:cubicBezTo>
                  <a:cubicBezTo>
                    <a:pt x="2352395" y="1808517"/>
                    <a:pt x="2251049" y="1743112"/>
                    <a:pt x="2141195" y="1633130"/>
                  </a:cubicBezTo>
                  <a:cubicBezTo>
                    <a:pt x="2011782" y="1503463"/>
                    <a:pt x="1927962" y="1387385"/>
                    <a:pt x="1849349" y="1228635"/>
                  </a:cubicBezTo>
                  <a:cubicBezTo>
                    <a:pt x="1752702" y="1033563"/>
                    <a:pt x="1697457" y="955966"/>
                    <a:pt x="1600429" y="879131"/>
                  </a:cubicBezTo>
                  <a:cubicBezTo>
                    <a:pt x="1510767" y="808138"/>
                    <a:pt x="1464412" y="789469"/>
                    <a:pt x="1242543" y="734605"/>
                  </a:cubicBezTo>
                  <a:cubicBezTo>
                    <a:pt x="981050" y="669962"/>
                    <a:pt x="962381" y="662088"/>
                    <a:pt x="800964" y="550329"/>
                  </a:cubicBezTo>
                  <a:cubicBezTo>
                    <a:pt x="678283" y="465366"/>
                    <a:pt x="622276" y="418884"/>
                    <a:pt x="517374" y="314490"/>
                  </a:cubicBezTo>
                  <a:cubicBezTo>
                    <a:pt x="414758" y="212128"/>
                    <a:pt x="389104" y="180505"/>
                    <a:pt x="340844" y="96558"/>
                  </a:cubicBezTo>
                  <a:cubicBezTo>
                    <a:pt x="323191" y="65824"/>
                    <a:pt x="303125" y="31534"/>
                    <a:pt x="296267" y="20358"/>
                  </a:cubicBezTo>
                  <a:lnTo>
                    <a:pt x="283821" y="165"/>
                  </a:lnTo>
                  <a:close/>
                  <a:moveTo>
                    <a:pt x="950570" y="165"/>
                  </a:moveTo>
                  <a:lnTo>
                    <a:pt x="992480" y="44742"/>
                  </a:lnTo>
                  <a:cubicBezTo>
                    <a:pt x="1101319" y="160820"/>
                    <a:pt x="1182218" y="225717"/>
                    <a:pt x="1289279" y="283121"/>
                  </a:cubicBezTo>
                  <a:cubicBezTo>
                    <a:pt x="1367257" y="324904"/>
                    <a:pt x="1492987" y="373164"/>
                    <a:pt x="1572362" y="391833"/>
                  </a:cubicBezTo>
                  <a:cubicBezTo>
                    <a:pt x="1751305" y="433743"/>
                    <a:pt x="1824965" y="459905"/>
                    <a:pt x="1895069" y="506514"/>
                  </a:cubicBezTo>
                  <a:cubicBezTo>
                    <a:pt x="1982572" y="564807"/>
                    <a:pt x="2097633" y="700696"/>
                    <a:pt x="2147036" y="804201"/>
                  </a:cubicBezTo>
                  <a:cubicBezTo>
                    <a:pt x="2279878" y="1082712"/>
                    <a:pt x="2288895" y="1098841"/>
                    <a:pt x="2345537" y="1160817"/>
                  </a:cubicBezTo>
                  <a:cubicBezTo>
                    <a:pt x="2427706" y="1250733"/>
                    <a:pt x="2629763" y="1348523"/>
                    <a:pt x="2831947" y="1396402"/>
                  </a:cubicBezTo>
                  <a:cubicBezTo>
                    <a:pt x="3007207" y="1437931"/>
                    <a:pt x="3224885" y="1457362"/>
                    <a:pt x="3600042" y="1464982"/>
                  </a:cubicBezTo>
                  <a:cubicBezTo>
                    <a:pt x="3875759" y="1470570"/>
                    <a:pt x="3982312" y="1481238"/>
                    <a:pt x="4128743" y="1518068"/>
                  </a:cubicBezTo>
                  <a:cubicBezTo>
                    <a:pt x="4188941" y="1533181"/>
                    <a:pt x="4294986" y="1566455"/>
                    <a:pt x="4335499" y="1583092"/>
                  </a:cubicBezTo>
                  <a:cubicBezTo>
                    <a:pt x="4345278" y="1587029"/>
                    <a:pt x="4346421" y="1598205"/>
                    <a:pt x="4346421" y="1689518"/>
                  </a:cubicBezTo>
                  <a:cubicBezTo>
                    <a:pt x="4346421" y="1745652"/>
                    <a:pt x="4344135" y="1791499"/>
                    <a:pt x="4341468" y="1791499"/>
                  </a:cubicBezTo>
                  <a:cubicBezTo>
                    <a:pt x="4338801" y="1791499"/>
                    <a:pt x="4333848" y="1788959"/>
                    <a:pt x="4330546" y="1786038"/>
                  </a:cubicBezTo>
                  <a:cubicBezTo>
                    <a:pt x="4318989" y="1775243"/>
                    <a:pt x="4172812" y="1723300"/>
                    <a:pt x="4103089" y="1705266"/>
                  </a:cubicBezTo>
                  <a:cubicBezTo>
                    <a:pt x="3966564" y="1669833"/>
                    <a:pt x="3821658" y="1654847"/>
                    <a:pt x="3615155" y="1654720"/>
                  </a:cubicBezTo>
                  <a:cubicBezTo>
                    <a:pt x="3510253" y="1654720"/>
                    <a:pt x="3196310" y="1639353"/>
                    <a:pt x="3096107" y="1629447"/>
                  </a:cubicBezTo>
                  <a:cubicBezTo>
                    <a:pt x="2659862" y="1586267"/>
                    <a:pt x="2308453" y="1437042"/>
                    <a:pt x="2159102" y="1231683"/>
                  </a:cubicBezTo>
                  <a:cubicBezTo>
                    <a:pt x="2116683" y="1173390"/>
                    <a:pt x="2084680" y="1114716"/>
                    <a:pt x="2023211" y="982636"/>
                  </a:cubicBezTo>
                  <a:cubicBezTo>
                    <a:pt x="1960220" y="847381"/>
                    <a:pt x="1943456" y="819441"/>
                    <a:pt x="1883004" y="748194"/>
                  </a:cubicBezTo>
                  <a:cubicBezTo>
                    <a:pt x="1805915" y="657389"/>
                    <a:pt x="1751559" y="629449"/>
                    <a:pt x="1559154" y="582079"/>
                  </a:cubicBezTo>
                  <a:cubicBezTo>
                    <a:pt x="1421867" y="548170"/>
                    <a:pt x="1339825" y="518960"/>
                    <a:pt x="1236193" y="466890"/>
                  </a:cubicBezTo>
                  <a:cubicBezTo>
                    <a:pt x="1098144" y="397548"/>
                    <a:pt x="1013435" y="335445"/>
                    <a:pt x="899262" y="219875"/>
                  </a:cubicBezTo>
                  <a:cubicBezTo>
                    <a:pt x="834873" y="154724"/>
                    <a:pt x="753213" y="57569"/>
                    <a:pt x="730479" y="18961"/>
                  </a:cubicBezTo>
                  <a:lnTo>
                    <a:pt x="719304" y="165"/>
                  </a:lnTo>
                  <a:lnTo>
                    <a:pt x="834873" y="165"/>
                  </a:lnTo>
                  <a:lnTo>
                    <a:pt x="950443" y="165"/>
                  </a:lnTo>
                  <a:close/>
                  <a:moveTo>
                    <a:pt x="177014" y="165"/>
                  </a:moveTo>
                  <a:lnTo>
                    <a:pt x="184761" y="26581"/>
                  </a:lnTo>
                  <a:cubicBezTo>
                    <a:pt x="199874" y="77508"/>
                    <a:pt x="235688" y="134404"/>
                    <a:pt x="291568" y="196126"/>
                  </a:cubicBezTo>
                  <a:cubicBezTo>
                    <a:pt x="349226" y="259753"/>
                    <a:pt x="371324" y="295313"/>
                    <a:pt x="371578" y="324777"/>
                  </a:cubicBezTo>
                  <a:cubicBezTo>
                    <a:pt x="371832" y="361480"/>
                    <a:pt x="347194" y="399072"/>
                    <a:pt x="312650" y="414312"/>
                  </a:cubicBezTo>
                  <a:cubicBezTo>
                    <a:pt x="269343" y="433616"/>
                    <a:pt x="241149" y="421932"/>
                    <a:pt x="187301" y="362115"/>
                  </a:cubicBezTo>
                  <a:cubicBezTo>
                    <a:pt x="69572" y="231432"/>
                    <a:pt x="43664" y="189141"/>
                    <a:pt x="14708" y="80937"/>
                  </a:cubicBezTo>
                  <a:cubicBezTo>
                    <a:pt x="-9041" y="-7455"/>
                    <a:pt x="-15899" y="165"/>
                    <a:pt x="87987" y="165"/>
                  </a:cubicBezTo>
                  <a:lnTo>
                    <a:pt x="177141" y="165"/>
                  </a:lnTo>
                  <a:close/>
                  <a:moveTo>
                    <a:pt x="552934" y="473748"/>
                  </a:moveTo>
                  <a:cubicBezTo>
                    <a:pt x="571349" y="473240"/>
                    <a:pt x="589637" y="478066"/>
                    <a:pt x="603734" y="488988"/>
                  </a:cubicBezTo>
                  <a:cubicBezTo>
                    <a:pt x="612116" y="495465"/>
                    <a:pt x="674726" y="543598"/>
                    <a:pt x="742798" y="595795"/>
                  </a:cubicBezTo>
                  <a:cubicBezTo>
                    <a:pt x="917550" y="729906"/>
                    <a:pt x="911835" y="724699"/>
                    <a:pt x="919709" y="753909"/>
                  </a:cubicBezTo>
                  <a:cubicBezTo>
                    <a:pt x="925297" y="774737"/>
                    <a:pt x="924789" y="784389"/>
                    <a:pt x="916534" y="805852"/>
                  </a:cubicBezTo>
                  <a:cubicBezTo>
                    <a:pt x="904596" y="837221"/>
                    <a:pt x="891007" y="850556"/>
                    <a:pt x="859130" y="862240"/>
                  </a:cubicBezTo>
                  <a:cubicBezTo>
                    <a:pt x="802615" y="882941"/>
                    <a:pt x="773278" y="865923"/>
                    <a:pt x="605893" y="715936"/>
                  </a:cubicBezTo>
                  <a:cubicBezTo>
                    <a:pt x="561824" y="676439"/>
                    <a:pt x="516231" y="636053"/>
                    <a:pt x="504674" y="626401"/>
                  </a:cubicBezTo>
                  <a:cubicBezTo>
                    <a:pt x="465304" y="593254"/>
                    <a:pt x="455652" y="556043"/>
                    <a:pt x="476607" y="516928"/>
                  </a:cubicBezTo>
                  <a:cubicBezTo>
                    <a:pt x="490831" y="490385"/>
                    <a:pt x="522200" y="474764"/>
                    <a:pt x="552934" y="473875"/>
                  </a:cubicBezTo>
                  <a:close/>
                  <a:moveTo>
                    <a:pt x="1180567" y="848270"/>
                  </a:moveTo>
                  <a:cubicBezTo>
                    <a:pt x="1204316" y="848524"/>
                    <a:pt x="1234034" y="849540"/>
                    <a:pt x="1271753" y="851318"/>
                  </a:cubicBezTo>
                  <a:cubicBezTo>
                    <a:pt x="1391768" y="856779"/>
                    <a:pt x="1408024" y="858938"/>
                    <a:pt x="1434313" y="872019"/>
                  </a:cubicBezTo>
                  <a:cubicBezTo>
                    <a:pt x="1502258" y="905801"/>
                    <a:pt x="1508354" y="995082"/>
                    <a:pt x="1445108" y="1033563"/>
                  </a:cubicBezTo>
                  <a:cubicBezTo>
                    <a:pt x="1422375" y="1047406"/>
                    <a:pt x="1411707" y="1047660"/>
                    <a:pt x="1325347" y="1036357"/>
                  </a:cubicBezTo>
                  <a:cubicBezTo>
                    <a:pt x="1288390" y="1031531"/>
                    <a:pt x="1230224" y="1024419"/>
                    <a:pt x="1196061" y="1020482"/>
                  </a:cubicBezTo>
                  <a:cubicBezTo>
                    <a:pt x="1098906" y="1009560"/>
                    <a:pt x="1095096" y="1008544"/>
                    <a:pt x="1075284" y="988732"/>
                  </a:cubicBezTo>
                  <a:cubicBezTo>
                    <a:pt x="1043534" y="956982"/>
                    <a:pt x="1042264" y="913421"/>
                    <a:pt x="1072109" y="877861"/>
                  </a:cubicBezTo>
                  <a:cubicBezTo>
                    <a:pt x="1091159" y="855128"/>
                    <a:pt x="1109066" y="847762"/>
                    <a:pt x="1180440" y="848397"/>
                  </a:cubicBezTo>
                  <a:close/>
                  <a:moveTo>
                    <a:pt x="1630147" y="1039786"/>
                  </a:moveTo>
                  <a:cubicBezTo>
                    <a:pt x="1648943" y="1040421"/>
                    <a:pt x="1667612" y="1046009"/>
                    <a:pt x="1680566" y="1056169"/>
                  </a:cubicBezTo>
                  <a:cubicBezTo>
                    <a:pt x="1717015" y="1084871"/>
                    <a:pt x="1848841" y="1271434"/>
                    <a:pt x="1880210" y="1338744"/>
                  </a:cubicBezTo>
                  <a:cubicBezTo>
                    <a:pt x="1897482" y="1375828"/>
                    <a:pt x="1899895" y="1410880"/>
                    <a:pt x="1886941" y="1435772"/>
                  </a:cubicBezTo>
                  <a:cubicBezTo>
                    <a:pt x="1877289" y="1454314"/>
                    <a:pt x="1854175" y="1477047"/>
                    <a:pt x="1839697" y="1482381"/>
                  </a:cubicBezTo>
                  <a:cubicBezTo>
                    <a:pt x="1821663" y="1488985"/>
                    <a:pt x="1782928" y="1486699"/>
                    <a:pt x="1766291" y="1478063"/>
                  </a:cubicBezTo>
                  <a:cubicBezTo>
                    <a:pt x="1741145" y="1464982"/>
                    <a:pt x="1726286" y="1445932"/>
                    <a:pt x="1693266" y="1384210"/>
                  </a:cubicBezTo>
                  <a:cubicBezTo>
                    <a:pt x="1652499" y="1308137"/>
                    <a:pt x="1586967" y="1201965"/>
                    <a:pt x="1565504" y="1177581"/>
                  </a:cubicBezTo>
                  <a:cubicBezTo>
                    <a:pt x="1530833" y="1137957"/>
                    <a:pt x="1536802" y="1081061"/>
                    <a:pt x="1578712" y="1052613"/>
                  </a:cubicBezTo>
                  <a:cubicBezTo>
                    <a:pt x="1592301" y="1043342"/>
                    <a:pt x="1611351" y="1039151"/>
                    <a:pt x="1630147" y="1039913"/>
                  </a:cubicBezTo>
                  <a:close/>
                  <a:moveTo>
                    <a:pt x="1945869" y="1549818"/>
                  </a:moveTo>
                  <a:cubicBezTo>
                    <a:pt x="1978762" y="1548929"/>
                    <a:pt x="2007972" y="1571662"/>
                    <a:pt x="2051151" y="1626272"/>
                  </a:cubicBezTo>
                  <a:cubicBezTo>
                    <a:pt x="2072488" y="1653196"/>
                    <a:pt x="2125827" y="1711362"/>
                    <a:pt x="2169642" y="1755431"/>
                  </a:cubicBezTo>
                  <a:cubicBezTo>
                    <a:pt x="2252954" y="1839378"/>
                    <a:pt x="2261463" y="1853348"/>
                    <a:pt x="2253716" y="1894623"/>
                  </a:cubicBezTo>
                  <a:cubicBezTo>
                    <a:pt x="2248891" y="1920023"/>
                    <a:pt x="2219426" y="1951137"/>
                    <a:pt x="2192248" y="1959392"/>
                  </a:cubicBezTo>
                  <a:cubicBezTo>
                    <a:pt x="2129891" y="1978315"/>
                    <a:pt x="2081377" y="1944279"/>
                    <a:pt x="1967205" y="1801151"/>
                  </a:cubicBezTo>
                  <a:cubicBezTo>
                    <a:pt x="1897228" y="1713394"/>
                    <a:pt x="1864462" y="1659800"/>
                    <a:pt x="1864589" y="1633003"/>
                  </a:cubicBezTo>
                  <a:cubicBezTo>
                    <a:pt x="1864589" y="1600872"/>
                    <a:pt x="1884147" y="1569376"/>
                    <a:pt x="1911198" y="1558200"/>
                  </a:cubicBezTo>
                  <a:cubicBezTo>
                    <a:pt x="1923644" y="1552993"/>
                    <a:pt x="1934947" y="1550199"/>
                    <a:pt x="1945869" y="1549818"/>
                  </a:cubicBezTo>
                  <a:close/>
                  <a:moveTo>
                    <a:pt x="2426944" y="1950629"/>
                  </a:moveTo>
                  <a:cubicBezTo>
                    <a:pt x="2438501" y="1951137"/>
                    <a:pt x="2451582" y="1952915"/>
                    <a:pt x="2466695" y="1955836"/>
                  </a:cubicBezTo>
                  <a:cubicBezTo>
                    <a:pt x="2492984" y="1960917"/>
                    <a:pt x="2542514" y="1967012"/>
                    <a:pt x="2576677" y="1969298"/>
                  </a:cubicBezTo>
                  <a:cubicBezTo>
                    <a:pt x="2759684" y="1981490"/>
                    <a:pt x="2828518" y="2017431"/>
                    <a:pt x="2820898" y="2096679"/>
                  </a:cubicBezTo>
                  <a:cubicBezTo>
                    <a:pt x="2817596" y="2131350"/>
                    <a:pt x="2800959" y="2154591"/>
                    <a:pt x="2769463" y="2168561"/>
                  </a:cubicBezTo>
                  <a:cubicBezTo>
                    <a:pt x="2745079" y="2179356"/>
                    <a:pt x="2717139" y="2179356"/>
                    <a:pt x="2673959" y="2168561"/>
                  </a:cubicBezTo>
                  <a:cubicBezTo>
                    <a:pt x="2654655" y="2163735"/>
                    <a:pt x="2608046" y="2155099"/>
                    <a:pt x="2570454" y="2149511"/>
                  </a:cubicBezTo>
                  <a:cubicBezTo>
                    <a:pt x="2486380" y="2136938"/>
                    <a:pt x="2395956" y="2116491"/>
                    <a:pt x="2372715" y="2104680"/>
                  </a:cubicBezTo>
                  <a:cubicBezTo>
                    <a:pt x="2348458" y="2092489"/>
                    <a:pt x="2331059" y="2061246"/>
                    <a:pt x="2331059" y="2029877"/>
                  </a:cubicBezTo>
                  <a:cubicBezTo>
                    <a:pt x="2331059" y="2009430"/>
                    <a:pt x="2335250" y="1998889"/>
                    <a:pt x="2350236" y="1981745"/>
                  </a:cubicBezTo>
                  <a:cubicBezTo>
                    <a:pt x="2370810" y="1958376"/>
                    <a:pt x="2392146" y="1948851"/>
                    <a:pt x="2426944" y="1950629"/>
                  </a:cubicBezTo>
                  <a:close/>
                  <a:moveTo>
                    <a:pt x="3358489" y="2001176"/>
                  </a:moveTo>
                  <a:cubicBezTo>
                    <a:pt x="3456025" y="2000795"/>
                    <a:pt x="3486758" y="2132493"/>
                    <a:pt x="3398367" y="2171609"/>
                  </a:cubicBezTo>
                  <a:cubicBezTo>
                    <a:pt x="3380206" y="2179610"/>
                    <a:pt x="3334105" y="2187611"/>
                    <a:pt x="3258794" y="2195612"/>
                  </a:cubicBezTo>
                  <a:cubicBezTo>
                    <a:pt x="3196945" y="2202216"/>
                    <a:pt x="3141319" y="2210598"/>
                    <a:pt x="3135223" y="2214154"/>
                  </a:cubicBezTo>
                  <a:cubicBezTo>
                    <a:pt x="3118205" y="2224060"/>
                    <a:pt x="3088868" y="2222155"/>
                    <a:pt x="3065500" y="2209582"/>
                  </a:cubicBezTo>
                  <a:cubicBezTo>
                    <a:pt x="3002889" y="2176054"/>
                    <a:pt x="3011652" y="2082836"/>
                    <a:pt x="3080105" y="2052610"/>
                  </a:cubicBezTo>
                  <a:cubicBezTo>
                    <a:pt x="3110077" y="2039402"/>
                    <a:pt x="3316452" y="2001176"/>
                    <a:pt x="3358616" y="2001048"/>
                  </a:cubicBezTo>
                  <a:close/>
                  <a:moveTo>
                    <a:pt x="3727677" y="2097441"/>
                  </a:moveTo>
                  <a:cubicBezTo>
                    <a:pt x="3761713" y="2096171"/>
                    <a:pt x="3800575" y="2098838"/>
                    <a:pt x="3837533" y="2105442"/>
                  </a:cubicBezTo>
                  <a:cubicBezTo>
                    <a:pt x="3915002" y="2119412"/>
                    <a:pt x="3989933" y="2139224"/>
                    <a:pt x="4018253" y="2153448"/>
                  </a:cubicBezTo>
                  <a:cubicBezTo>
                    <a:pt x="4088484" y="2188627"/>
                    <a:pt x="4091278" y="2287687"/>
                    <a:pt x="4022952" y="2321977"/>
                  </a:cubicBezTo>
                  <a:cubicBezTo>
                    <a:pt x="3993234" y="2336836"/>
                    <a:pt x="3975327" y="2335693"/>
                    <a:pt x="3919066" y="2315246"/>
                  </a:cubicBezTo>
                  <a:cubicBezTo>
                    <a:pt x="3825213" y="2281083"/>
                    <a:pt x="3768698" y="2268764"/>
                    <a:pt x="3709643" y="2269399"/>
                  </a:cubicBezTo>
                  <a:cubicBezTo>
                    <a:pt x="3646397" y="2270161"/>
                    <a:pt x="3624808" y="2262287"/>
                    <a:pt x="3606011" y="2231426"/>
                  </a:cubicBezTo>
                  <a:cubicBezTo>
                    <a:pt x="3580358" y="2189262"/>
                    <a:pt x="3598645" y="2135922"/>
                    <a:pt x="3646778" y="2112300"/>
                  </a:cubicBezTo>
                  <a:cubicBezTo>
                    <a:pt x="3664304" y="2103664"/>
                    <a:pt x="3693514" y="2098711"/>
                    <a:pt x="3727677" y="2097441"/>
                  </a:cubicBezTo>
                  <a:close/>
                  <a:moveTo>
                    <a:pt x="4238090" y="2296069"/>
                  </a:moveTo>
                  <a:cubicBezTo>
                    <a:pt x="4255616" y="2296704"/>
                    <a:pt x="4269205" y="2301657"/>
                    <a:pt x="4299685" y="2316135"/>
                  </a:cubicBezTo>
                  <a:lnTo>
                    <a:pt x="4346421" y="2338360"/>
                  </a:lnTo>
                  <a:lnTo>
                    <a:pt x="4346421" y="2441230"/>
                  </a:lnTo>
                  <a:lnTo>
                    <a:pt x="4346421" y="2544100"/>
                  </a:lnTo>
                  <a:lnTo>
                    <a:pt x="4290033" y="2509048"/>
                  </a:lnTo>
                  <a:cubicBezTo>
                    <a:pt x="4256378" y="2488093"/>
                    <a:pt x="4221961" y="2471837"/>
                    <a:pt x="4204816" y="2468662"/>
                  </a:cubicBezTo>
                  <a:cubicBezTo>
                    <a:pt x="4100549" y="2449231"/>
                    <a:pt x="4112106" y="2305594"/>
                    <a:pt x="4218532" y="2296704"/>
                  </a:cubicBezTo>
                  <a:cubicBezTo>
                    <a:pt x="4226025" y="2296069"/>
                    <a:pt x="4232248" y="2295815"/>
                    <a:pt x="4238090" y="2295942"/>
                  </a:cubicBezTo>
                  <a:close/>
                </a:path>
              </a:pathLst>
            </a:custGeom>
            <a:solidFill>
              <a:srgbClr val="FD6F9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4361304" cy="2549904"/>
            </a:xfrm>
            <a:custGeom>
              <a:avLst/>
              <a:gdLst/>
              <a:ahLst/>
              <a:cxnLst/>
              <a:rect r="r" b="b" t="t" l="l"/>
              <a:pathLst>
                <a:path h="2549904" w="4361304">
                  <a:moveTo>
                    <a:pt x="0" y="0"/>
                  </a:moveTo>
                  <a:lnTo>
                    <a:pt x="0" y="2549904"/>
                  </a:lnTo>
                  <a:lnTo>
                    <a:pt x="4361304" y="2549904"/>
                  </a:lnTo>
                  <a:lnTo>
                    <a:pt x="436130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87043" y="63500"/>
              <a:ext cx="3437761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37761">
                  <a:moveTo>
                    <a:pt x="0" y="0"/>
                  </a:moveTo>
                  <a:lnTo>
                    <a:pt x="0" y="3431410"/>
                  </a:lnTo>
                  <a:lnTo>
                    <a:pt x="3437761" y="3431410"/>
                  </a:lnTo>
                  <a:lnTo>
                    <a:pt x="343776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4355870" y="6149092"/>
            <a:ext cx="3998671" cy="4204449"/>
          </a:xfrm>
          <a:custGeom>
            <a:avLst/>
            <a:gdLst/>
            <a:ahLst/>
            <a:cxnLst/>
            <a:rect r="r" b="b" t="t" l="l"/>
            <a:pathLst>
              <a:path h="4204449" w="3998671">
                <a:moveTo>
                  <a:pt x="0" y="0"/>
                </a:moveTo>
                <a:lnTo>
                  <a:pt x="3998672" y="0"/>
                </a:lnTo>
                <a:lnTo>
                  <a:pt x="3998672" y="4204450"/>
                </a:lnTo>
                <a:lnTo>
                  <a:pt x="0" y="42044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84013" y="4218737"/>
            <a:ext cx="11750069" cy="1676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8"/>
              </a:lnSpc>
            </a:pPr>
            <a:r>
              <a:rPr lang="en-US" sz="9999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Saravanans white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86826"/>
            <a:ext cx="3878209" cy="6362967"/>
            <a:chOff x="0" y="0"/>
            <a:chExt cx="5170945" cy="84839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0932" cy="8483981"/>
            </a:xfrm>
            <a:custGeom>
              <a:avLst/>
              <a:gdLst/>
              <a:ahLst/>
              <a:cxnLst/>
              <a:rect r="r" b="b" t="t" l="l"/>
              <a:pathLst>
                <a:path h="8483981" w="5170932">
                  <a:moveTo>
                    <a:pt x="0" y="0"/>
                  </a:moveTo>
                  <a:lnTo>
                    <a:pt x="5170932" y="0"/>
                  </a:lnTo>
                  <a:lnTo>
                    <a:pt x="5170932" y="8483981"/>
                  </a:lnTo>
                  <a:lnTo>
                    <a:pt x="0" y="8483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039" t="0" r="-8137" b="-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6551" y="6474628"/>
            <a:ext cx="3913041" cy="3878923"/>
          </a:xfrm>
          <a:custGeom>
            <a:avLst/>
            <a:gdLst/>
            <a:ahLst/>
            <a:cxnLst/>
            <a:rect r="r" b="b" t="t" l="l"/>
            <a:pathLst>
              <a:path h="3878923" w="3913041">
                <a:moveTo>
                  <a:pt x="0" y="0"/>
                </a:moveTo>
                <a:lnTo>
                  <a:pt x="3913041" y="0"/>
                </a:lnTo>
                <a:lnTo>
                  <a:pt x="3913041" y="3878923"/>
                </a:lnTo>
                <a:lnTo>
                  <a:pt x="0" y="387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0408" y="-66551"/>
            <a:ext cx="6461512" cy="3556978"/>
            <a:chOff x="0" y="0"/>
            <a:chExt cx="6461506" cy="3556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0" y="66548"/>
              <a:ext cx="3432682" cy="3426964"/>
            </a:xfrm>
            <a:custGeom>
              <a:avLst/>
              <a:gdLst/>
              <a:ahLst/>
              <a:cxnLst/>
              <a:rect r="r" b="b" t="t" l="l"/>
              <a:pathLst>
                <a:path h="3426964" w="3432682">
                  <a:moveTo>
                    <a:pt x="0" y="0"/>
                  </a:moveTo>
                  <a:lnTo>
                    <a:pt x="0" y="3426964"/>
                  </a:lnTo>
                  <a:cubicBezTo>
                    <a:pt x="0" y="3426964"/>
                    <a:pt x="979932" y="3299711"/>
                    <a:pt x="890524" y="2673982"/>
                  </a:cubicBezTo>
                  <a:cubicBezTo>
                    <a:pt x="889889" y="2667759"/>
                    <a:pt x="888492" y="2660901"/>
                    <a:pt x="887730" y="2654678"/>
                  </a:cubicBezTo>
                  <a:cubicBezTo>
                    <a:pt x="861568" y="2448303"/>
                    <a:pt x="911098" y="2247517"/>
                    <a:pt x="1015619" y="2081147"/>
                  </a:cubicBezTo>
                  <a:cubicBezTo>
                    <a:pt x="1193673" y="1798445"/>
                    <a:pt x="1129030" y="1425827"/>
                    <a:pt x="871855" y="1212595"/>
                  </a:cubicBezTo>
                  <a:lnTo>
                    <a:pt x="583819" y="973200"/>
                  </a:lnTo>
                  <a:cubicBezTo>
                    <a:pt x="495808" y="899667"/>
                    <a:pt x="475107" y="774445"/>
                    <a:pt x="532257" y="674750"/>
                  </a:cubicBezTo>
                  <a:cubicBezTo>
                    <a:pt x="532892" y="674115"/>
                    <a:pt x="532892" y="673353"/>
                    <a:pt x="533654" y="672718"/>
                  </a:cubicBezTo>
                  <a:cubicBezTo>
                    <a:pt x="624586" y="511301"/>
                    <a:pt x="791083" y="463676"/>
                    <a:pt x="955929" y="463676"/>
                  </a:cubicBezTo>
                  <a:cubicBezTo>
                    <a:pt x="1193546" y="463676"/>
                    <a:pt x="1427734" y="562736"/>
                    <a:pt x="1427734" y="562736"/>
                  </a:cubicBezTo>
                  <a:cubicBezTo>
                    <a:pt x="1427734" y="562736"/>
                    <a:pt x="1779777" y="705865"/>
                    <a:pt x="2202179" y="705865"/>
                  </a:cubicBezTo>
                  <a:cubicBezTo>
                    <a:pt x="2545968" y="705865"/>
                    <a:pt x="2936493" y="610996"/>
                    <a:pt x="3221989" y="266954"/>
                  </a:cubicBezTo>
                  <a:cubicBezTo>
                    <a:pt x="3372611" y="85090"/>
                    <a:pt x="3418712" y="21971"/>
                    <a:pt x="3432682" y="0"/>
                  </a:cubicBezTo>
                  <a:close/>
                </a:path>
              </a:pathLst>
            </a:custGeom>
            <a:solidFill>
              <a:srgbClr val="C8EBEC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0612" y="66294"/>
              <a:ext cx="4087809" cy="2835145"/>
            </a:xfrm>
            <a:custGeom>
              <a:avLst/>
              <a:gdLst/>
              <a:ahLst/>
              <a:cxnLst/>
              <a:rect r="r" b="b" t="t" l="l"/>
              <a:pathLst>
                <a:path h="2835145" w="4087809">
                  <a:moveTo>
                    <a:pt x="3077717" y="254"/>
                  </a:moveTo>
                  <a:lnTo>
                    <a:pt x="3064763" y="35941"/>
                  </a:lnTo>
                  <a:cubicBezTo>
                    <a:pt x="3040125" y="104140"/>
                    <a:pt x="2975736" y="189357"/>
                    <a:pt x="2925317" y="220599"/>
                  </a:cubicBezTo>
                  <a:cubicBezTo>
                    <a:pt x="2886709" y="244475"/>
                    <a:pt x="2829686" y="265303"/>
                    <a:pt x="2740278" y="287782"/>
                  </a:cubicBezTo>
                  <a:cubicBezTo>
                    <a:pt x="2611373" y="320294"/>
                    <a:pt x="2584576" y="326390"/>
                    <a:pt x="2380487" y="326390"/>
                  </a:cubicBezTo>
                  <a:cubicBezTo>
                    <a:pt x="2336418" y="326390"/>
                    <a:pt x="2284094" y="326136"/>
                    <a:pt x="2220721" y="325755"/>
                  </a:cubicBezTo>
                  <a:cubicBezTo>
                    <a:pt x="2184907" y="325501"/>
                    <a:pt x="2150744" y="325501"/>
                    <a:pt x="2118359" y="325501"/>
                  </a:cubicBezTo>
                  <a:cubicBezTo>
                    <a:pt x="1964562" y="325501"/>
                    <a:pt x="1853437" y="327787"/>
                    <a:pt x="1814956" y="331851"/>
                  </a:cubicBezTo>
                  <a:cubicBezTo>
                    <a:pt x="1566799" y="358013"/>
                    <a:pt x="1335786" y="450468"/>
                    <a:pt x="1193419" y="580516"/>
                  </a:cubicBezTo>
                  <a:cubicBezTo>
                    <a:pt x="1081278" y="683005"/>
                    <a:pt x="993394" y="851280"/>
                    <a:pt x="901573" y="1139189"/>
                  </a:cubicBezTo>
                  <a:cubicBezTo>
                    <a:pt x="826262" y="1375409"/>
                    <a:pt x="722249" y="1572639"/>
                    <a:pt x="584454" y="1740533"/>
                  </a:cubicBezTo>
                  <a:cubicBezTo>
                    <a:pt x="466217" y="1884678"/>
                    <a:pt x="373507" y="1972181"/>
                    <a:pt x="262001" y="2044698"/>
                  </a:cubicBezTo>
                  <a:cubicBezTo>
                    <a:pt x="201295" y="2084195"/>
                    <a:pt x="85852" y="2144647"/>
                    <a:pt x="33782" y="2163951"/>
                  </a:cubicBezTo>
                  <a:lnTo>
                    <a:pt x="0" y="2176524"/>
                  </a:lnTo>
                  <a:lnTo>
                    <a:pt x="0" y="2296539"/>
                  </a:lnTo>
                  <a:cubicBezTo>
                    <a:pt x="0" y="2381121"/>
                    <a:pt x="2413" y="2416554"/>
                    <a:pt x="8001" y="2416554"/>
                  </a:cubicBezTo>
                  <a:cubicBezTo>
                    <a:pt x="29337" y="2416554"/>
                    <a:pt x="154686" y="2368040"/>
                    <a:pt x="228346" y="2331210"/>
                  </a:cubicBezTo>
                  <a:cubicBezTo>
                    <a:pt x="427990" y="2231515"/>
                    <a:pt x="566166" y="2120517"/>
                    <a:pt x="730377" y="1927985"/>
                  </a:cubicBezTo>
                  <a:cubicBezTo>
                    <a:pt x="911098" y="1716022"/>
                    <a:pt x="1034669" y="1488566"/>
                    <a:pt x="1128395" y="1195577"/>
                  </a:cubicBezTo>
                  <a:cubicBezTo>
                    <a:pt x="1175512" y="1048384"/>
                    <a:pt x="1237361" y="900937"/>
                    <a:pt x="1277874" y="839977"/>
                  </a:cubicBezTo>
                  <a:cubicBezTo>
                    <a:pt x="1315085" y="783843"/>
                    <a:pt x="1378966" y="721359"/>
                    <a:pt x="1429004" y="692149"/>
                  </a:cubicBezTo>
                  <a:cubicBezTo>
                    <a:pt x="1487169" y="658113"/>
                    <a:pt x="1599310" y="611377"/>
                    <a:pt x="1663572" y="594359"/>
                  </a:cubicBezTo>
                  <a:cubicBezTo>
                    <a:pt x="1781555" y="563117"/>
                    <a:pt x="1841753" y="559180"/>
                    <a:pt x="2209799" y="559053"/>
                  </a:cubicBezTo>
                  <a:cubicBezTo>
                    <a:pt x="2589402" y="558926"/>
                    <a:pt x="2620771" y="556513"/>
                    <a:pt x="2785617" y="516635"/>
                  </a:cubicBezTo>
                  <a:cubicBezTo>
                    <a:pt x="2965703" y="473074"/>
                    <a:pt x="3054730" y="429006"/>
                    <a:pt x="3136264" y="343281"/>
                  </a:cubicBezTo>
                  <a:cubicBezTo>
                    <a:pt x="3222624" y="252349"/>
                    <a:pt x="3272027" y="167767"/>
                    <a:pt x="3301999" y="59690"/>
                  </a:cubicBezTo>
                  <a:cubicBezTo>
                    <a:pt x="3309238" y="33528"/>
                    <a:pt x="3315334" y="8382"/>
                    <a:pt x="3316223" y="254"/>
                  </a:cubicBezTo>
                  <a:close/>
                  <a:moveTo>
                    <a:pt x="3866133" y="254"/>
                  </a:moveTo>
                  <a:lnTo>
                    <a:pt x="3860926" y="19812"/>
                  </a:lnTo>
                  <a:cubicBezTo>
                    <a:pt x="3842003" y="90551"/>
                    <a:pt x="3794124" y="230632"/>
                    <a:pt x="3777614" y="263525"/>
                  </a:cubicBezTo>
                  <a:cubicBezTo>
                    <a:pt x="3707637" y="402717"/>
                    <a:pt x="3618102" y="482600"/>
                    <a:pt x="3409441" y="591692"/>
                  </a:cubicBezTo>
                  <a:cubicBezTo>
                    <a:pt x="3328923" y="633856"/>
                    <a:pt x="3154679" y="704849"/>
                    <a:pt x="3064255" y="732281"/>
                  </a:cubicBezTo>
                  <a:cubicBezTo>
                    <a:pt x="2981959" y="757300"/>
                    <a:pt x="2811906" y="785240"/>
                    <a:pt x="2687065" y="794257"/>
                  </a:cubicBezTo>
                  <a:cubicBezTo>
                    <a:pt x="2577210" y="802258"/>
                    <a:pt x="2390139" y="822832"/>
                    <a:pt x="2267203" y="840612"/>
                  </a:cubicBezTo>
                  <a:cubicBezTo>
                    <a:pt x="2005837" y="878331"/>
                    <a:pt x="1814575" y="957325"/>
                    <a:pt x="1674367" y="1085341"/>
                  </a:cubicBezTo>
                  <a:cubicBezTo>
                    <a:pt x="1604644" y="1149095"/>
                    <a:pt x="1556385" y="1232661"/>
                    <a:pt x="1460753" y="1456054"/>
                  </a:cubicBezTo>
                  <a:cubicBezTo>
                    <a:pt x="1314704" y="1797048"/>
                    <a:pt x="1244981" y="1904871"/>
                    <a:pt x="1022858" y="2133090"/>
                  </a:cubicBezTo>
                  <a:cubicBezTo>
                    <a:pt x="818261" y="2343402"/>
                    <a:pt x="524764" y="2535553"/>
                    <a:pt x="334645" y="2583813"/>
                  </a:cubicBezTo>
                  <a:cubicBezTo>
                    <a:pt x="296672" y="2593465"/>
                    <a:pt x="259461" y="2601339"/>
                    <a:pt x="252222" y="2601339"/>
                  </a:cubicBezTo>
                  <a:cubicBezTo>
                    <a:pt x="239776" y="2601339"/>
                    <a:pt x="238887" y="2608705"/>
                    <a:pt x="238887" y="2718813"/>
                  </a:cubicBezTo>
                  <a:cubicBezTo>
                    <a:pt x="238887" y="2809999"/>
                    <a:pt x="233807" y="2835145"/>
                    <a:pt x="263779" y="2835145"/>
                  </a:cubicBezTo>
                  <a:cubicBezTo>
                    <a:pt x="278638" y="2835145"/>
                    <a:pt x="302260" y="2828922"/>
                    <a:pt x="339598" y="2821429"/>
                  </a:cubicBezTo>
                  <a:cubicBezTo>
                    <a:pt x="642366" y="2760723"/>
                    <a:pt x="1042035" y="2486277"/>
                    <a:pt x="1331849" y="2140075"/>
                  </a:cubicBezTo>
                  <a:cubicBezTo>
                    <a:pt x="1480946" y="1962021"/>
                    <a:pt x="1540636" y="1859024"/>
                    <a:pt x="1674367" y="1548509"/>
                  </a:cubicBezTo>
                  <a:cubicBezTo>
                    <a:pt x="1772284" y="1321307"/>
                    <a:pt x="1796414" y="1281175"/>
                    <a:pt x="1868677" y="1226184"/>
                  </a:cubicBezTo>
                  <a:cubicBezTo>
                    <a:pt x="1959228" y="1157350"/>
                    <a:pt x="2108072" y="1099946"/>
                    <a:pt x="2252979" y="1078102"/>
                  </a:cubicBezTo>
                  <a:cubicBezTo>
                    <a:pt x="2381249" y="1058798"/>
                    <a:pt x="2533776" y="1041272"/>
                    <a:pt x="2658617" y="1031747"/>
                  </a:cubicBezTo>
                  <a:cubicBezTo>
                    <a:pt x="2846958" y="1017396"/>
                    <a:pt x="3043427" y="985011"/>
                    <a:pt x="3146170" y="951356"/>
                  </a:cubicBezTo>
                  <a:cubicBezTo>
                    <a:pt x="3413886" y="863599"/>
                    <a:pt x="3685158" y="722502"/>
                    <a:pt x="3807713" y="607313"/>
                  </a:cubicBezTo>
                  <a:cubicBezTo>
                    <a:pt x="3942714" y="480314"/>
                    <a:pt x="4028185" y="317119"/>
                    <a:pt x="4071746" y="102616"/>
                  </a:cubicBezTo>
                  <a:cubicBezTo>
                    <a:pt x="4084065" y="41783"/>
                    <a:pt x="4092955" y="13208"/>
                    <a:pt x="4084446" y="0"/>
                  </a:cubicBezTo>
                  <a:close/>
                </a:path>
              </a:pathLst>
            </a:custGeom>
            <a:solidFill>
              <a:srgbClr val="8FCF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750479" y="66421"/>
              <a:ext cx="3647476" cy="1267840"/>
            </a:xfrm>
            <a:custGeom>
              <a:avLst/>
              <a:gdLst/>
              <a:ahLst/>
              <a:cxnLst/>
              <a:rect r="r" b="b" t="t" l="l"/>
              <a:pathLst>
                <a:path h="1267840" w="3647476">
                  <a:moveTo>
                    <a:pt x="3305260" y="127"/>
                  </a:moveTo>
                  <a:cubicBezTo>
                    <a:pt x="3291925" y="15240"/>
                    <a:pt x="3274780" y="34544"/>
                    <a:pt x="3257762" y="53086"/>
                  </a:cubicBezTo>
                  <a:cubicBezTo>
                    <a:pt x="3177879" y="140843"/>
                    <a:pt x="3167846" y="155956"/>
                    <a:pt x="3172672" y="181356"/>
                  </a:cubicBezTo>
                  <a:cubicBezTo>
                    <a:pt x="3174831" y="193040"/>
                    <a:pt x="3184864" y="209677"/>
                    <a:pt x="3194770" y="218313"/>
                  </a:cubicBezTo>
                  <a:cubicBezTo>
                    <a:pt x="3206835" y="228981"/>
                    <a:pt x="3219535" y="234315"/>
                    <a:pt x="3233378" y="234315"/>
                  </a:cubicBezTo>
                  <a:cubicBezTo>
                    <a:pt x="3251412" y="234315"/>
                    <a:pt x="3271351" y="225171"/>
                    <a:pt x="3294592" y="206883"/>
                  </a:cubicBezTo>
                  <a:cubicBezTo>
                    <a:pt x="3330406" y="178562"/>
                    <a:pt x="3431371" y="71120"/>
                    <a:pt x="3453088" y="38100"/>
                  </a:cubicBezTo>
                  <a:cubicBezTo>
                    <a:pt x="3461216" y="25781"/>
                    <a:pt x="3465407" y="12700"/>
                    <a:pt x="3465661" y="0"/>
                  </a:cubicBezTo>
                  <a:close/>
                  <a:moveTo>
                    <a:pt x="259674" y="28448"/>
                  </a:moveTo>
                  <a:cubicBezTo>
                    <a:pt x="257261" y="28448"/>
                    <a:pt x="254975" y="28575"/>
                    <a:pt x="252562" y="28829"/>
                  </a:cubicBezTo>
                  <a:cubicBezTo>
                    <a:pt x="236179" y="30607"/>
                    <a:pt x="220304" y="38354"/>
                    <a:pt x="208747" y="52832"/>
                  </a:cubicBezTo>
                  <a:cubicBezTo>
                    <a:pt x="189316" y="77089"/>
                    <a:pt x="195539" y="155829"/>
                    <a:pt x="220812" y="206248"/>
                  </a:cubicBezTo>
                  <a:cubicBezTo>
                    <a:pt x="244053" y="252730"/>
                    <a:pt x="257896" y="268224"/>
                    <a:pt x="313014" y="310261"/>
                  </a:cubicBezTo>
                  <a:cubicBezTo>
                    <a:pt x="336255" y="327914"/>
                    <a:pt x="371688" y="357759"/>
                    <a:pt x="391881" y="376428"/>
                  </a:cubicBezTo>
                  <a:cubicBezTo>
                    <a:pt x="421980" y="404368"/>
                    <a:pt x="432521" y="410210"/>
                    <a:pt x="454238" y="410210"/>
                  </a:cubicBezTo>
                  <a:cubicBezTo>
                    <a:pt x="454619" y="410210"/>
                    <a:pt x="454873" y="410210"/>
                    <a:pt x="455254" y="410210"/>
                  </a:cubicBezTo>
                  <a:cubicBezTo>
                    <a:pt x="495259" y="409829"/>
                    <a:pt x="520786" y="383921"/>
                    <a:pt x="520786" y="343662"/>
                  </a:cubicBezTo>
                  <a:cubicBezTo>
                    <a:pt x="520786" y="305435"/>
                    <a:pt x="491703" y="270510"/>
                    <a:pt x="408264" y="208407"/>
                  </a:cubicBezTo>
                  <a:cubicBezTo>
                    <a:pt x="358480" y="171323"/>
                    <a:pt x="330540" y="135890"/>
                    <a:pt x="330540" y="109855"/>
                  </a:cubicBezTo>
                  <a:cubicBezTo>
                    <a:pt x="330540" y="100584"/>
                    <a:pt x="325841" y="81915"/>
                    <a:pt x="320253" y="68453"/>
                  </a:cubicBezTo>
                  <a:cubicBezTo>
                    <a:pt x="309458" y="42545"/>
                    <a:pt x="284693" y="28702"/>
                    <a:pt x="259674" y="28702"/>
                  </a:cubicBezTo>
                  <a:close/>
                  <a:moveTo>
                    <a:pt x="70825" y="187071"/>
                  </a:moveTo>
                  <a:cubicBezTo>
                    <a:pt x="46441" y="187071"/>
                    <a:pt x="20787" y="199136"/>
                    <a:pt x="9611" y="220726"/>
                  </a:cubicBezTo>
                  <a:cubicBezTo>
                    <a:pt x="-11598" y="261747"/>
                    <a:pt x="213" y="299212"/>
                    <a:pt x="65999" y="400177"/>
                  </a:cubicBezTo>
                  <a:cubicBezTo>
                    <a:pt x="109306" y="466597"/>
                    <a:pt x="154391" y="518540"/>
                    <a:pt x="186141" y="538479"/>
                  </a:cubicBezTo>
                  <a:cubicBezTo>
                    <a:pt x="196174" y="544829"/>
                    <a:pt x="207096" y="547623"/>
                    <a:pt x="217891" y="547623"/>
                  </a:cubicBezTo>
                  <a:cubicBezTo>
                    <a:pt x="260817" y="547623"/>
                    <a:pt x="301711" y="503554"/>
                    <a:pt x="279740" y="463930"/>
                  </a:cubicBezTo>
                  <a:cubicBezTo>
                    <a:pt x="274787" y="455041"/>
                    <a:pt x="250530" y="421132"/>
                    <a:pt x="226019" y="388747"/>
                  </a:cubicBezTo>
                  <a:cubicBezTo>
                    <a:pt x="201508" y="356362"/>
                    <a:pt x="168615" y="304292"/>
                    <a:pt x="152994" y="273177"/>
                  </a:cubicBezTo>
                  <a:cubicBezTo>
                    <a:pt x="137373" y="242062"/>
                    <a:pt x="119974" y="211201"/>
                    <a:pt x="114259" y="204724"/>
                  </a:cubicBezTo>
                  <a:cubicBezTo>
                    <a:pt x="104480" y="193675"/>
                    <a:pt x="90002" y="187960"/>
                    <a:pt x="74762" y="187198"/>
                  </a:cubicBezTo>
                  <a:cubicBezTo>
                    <a:pt x="73492" y="187071"/>
                    <a:pt x="72222" y="187071"/>
                    <a:pt x="70952" y="187071"/>
                  </a:cubicBezTo>
                  <a:close/>
                  <a:moveTo>
                    <a:pt x="3035893" y="295148"/>
                  </a:moveTo>
                  <a:cubicBezTo>
                    <a:pt x="3012017" y="295148"/>
                    <a:pt x="2986617" y="311912"/>
                    <a:pt x="2940009" y="354203"/>
                  </a:cubicBezTo>
                  <a:cubicBezTo>
                    <a:pt x="2882859" y="406146"/>
                    <a:pt x="2806404" y="464057"/>
                    <a:pt x="2759287" y="491108"/>
                  </a:cubicBezTo>
                  <a:cubicBezTo>
                    <a:pt x="2717885" y="514857"/>
                    <a:pt x="2704804" y="532764"/>
                    <a:pt x="2704804" y="565657"/>
                  </a:cubicBezTo>
                  <a:cubicBezTo>
                    <a:pt x="2704804" y="590803"/>
                    <a:pt x="2722204" y="614679"/>
                    <a:pt x="2747096" y="623696"/>
                  </a:cubicBezTo>
                  <a:cubicBezTo>
                    <a:pt x="2753573" y="626109"/>
                    <a:pt x="2759415" y="627379"/>
                    <a:pt x="2765765" y="627379"/>
                  </a:cubicBezTo>
                  <a:cubicBezTo>
                    <a:pt x="2780497" y="627379"/>
                    <a:pt x="2798023" y="620140"/>
                    <a:pt x="2833201" y="601979"/>
                  </a:cubicBezTo>
                  <a:cubicBezTo>
                    <a:pt x="2931626" y="551052"/>
                    <a:pt x="3086185" y="425576"/>
                    <a:pt x="3099267" y="385953"/>
                  </a:cubicBezTo>
                  <a:cubicBezTo>
                    <a:pt x="3110696" y="351409"/>
                    <a:pt x="3094060" y="314579"/>
                    <a:pt x="3060912" y="300736"/>
                  </a:cubicBezTo>
                  <a:cubicBezTo>
                    <a:pt x="3052404" y="297180"/>
                    <a:pt x="3044529" y="295275"/>
                    <a:pt x="3036529" y="295148"/>
                  </a:cubicBezTo>
                  <a:cubicBezTo>
                    <a:pt x="3036274" y="295148"/>
                    <a:pt x="3036148" y="295148"/>
                    <a:pt x="3035893" y="295148"/>
                  </a:cubicBezTo>
                  <a:close/>
                  <a:moveTo>
                    <a:pt x="715731" y="463803"/>
                  </a:moveTo>
                  <a:cubicBezTo>
                    <a:pt x="679663" y="463803"/>
                    <a:pt x="654517" y="488568"/>
                    <a:pt x="654517" y="524382"/>
                  </a:cubicBezTo>
                  <a:cubicBezTo>
                    <a:pt x="654517" y="560450"/>
                    <a:pt x="678012" y="584326"/>
                    <a:pt x="780628" y="652652"/>
                  </a:cubicBezTo>
                  <a:cubicBezTo>
                    <a:pt x="835746" y="689355"/>
                    <a:pt x="871179" y="707135"/>
                    <a:pt x="896325" y="707135"/>
                  </a:cubicBezTo>
                  <a:cubicBezTo>
                    <a:pt x="916645" y="707135"/>
                    <a:pt x="930234" y="695578"/>
                    <a:pt x="942172" y="673099"/>
                  </a:cubicBezTo>
                  <a:cubicBezTo>
                    <a:pt x="966683" y="627125"/>
                    <a:pt x="944712" y="597026"/>
                    <a:pt x="834095" y="524255"/>
                  </a:cubicBezTo>
                  <a:cubicBezTo>
                    <a:pt x="761705" y="476630"/>
                    <a:pt x="737067" y="463930"/>
                    <a:pt x="716493" y="463676"/>
                  </a:cubicBezTo>
                  <a:cubicBezTo>
                    <a:pt x="716239" y="463676"/>
                    <a:pt x="715858" y="463676"/>
                    <a:pt x="715604" y="463676"/>
                  </a:cubicBezTo>
                  <a:close/>
                  <a:moveTo>
                    <a:pt x="3583263" y="142494"/>
                  </a:moveTo>
                  <a:cubicBezTo>
                    <a:pt x="3555450" y="142494"/>
                    <a:pt x="3550878" y="146177"/>
                    <a:pt x="3448262" y="250317"/>
                  </a:cubicBezTo>
                  <a:cubicBezTo>
                    <a:pt x="3343741" y="356362"/>
                    <a:pt x="3198834" y="477900"/>
                    <a:pt x="3076660" y="561974"/>
                  </a:cubicBezTo>
                  <a:cubicBezTo>
                    <a:pt x="3043005" y="585088"/>
                    <a:pt x="3010621" y="612393"/>
                    <a:pt x="3004397" y="622680"/>
                  </a:cubicBezTo>
                  <a:cubicBezTo>
                    <a:pt x="2980267" y="663320"/>
                    <a:pt x="3000079" y="714120"/>
                    <a:pt x="3044784" y="726058"/>
                  </a:cubicBezTo>
                  <a:cubicBezTo>
                    <a:pt x="3051515" y="727836"/>
                    <a:pt x="3060150" y="728725"/>
                    <a:pt x="3068278" y="728725"/>
                  </a:cubicBezTo>
                  <a:cubicBezTo>
                    <a:pt x="3074882" y="728725"/>
                    <a:pt x="3081232" y="728090"/>
                    <a:pt x="3085931" y="726820"/>
                  </a:cubicBezTo>
                  <a:cubicBezTo>
                    <a:pt x="3113109" y="719200"/>
                    <a:pt x="3224615" y="642492"/>
                    <a:pt x="3291290" y="585469"/>
                  </a:cubicBezTo>
                  <a:cubicBezTo>
                    <a:pt x="3323167" y="558291"/>
                    <a:pt x="3376761" y="512190"/>
                    <a:pt x="3410670" y="483234"/>
                  </a:cubicBezTo>
                  <a:cubicBezTo>
                    <a:pt x="3468582" y="433578"/>
                    <a:pt x="3608790" y="283718"/>
                    <a:pt x="3636095" y="242443"/>
                  </a:cubicBezTo>
                  <a:cubicBezTo>
                    <a:pt x="3665051" y="198501"/>
                    <a:pt x="3635587" y="142494"/>
                    <a:pt x="3583390" y="142494"/>
                  </a:cubicBezTo>
                  <a:close/>
                  <a:moveTo>
                    <a:pt x="389722" y="565403"/>
                  </a:moveTo>
                  <a:cubicBezTo>
                    <a:pt x="354162" y="565403"/>
                    <a:pt x="323555" y="596899"/>
                    <a:pt x="323555" y="633475"/>
                  </a:cubicBezTo>
                  <a:cubicBezTo>
                    <a:pt x="323555" y="657224"/>
                    <a:pt x="328635" y="665225"/>
                    <a:pt x="368513" y="703325"/>
                  </a:cubicBezTo>
                  <a:cubicBezTo>
                    <a:pt x="393278" y="726947"/>
                    <a:pt x="433283" y="759586"/>
                    <a:pt x="457413" y="775715"/>
                  </a:cubicBezTo>
                  <a:cubicBezTo>
                    <a:pt x="487258" y="795654"/>
                    <a:pt x="510753" y="805433"/>
                    <a:pt x="530819" y="805433"/>
                  </a:cubicBezTo>
                  <a:cubicBezTo>
                    <a:pt x="546440" y="805433"/>
                    <a:pt x="559902" y="799464"/>
                    <a:pt x="572602" y="787780"/>
                  </a:cubicBezTo>
                  <a:cubicBezTo>
                    <a:pt x="586572" y="774826"/>
                    <a:pt x="591144" y="763777"/>
                    <a:pt x="591017" y="743711"/>
                  </a:cubicBezTo>
                  <a:cubicBezTo>
                    <a:pt x="590763" y="712723"/>
                    <a:pt x="585175" y="704468"/>
                    <a:pt x="541868" y="671194"/>
                  </a:cubicBezTo>
                  <a:cubicBezTo>
                    <a:pt x="524469" y="657732"/>
                    <a:pt x="488655" y="628522"/>
                    <a:pt x="462493" y="606170"/>
                  </a:cubicBezTo>
                  <a:cubicBezTo>
                    <a:pt x="423885" y="573277"/>
                    <a:pt x="410042" y="565530"/>
                    <a:pt x="389722" y="565530"/>
                  </a:cubicBezTo>
                  <a:close/>
                  <a:moveTo>
                    <a:pt x="2542879" y="640333"/>
                  </a:moveTo>
                  <a:cubicBezTo>
                    <a:pt x="2542625" y="640333"/>
                    <a:pt x="2542244" y="640333"/>
                    <a:pt x="2541990" y="640333"/>
                  </a:cubicBezTo>
                  <a:cubicBezTo>
                    <a:pt x="2521289" y="640587"/>
                    <a:pt x="2491190" y="649477"/>
                    <a:pt x="2439882" y="667003"/>
                  </a:cubicBezTo>
                  <a:cubicBezTo>
                    <a:pt x="2265892" y="726566"/>
                    <a:pt x="2232872" y="747394"/>
                    <a:pt x="2232872" y="797051"/>
                  </a:cubicBezTo>
                  <a:cubicBezTo>
                    <a:pt x="2232872" y="819530"/>
                    <a:pt x="2237063" y="828420"/>
                    <a:pt x="2254589" y="843152"/>
                  </a:cubicBezTo>
                  <a:cubicBezTo>
                    <a:pt x="2268305" y="854709"/>
                    <a:pt x="2279735" y="860424"/>
                    <a:pt x="2294467" y="860424"/>
                  </a:cubicBezTo>
                  <a:cubicBezTo>
                    <a:pt x="2308691" y="860424"/>
                    <a:pt x="2325963" y="855090"/>
                    <a:pt x="2351109" y="844549"/>
                  </a:cubicBezTo>
                  <a:cubicBezTo>
                    <a:pt x="2373334" y="835278"/>
                    <a:pt x="2429341" y="815847"/>
                    <a:pt x="2475823" y="801369"/>
                  </a:cubicBezTo>
                  <a:cubicBezTo>
                    <a:pt x="2541990" y="780795"/>
                    <a:pt x="2565231" y="770127"/>
                    <a:pt x="2583265" y="752093"/>
                  </a:cubicBezTo>
                  <a:cubicBezTo>
                    <a:pt x="2611967" y="723391"/>
                    <a:pt x="2613618" y="695070"/>
                    <a:pt x="2588472" y="665225"/>
                  </a:cubicBezTo>
                  <a:cubicBezTo>
                    <a:pt x="2574502" y="648715"/>
                    <a:pt x="2563199" y="640333"/>
                    <a:pt x="2543006" y="640333"/>
                  </a:cubicBezTo>
                  <a:close/>
                  <a:moveTo>
                    <a:pt x="1189949" y="709548"/>
                  </a:moveTo>
                  <a:cubicBezTo>
                    <a:pt x="1182075" y="709548"/>
                    <a:pt x="1175725" y="711961"/>
                    <a:pt x="1166200" y="716025"/>
                  </a:cubicBezTo>
                  <a:cubicBezTo>
                    <a:pt x="1120607" y="735075"/>
                    <a:pt x="1108288" y="792860"/>
                    <a:pt x="1143086" y="824356"/>
                  </a:cubicBezTo>
                  <a:cubicBezTo>
                    <a:pt x="1155786" y="835786"/>
                    <a:pt x="1278849" y="887348"/>
                    <a:pt x="1362669" y="916177"/>
                  </a:cubicBezTo>
                  <a:cubicBezTo>
                    <a:pt x="1379560" y="922019"/>
                    <a:pt x="1395562" y="924686"/>
                    <a:pt x="1410040" y="924686"/>
                  </a:cubicBezTo>
                  <a:cubicBezTo>
                    <a:pt x="1452458" y="924686"/>
                    <a:pt x="1482049" y="901318"/>
                    <a:pt x="1482049" y="862202"/>
                  </a:cubicBezTo>
                  <a:cubicBezTo>
                    <a:pt x="1482049" y="821562"/>
                    <a:pt x="1460840" y="802131"/>
                    <a:pt x="1391498" y="779525"/>
                  </a:cubicBezTo>
                  <a:cubicBezTo>
                    <a:pt x="1360129" y="769238"/>
                    <a:pt x="1302344" y="748283"/>
                    <a:pt x="1263228" y="732916"/>
                  </a:cubicBezTo>
                  <a:cubicBezTo>
                    <a:pt x="1228557" y="719327"/>
                    <a:pt x="1210650" y="712342"/>
                    <a:pt x="1198204" y="710183"/>
                  </a:cubicBezTo>
                  <a:cubicBezTo>
                    <a:pt x="1195156" y="709675"/>
                    <a:pt x="1192489" y="709421"/>
                    <a:pt x="1189949" y="709421"/>
                  </a:cubicBezTo>
                  <a:close/>
                  <a:moveTo>
                    <a:pt x="1955504" y="800607"/>
                  </a:moveTo>
                  <a:cubicBezTo>
                    <a:pt x="1927691" y="800607"/>
                    <a:pt x="1893655" y="800988"/>
                    <a:pt x="1851999" y="801623"/>
                  </a:cubicBezTo>
                  <a:lnTo>
                    <a:pt x="1658579" y="804417"/>
                  </a:lnTo>
                  <a:lnTo>
                    <a:pt x="1639148" y="825753"/>
                  </a:lnTo>
                  <a:cubicBezTo>
                    <a:pt x="1628480" y="837437"/>
                    <a:pt x="1619717" y="853566"/>
                    <a:pt x="1619717" y="861440"/>
                  </a:cubicBezTo>
                  <a:cubicBezTo>
                    <a:pt x="1619717" y="873505"/>
                    <a:pt x="1637751" y="917066"/>
                    <a:pt x="1642831" y="917447"/>
                  </a:cubicBezTo>
                  <a:cubicBezTo>
                    <a:pt x="1643720" y="917447"/>
                    <a:pt x="1657055" y="922146"/>
                    <a:pt x="1672549" y="927734"/>
                  </a:cubicBezTo>
                  <a:cubicBezTo>
                    <a:pt x="1693885" y="935481"/>
                    <a:pt x="1740367" y="938021"/>
                    <a:pt x="1865207" y="938148"/>
                  </a:cubicBezTo>
                  <a:cubicBezTo>
                    <a:pt x="1873589" y="938148"/>
                    <a:pt x="1881590" y="938148"/>
                    <a:pt x="1889083" y="938148"/>
                  </a:cubicBezTo>
                  <a:cubicBezTo>
                    <a:pt x="2008209" y="938148"/>
                    <a:pt x="2034625" y="935989"/>
                    <a:pt x="2054437" y="926591"/>
                  </a:cubicBezTo>
                  <a:cubicBezTo>
                    <a:pt x="2087457" y="910970"/>
                    <a:pt x="2102571" y="876553"/>
                    <a:pt x="2091394" y="842517"/>
                  </a:cubicBezTo>
                  <a:cubicBezTo>
                    <a:pt x="2080853" y="810513"/>
                    <a:pt x="2073106" y="801623"/>
                    <a:pt x="1978618" y="800607"/>
                  </a:cubicBezTo>
                  <a:cubicBezTo>
                    <a:pt x="1971379" y="800480"/>
                    <a:pt x="1963632" y="800480"/>
                    <a:pt x="1955377" y="800480"/>
                  </a:cubicBezTo>
                  <a:close/>
                  <a:moveTo>
                    <a:pt x="2724743" y="785367"/>
                  </a:moveTo>
                  <a:cubicBezTo>
                    <a:pt x="2696676" y="785367"/>
                    <a:pt x="2650956" y="806068"/>
                    <a:pt x="2583011" y="849502"/>
                  </a:cubicBezTo>
                  <a:cubicBezTo>
                    <a:pt x="2562691" y="862456"/>
                    <a:pt x="2522305" y="884935"/>
                    <a:pt x="2493349" y="899286"/>
                  </a:cubicBezTo>
                  <a:cubicBezTo>
                    <a:pt x="2464393" y="913637"/>
                    <a:pt x="2435056" y="932433"/>
                    <a:pt x="2428325" y="940688"/>
                  </a:cubicBezTo>
                  <a:cubicBezTo>
                    <a:pt x="2403687" y="971422"/>
                    <a:pt x="2417911" y="1029588"/>
                    <a:pt x="2453598" y="1043939"/>
                  </a:cubicBezTo>
                  <a:cubicBezTo>
                    <a:pt x="2461853" y="1047241"/>
                    <a:pt x="2475188" y="1050162"/>
                    <a:pt x="2482935" y="1050416"/>
                  </a:cubicBezTo>
                  <a:cubicBezTo>
                    <a:pt x="2483062" y="1050416"/>
                    <a:pt x="2483190" y="1050416"/>
                    <a:pt x="2483316" y="1050416"/>
                  </a:cubicBezTo>
                  <a:cubicBezTo>
                    <a:pt x="2503255" y="1050416"/>
                    <a:pt x="2588472" y="1009014"/>
                    <a:pt x="2648797" y="969898"/>
                  </a:cubicBezTo>
                  <a:cubicBezTo>
                    <a:pt x="2675848" y="952372"/>
                    <a:pt x="2713440" y="930274"/>
                    <a:pt x="2732490" y="920622"/>
                  </a:cubicBezTo>
                  <a:cubicBezTo>
                    <a:pt x="2751540" y="910970"/>
                    <a:pt x="2771987" y="895984"/>
                    <a:pt x="2778083" y="887348"/>
                  </a:cubicBezTo>
                  <a:cubicBezTo>
                    <a:pt x="2805134" y="848740"/>
                    <a:pt x="2780242" y="793241"/>
                    <a:pt x="2732236" y="785621"/>
                  </a:cubicBezTo>
                  <a:cubicBezTo>
                    <a:pt x="2729823" y="785240"/>
                    <a:pt x="2727410" y="785113"/>
                    <a:pt x="2724743" y="785113"/>
                  </a:cubicBezTo>
                  <a:close/>
                  <a:moveTo>
                    <a:pt x="762340" y="818260"/>
                  </a:moveTo>
                  <a:cubicBezTo>
                    <a:pt x="760181" y="818260"/>
                    <a:pt x="758022" y="818387"/>
                    <a:pt x="755736" y="818514"/>
                  </a:cubicBezTo>
                  <a:cubicBezTo>
                    <a:pt x="738210" y="819911"/>
                    <a:pt x="717255" y="826515"/>
                    <a:pt x="705317" y="836548"/>
                  </a:cubicBezTo>
                  <a:cubicBezTo>
                    <a:pt x="662518" y="872616"/>
                    <a:pt x="673567" y="926210"/>
                    <a:pt x="729193" y="952245"/>
                  </a:cubicBezTo>
                  <a:cubicBezTo>
                    <a:pt x="746338" y="960246"/>
                    <a:pt x="762086" y="966850"/>
                    <a:pt x="764499" y="966850"/>
                  </a:cubicBezTo>
                  <a:cubicBezTo>
                    <a:pt x="766912" y="966850"/>
                    <a:pt x="851621" y="1007871"/>
                    <a:pt x="952967" y="1057909"/>
                  </a:cubicBezTo>
                  <a:cubicBezTo>
                    <a:pt x="1142070" y="1151381"/>
                    <a:pt x="1217127" y="1181353"/>
                    <a:pt x="1287358" y="1191640"/>
                  </a:cubicBezTo>
                  <a:cubicBezTo>
                    <a:pt x="1309456" y="1194815"/>
                    <a:pt x="1348699" y="1197863"/>
                    <a:pt x="1374480" y="1198371"/>
                  </a:cubicBezTo>
                  <a:cubicBezTo>
                    <a:pt x="1378798" y="1198498"/>
                    <a:pt x="1382608" y="1198498"/>
                    <a:pt x="1386291" y="1198498"/>
                  </a:cubicBezTo>
                  <a:cubicBezTo>
                    <a:pt x="1417152" y="1198498"/>
                    <a:pt x="1426296" y="1195196"/>
                    <a:pt x="1442679" y="1181480"/>
                  </a:cubicBezTo>
                  <a:cubicBezTo>
                    <a:pt x="1468206" y="1160017"/>
                    <a:pt x="1476461" y="1129410"/>
                    <a:pt x="1463634" y="1103248"/>
                  </a:cubicBezTo>
                  <a:cubicBezTo>
                    <a:pt x="1446997" y="1069339"/>
                    <a:pt x="1423375" y="1058290"/>
                    <a:pt x="1344762" y="1048003"/>
                  </a:cubicBezTo>
                  <a:cubicBezTo>
                    <a:pt x="1246337" y="1035049"/>
                    <a:pt x="1149817" y="998727"/>
                    <a:pt x="933028" y="893063"/>
                  </a:cubicBezTo>
                  <a:cubicBezTo>
                    <a:pt x="882609" y="868552"/>
                    <a:pt x="829650" y="844676"/>
                    <a:pt x="815172" y="840104"/>
                  </a:cubicBezTo>
                  <a:cubicBezTo>
                    <a:pt x="800694" y="835532"/>
                    <a:pt x="786978" y="828801"/>
                    <a:pt x="784819" y="825245"/>
                  </a:cubicBezTo>
                  <a:cubicBezTo>
                    <a:pt x="782660" y="821816"/>
                    <a:pt x="777961" y="819657"/>
                    <a:pt x="771865" y="818641"/>
                  </a:cubicBezTo>
                  <a:cubicBezTo>
                    <a:pt x="769071" y="818133"/>
                    <a:pt x="765896" y="818006"/>
                    <a:pt x="762594" y="818006"/>
                  </a:cubicBezTo>
                  <a:close/>
                  <a:moveTo>
                    <a:pt x="2199725" y="1051432"/>
                  </a:moveTo>
                  <a:cubicBezTo>
                    <a:pt x="2185882" y="1051432"/>
                    <a:pt x="2131272" y="1065402"/>
                    <a:pt x="2078441" y="1082420"/>
                  </a:cubicBezTo>
                  <a:cubicBezTo>
                    <a:pt x="1972904" y="1116456"/>
                    <a:pt x="1918421" y="1127632"/>
                    <a:pt x="1828759" y="1127632"/>
                  </a:cubicBezTo>
                  <a:cubicBezTo>
                    <a:pt x="1807041" y="1127632"/>
                    <a:pt x="1783166" y="1126997"/>
                    <a:pt x="1755988" y="1125854"/>
                  </a:cubicBezTo>
                  <a:cubicBezTo>
                    <a:pt x="1728683" y="1124711"/>
                    <a:pt x="1706204" y="1123949"/>
                    <a:pt x="1687662" y="1123949"/>
                  </a:cubicBezTo>
                  <a:cubicBezTo>
                    <a:pt x="1619463" y="1123949"/>
                    <a:pt x="1603969" y="1133474"/>
                    <a:pt x="1587586" y="1165097"/>
                  </a:cubicBezTo>
                  <a:cubicBezTo>
                    <a:pt x="1567520" y="1203959"/>
                    <a:pt x="1583776" y="1244091"/>
                    <a:pt x="1626956" y="1262379"/>
                  </a:cubicBezTo>
                  <a:cubicBezTo>
                    <a:pt x="1635465" y="1265935"/>
                    <a:pt x="1675343" y="1267840"/>
                    <a:pt x="1737700" y="1267840"/>
                  </a:cubicBezTo>
                  <a:cubicBezTo>
                    <a:pt x="1756369" y="1267840"/>
                    <a:pt x="1777070" y="1267713"/>
                    <a:pt x="1799422" y="1267332"/>
                  </a:cubicBezTo>
                  <a:cubicBezTo>
                    <a:pt x="1971760" y="1264665"/>
                    <a:pt x="1987128" y="1261744"/>
                    <a:pt x="2161498" y="1197736"/>
                  </a:cubicBezTo>
                  <a:cubicBezTo>
                    <a:pt x="2227411" y="1173479"/>
                    <a:pt x="2244048" y="1164462"/>
                    <a:pt x="2255097" y="1146809"/>
                  </a:cubicBezTo>
                  <a:cubicBezTo>
                    <a:pt x="2281641" y="1104391"/>
                    <a:pt x="2250906" y="1051432"/>
                    <a:pt x="2199725" y="1051432"/>
                  </a:cubicBezTo>
                  <a:close/>
                </a:path>
              </a:pathLst>
            </a:custGeom>
            <a:solidFill>
              <a:srgbClr val="FFC26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877992" y="-63503"/>
            <a:ext cx="4473512" cy="3555997"/>
            <a:chOff x="0" y="0"/>
            <a:chExt cx="4473512" cy="355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979883" y="63500"/>
              <a:ext cx="3429051" cy="3429000"/>
            </a:xfrm>
            <a:custGeom>
              <a:avLst/>
              <a:gdLst/>
              <a:ahLst/>
              <a:cxnLst/>
              <a:rect r="r" b="b" t="t" l="l"/>
              <a:pathLst>
                <a:path h="3429000" w="3429051">
                  <a:moveTo>
                    <a:pt x="49" y="0"/>
                  </a:moveTo>
                  <a:lnTo>
                    <a:pt x="3429051" y="0"/>
                  </a:lnTo>
                  <a:lnTo>
                    <a:pt x="3429051" y="3429000"/>
                  </a:lnTo>
                  <a:cubicBezTo>
                    <a:pt x="3429051" y="3429000"/>
                    <a:pt x="2451786" y="3302127"/>
                    <a:pt x="2540940" y="2678049"/>
                  </a:cubicBezTo>
                  <a:cubicBezTo>
                    <a:pt x="2541575" y="2671826"/>
                    <a:pt x="2542972" y="2664968"/>
                    <a:pt x="2543734" y="2658872"/>
                  </a:cubicBezTo>
                  <a:cubicBezTo>
                    <a:pt x="2569769" y="2453132"/>
                    <a:pt x="2520366" y="2252853"/>
                    <a:pt x="2416226" y="2086864"/>
                  </a:cubicBezTo>
                  <a:cubicBezTo>
                    <a:pt x="2238552" y="1805051"/>
                    <a:pt x="2303069" y="1433322"/>
                    <a:pt x="2559609" y="1220724"/>
                  </a:cubicBezTo>
                  <a:lnTo>
                    <a:pt x="2847010" y="982091"/>
                  </a:lnTo>
                  <a:cubicBezTo>
                    <a:pt x="2934766" y="908685"/>
                    <a:pt x="2955341" y="783844"/>
                    <a:pt x="2898445" y="684403"/>
                  </a:cubicBezTo>
                  <a:cubicBezTo>
                    <a:pt x="2897810" y="683768"/>
                    <a:pt x="2897810" y="683006"/>
                    <a:pt x="2897047" y="682371"/>
                  </a:cubicBezTo>
                  <a:cubicBezTo>
                    <a:pt x="2675560" y="289433"/>
                    <a:pt x="2005507" y="572643"/>
                    <a:pt x="2005507" y="572643"/>
                  </a:cubicBezTo>
                  <a:cubicBezTo>
                    <a:pt x="2005507" y="572643"/>
                    <a:pt x="850442" y="1042416"/>
                    <a:pt x="216076" y="277749"/>
                  </a:cubicBezTo>
                  <a:cubicBezTo>
                    <a:pt x="-8968" y="6223"/>
                    <a:pt x="49" y="0"/>
                    <a:pt x="49" y="0"/>
                  </a:cubicBezTo>
                  <a:close/>
                </a:path>
              </a:pathLst>
            </a:custGeom>
            <a:solidFill>
              <a:srgbClr val="FFB4C9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67" y="70612"/>
              <a:ext cx="4346638" cy="2543937"/>
            </a:xfrm>
            <a:custGeom>
              <a:avLst/>
              <a:gdLst/>
              <a:ahLst/>
              <a:cxnLst/>
              <a:rect r="r" b="b" t="t" l="l"/>
              <a:pathLst>
                <a:path h="2543937" w="4346638">
                  <a:moveTo>
                    <a:pt x="49082" y="0"/>
                  </a:moveTo>
                  <a:cubicBezTo>
                    <a:pt x="-13529" y="0"/>
                    <a:pt x="-5528" y="5588"/>
                    <a:pt x="14665" y="80899"/>
                  </a:cubicBezTo>
                  <a:cubicBezTo>
                    <a:pt x="43621" y="189230"/>
                    <a:pt x="69656" y="231394"/>
                    <a:pt x="187639" y="362204"/>
                  </a:cubicBezTo>
                  <a:cubicBezTo>
                    <a:pt x="225993" y="404749"/>
                    <a:pt x="251266" y="422910"/>
                    <a:pt x="278317" y="422910"/>
                  </a:cubicBezTo>
                  <a:cubicBezTo>
                    <a:pt x="289239" y="422910"/>
                    <a:pt x="300542" y="419989"/>
                    <a:pt x="312988" y="414401"/>
                  </a:cubicBezTo>
                  <a:cubicBezTo>
                    <a:pt x="347532" y="399034"/>
                    <a:pt x="372297" y="361442"/>
                    <a:pt x="371916" y="324866"/>
                  </a:cubicBezTo>
                  <a:cubicBezTo>
                    <a:pt x="371662" y="295402"/>
                    <a:pt x="349564" y="259842"/>
                    <a:pt x="291906" y="196215"/>
                  </a:cubicBezTo>
                  <a:cubicBezTo>
                    <a:pt x="236026" y="134493"/>
                    <a:pt x="200085" y="77597"/>
                    <a:pt x="185099" y="26670"/>
                  </a:cubicBezTo>
                  <a:lnTo>
                    <a:pt x="177352" y="254"/>
                  </a:lnTo>
                  <a:lnTo>
                    <a:pt x="87944" y="254"/>
                  </a:lnTo>
                  <a:cubicBezTo>
                    <a:pt x="72704" y="254"/>
                    <a:pt x="59877" y="127"/>
                    <a:pt x="49082" y="127"/>
                  </a:cubicBezTo>
                  <a:close/>
                  <a:moveTo>
                    <a:pt x="555558" y="473837"/>
                  </a:moveTo>
                  <a:cubicBezTo>
                    <a:pt x="554669" y="473837"/>
                    <a:pt x="553780" y="473837"/>
                    <a:pt x="552891" y="473837"/>
                  </a:cubicBezTo>
                  <a:cubicBezTo>
                    <a:pt x="522157" y="474726"/>
                    <a:pt x="490788" y="490347"/>
                    <a:pt x="476564" y="516890"/>
                  </a:cubicBezTo>
                  <a:cubicBezTo>
                    <a:pt x="455609" y="555879"/>
                    <a:pt x="465134" y="593217"/>
                    <a:pt x="504631" y="626364"/>
                  </a:cubicBezTo>
                  <a:cubicBezTo>
                    <a:pt x="516188" y="636143"/>
                    <a:pt x="561654" y="676402"/>
                    <a:pt x="605850" y="715899"/>
                  </a:cubicBezTo>
                  <a:cubicBezTo>
                    <a:pt x="737168" y="833501"/>
                    <a:pt x="783523" y="869315"/>
                    <a:pt x="824671" y="869315"/>
                  </a:cubicBezTo>
                  <a:cubicBezTo>
                    <a:pt x="835974" y="869315"/>
                    <a:pt x="846896" y="866648"/>
                    <a:pt x="859088" y="862203"/>
                  </a:cubicBezTo>
                  <a:cubicBezTo>
                    <a:pt x="890965" y="850519"/>
                    <a:pt x="904427" y="837311"/>
                    <a:pt x="916492" y="805815"/>
                  </a:cubicBezTo>
                  <a:cubicBezTo>
                    <a:pt x="924621" y="784479"/>
                    <a:pt x="925255" y="774700"/>
                    <a:pt x="919668" y="753872"/>
                  </a:cubicBezTo>
                  <a:cubicBezTo>
                    <a:pt x="911793" y="724662"/>
                    <a:pt x="917635" y="729869"/>
                    <a:pt x="742756" y="595757"/>
                  </a:cubicBezTo>
                  <a:cubicBezTo>
                    <a:pt x="674684" y="543560"/>
                    <a:pt x="612200" y="495554"/>
                    <a:pt x="603691" y="488950"/>
                  </a:cubicBezTo>
                  <a:cubicBezTo>
                    <a:pt x="590229" y="478536"/>
                    <a:pt x="573084" y="473710"/>
                    <a:pt x="555558" y="473710"/>
                  </a:cubicBezTo>
                  <a:close/>
                  <a:moveTo>
                    <a:pt x="1172398" y="848233"/>
                  </a:moveTo>
                  <a:cubicBezTo>
                    <a:pt x="1107755" y="848233"/>
                    <a:pt x="1090483" y="855980"/>
                    <a:pt x="1072194" y="877697"/>
                  </a:cubicBezTo>
                  <a:cubicBezTo>
                    <a:pt x="1042350" y="913257"/>
                    <a:pt x="1043492" y="956818"/>
                    <a:pt x="1075369" y="988568"/>
                  </a:cubicBezTo>
                  <a:cubicBezTo>
                    <a:pt x="1095181" y="1008380"/>
                    <a:pt x="1098991" y="1009396"/>
                    <a:pt x="1196147" y="1020318"/>
                  </a:cubicBezTo>
                  <a:cubicBezTo>
                    <a:pt x="1230310" y="1024128"/>
                    <a:pt x="1288476" y="1031367"/>
                    <a:pt x="1325433" y="1036193"/>
                  </a:cubicBezTo>
                  <a:cubicBezTo>
                    <a:pt x="1366073" y="1041527"/>
                    <a:pt x="1389949" y="1044321"/>
                    <a:pt x="1406205" y="1044321"/>
                  </a:cubicBezTo>
                  <a:cubicBezTo>
                    <a:pt x="1424493" y="1044321"/>
                    <a:pt x="1433129" y="1040765"/>
                    <a:pt x="1445194" y="1033399"/>
                  </a:cubicBezTo>
                  <a:cubicBezTo>
                    <a:pt x="1508313" y="994918"/>
                    <a:pt x="1502344" y="905637"/>
                    <a:pt x="1434399" y="871855"/>
                  </a:cubicBezTo>
                  <a:cubicBezTo>
                    <a:pt x="1408110" y="858774"/>
                    <a:pt x="1391854" y="856742"/>
                    <a:pt x="1271839" y="851154"/>
                  </a:cubicBezTo>
                  <a:cubicBezTo>
                    <a:pt x="1234120" y="849376"/>
                    <a:pt x="1204402" y="848360"/>
                    <a:pt x="1180653" y="848106"/>
                  </a:cubicBezTo>
                  <a:cubicBezTo>
                    <a:pt x="1177859" y="848106"/>
                    <a:pt x="1175192" y="848106"/>
                    <a:pt x="1172525" y="848106"/>
                  </a:cubicBezTo>
                  <a:close/>
                  <a:moveTo>
                    <a:pt x="1626550" y="1039495"/>
                  </a:moveTo>
                  <a:cubicBezTo>
                    <a:pt x="1609024" y="1039495"/>
                    <a:pt x="1591625" y="1043686"/>
                    <a:pt x="1579052" y="1052322"/>
                  </a:cubicBezTo>
                  <a:cubicBezTo>
                    <a:pt x="1537142" y="1080770"/>
                    <a:pt x="1531173" y="1137666"/>
                    <a:pt x="1565844" y="1177290"/>
                  </a:cubicBezTo>
                  <a:cubicBezTo>
                    <a:pt x="1587180" y="1201801"/>
                    <a:pt x="1652839" y="1307846"/>
                    <a:pt x="1693606" y="1383919"/>
                  </a:cubicBezTo>
                  <a:cubicBezTo>
                    <a:pt x="1726626" y="1445641"/>
                    <a:pt x="1741485" y="1464691"/>
                    <a:pt x="1766631" y="1477772"/>
                  </a:cubicBezTo>
                  <a:cubicBezTo>
                    <a:pt x="1776664" y="1482979"/>
                    <a:pt x="1794952" y="1485900"/>
                    <a:pt x="1811716" y="1485900"/>
                  </a:cubicBezTo>
                  <a:cubicBezTo>
                    <a:pt x="1822638" y="1485900"/>
                    <a:pt x="1832925" y="1484630"/>
                    <a:pt x="1840037" y="1482090"/>
                  </a:cubicBezTo>
                  <a:cubicBezTo>
                    <a:pt x="1854515" y="1476756"/>
                    <a:pt x="1877629" y="1454023"/>
                    <a:pt x="1887281" y="1435481"/>
                  </a:cubicBezTo>
                  <a:cubicBezTo>
                    <a:pt x="1900235" y="1410589"/>
                    <a:pt x="1897822" y="1375537"/>
                    <a:pt x="1880550" y="1338453"/>
                  </a:cubicBezTo>
                  <a:cubicBezTo>
                    <a:pt x="1849181" y="1271016"/>
                    <a:pt x="1717482" y="1084580"/>
                    <a:pt x="1680906" y="1055878"/>
                  </a:cubicBezTo>
                  <a:cubicBezTo>
                    <a:pt x="1667952" y="1045718"/>
                    <a:pt x="1649283" y="1040130"/>
                    <a:pt x="1630487" y="1039495"/>
                  </a:cubicBezTo>
                  <a:cubicBezTo>
                    <a:pt x="1629217" y="1039495"/>
                    <a:pt x="1627947" y="1039368"/>
                    <a:pt x="1626677" y="1039368"/>
                  </a:cubicBezTo>
                  <a:close/>
                  <a:moveTo>
                    <a:pt x="719515" y="127"/>
                  </a:moveTo>
                  <a:lnTo>
                    <a:pt x="730691" y="18923"/>
                  </a:lnTo>
                  <a:cubicBezTo>
                    <a:pt x="753424" y="57531"/>
                    <a:pt x="835085" y="154559"/>
                    <a:pt x="899474" y="219837"/>
                  </a:cubicBezTo>
                  <a:cubicBezTo>
                    <a:pt x="1013647" y="335407"/>
                    <a:pt x="1098229" y="397510"/>
                    <a:pt x="1236406" y="466852"/>
                  </a:cubicBezTo>
                  <a:cubicBezTo>
                    <a:pt x="1340038" y="518922"/>
                    <a:pt x="1421953" y="548132"/>
                    <a:pt x="1559367" y="582041"/>
                  </a:cubicBezTo>
                  <a:cubicBezTo>
                    <a:pt x="1751772" y="629412"/>
                    <a:pt x="1806128" y="657352"/>
                    <a:pt x="1883217" y="748157"/>
                  </a:cubicBezTo>
                  <a:cubicBezTo>
                    <a:pt x="1943669" y="819404"/>
                    <a:pt x="1960433" y="847344"/>
                    <a:pt x="2023425" y="982599"/>
                  </a:cubicBezTo>
                  <a:cubicBezTo>
                    <a:pt x="2084893" y="1114679"/>
                    <a:pt x="2117024" y="1173353"/>
                    <a:pt x="2159315" y="1231646"/>
                  </a:cubicBezTo>
                  <a:cubicBezTo>
                    <a:pt x="2308667" y="1437005"/>
                    <a:pt x="2660076" y="1586230"/>
                    <a:pt x="3096321" y="1629410"/>
                  </a:cubicBezTo>
                  <a:cubicBezTo>
                    <a:pt x="3196525" y="1639316"/>
                    <a:pt x="3510469" y="1654556"/>
                    <a:pt x="3615370" y="1654683"/>
                  </a:cubicBezTo>
                  <a:cubicBezTo>
                    <a:pt x="3821873" y="1654810"/>
                    <a:pt x="3966653" y="1669796"/>
                    <a:pt x="4103305" y="1705229"/>
                  </a:cubicBezTo>
                  <a:cubicBezTo>
                    <a:pt x="4173028" y="1723263"/>
                    <a:pt x="4319205" y="1775206"/>
                    <a:pt x="4330762" y="1786001"/>
                  </a:cubicBezTo>
                  <a:cubicBezTo>
                    <a:pt x="4334064" y="1789049"/>
                    <a:pt x="4338890" y="1791462"/>
                    <a:pt x="4341684" y="1791462"/>
                  </a:cubicBezTo>
                  <a:cubicBezTo>
                    <a:pt x="4344478" y="1791462"/>
                    <a:pt x="4346637" y="1745742"/>
                    <a:pt x="4346637" y="1689735"/>
                  </a:cubicBezTo>
                  <a:lnTo>
                    <a:pt x="4346637" y="1688846"/>
                  </a:lnTo>
                  <a:cubicBezTo>
                    <a:pt x="4346637" y="1598168"/>
                    <a:pt x="4345494" y="1586992"/>
                    <a:pt x="4335715" y="1583055"/>
                  </a:cubicBezTo>
                  <a:cubicBezTo>
                    <a:pt x="4295202" y="1566545"/>
                    <a:pt x="4189157" y="1533144"/>
                    <a:pt x="4128959" y="1518031"/>
                  </a:cubicBezTo>
                  <a:cubicBezTo>
                    <a:pt x="3982528" y="1481328"/>
                    <a:pt x="3875975" y="1470660"/>
                    <a:pt x="3600257" y="1464945"/>
                  </a:cubicBezTo>
                  <a:cubicBezTo>
                    <a:pt x="3224973" y="1457325"/>
                    <a:pt x="3007421" y="1437894"/>
                    <a:pt x="2832161" y="1396365"/>
                  </a:cubicBezTo>
                  <a:cubicBezTo>
                    <a:pt x="2629977" y="1348486"/>
                    <a:pt x="2427793" y="1250696"/>
                    <a:pt x="2345751" y="1160780"/>
                  </a:cubicBezTo>
                  <a:cubicBezTo>
                    <a:pt x="2289109" y="1098804"/>
                    <a:pt x="2280092" y="1082548"/>
                    <a:pt x="2147250" y="804164"/>
                  </a:cubicBezTo>
                  <a:cubicBezTo>
                    <a:pt x="2097847" y="700659"/>
                    <a:pt x="1982912" y="564769"/>
                    <a:pt x="1895282" y="506476"/>
                  </a:cubicBezTo>
                  <a:cubicBezTo>
                    <a:pt x="1825178" y="459867"/>
                    <a:pt x="1751518" y="433578"/>
                    <a:pt x="1572575" y="391795"/>
                  </a:cubicBezTo>
                  <a:cubicBezTo>
                    <a:pt x="1493073" y="373126"/>
                    <a:pt x="1367343" y="324993"/>
                    <a:pt x="1289491" y="283083"/>
                  </a:cubicBezTo>
                  <a:cubicBezTo>
                    <a:pt x="1182430" y="225679"/>
                    <a:pt x="1101658" y="160782"/>
                    <a:pt x="992692" y="44704"/>
                  </a:cubicBezTo>
                  <a:lnTo>
                    <a:pt x="950782" y="127"/>
                  </a:lnTo>
                  <a:close/>
                  <a:moveTo>
                    <a:pt x="2179000" y="1549527"/>
                  </a:moveTo>
                  <a:cubicBezTo>
                    <a:pt x="2178365" y="1549527"/>
                    <a:pt x="2177857" y="1549527"/>
                    <a:pt x="2177222" y="1549527"/>
                  </a:cubicBezTo>
                  <a:cubicBezTo>
                    <a:pt x="2166300" y="1549781"/>
                    <a:pt x="2154870" y="1552702"/>
                    <a:pt x="2142551" y="1557909"/>
                  </a:cubicBezTo>
                  <a:cubicBezTo>
                    <a:pt x="2115500" y="1569212"/>
                    <a:pt x="2096069" y="1600581"/>
                    <a:pt x="2095942" y="1632712"/>
                  </a:cubicBezTo>
                  <a:cubicBezTo>
                    <a:pt x="2095942" y="1659509"/>
                    <a:pt x="2128581" y="1712976"/>
                    <a:pt x="2198558" y="1800860"/>
                  </a:cubicBezTo>
                  <a:cubicBezTo>
                    <a:pt x="2293935" y="1920494"/>
                    <a:pt x="2343465" y="1963928"/>
                    <a:pt x="2393630" y="1963928"/>
                  </a:cubicBezTo>
                  <a:cubicBezTo>
                    <a:pt x="2403536" y="1963928"/>
                    <a:pt x="2413315" y="1962277"/>
                    <a:pt x="2423602" y="1959102"/>
                  </a:cubicBezTo>
                  <a:cubicBezTo>
                    <a:pt x="2450780" y="1950847"/>
                    <a:pt x="2480244" y="1919732"/>
                    <a:pt x="2485070" y="1894332"/>
                  </a:cubicBezTo>
                  <a:cubicBezTo>
                    <a:pt x="2492817" y="1853057"/>
                    <a:pt x="2484308" y="1838960"/>
                    <a:pt x="2400996" y="1755140"/>
                  </a:cubicBezTo>
                  <a:cubicBezTo>
                    <a:pt x="2357181" y="1711071"/>
                    <a:pt x="2303841" y="1652905"/>
                    <a:pt x="2282505" y="1625981"/>
                  </a:cubicBezTo>
                  <a:cubicBezTo>
                    <a:pt x="2240087" y="1572387"/>
                    <a:pt x="2211131" y="1549527"/>
                    <a:pt x="2178873" y="1549527"/>
                  </a:cubicBezTo>
                  <a:close/>
                  <a:moveTo>
                    <a:pt x="2650678" y="1950212"/>
                  </a:moveTo>
                  <a:cubicBezTo>
                    <a:pt x="2620198" y="1950212"/>
                    <a:pt x="2600513" y="1959864"/>
                    <a:pt x="2581590" y="1981581"/>
                  </a:cubicBezTo>
                  <a:cubicBezTo>
                    <a:pt x="2566604" y="1998726"/>
                    <a:pt x="2562413" y="2009267"/>
                    <a:pt x="2562413" y="2029714"/>
                  </a:cubicBezTo>
                  <a:cubicBezTo>
                    <a:pt x="2562413" y="2061083"/>
                    <a:pt x="2579812" y="2092325"/>
                    <a:pt x="2604069" y="2104517"/>
                  </a:cubicBezTo>
                  <a:cubicBezTo>
                    <a:pt x="2627310" y="2116201"/>
                    <a:pt x="2717734" y="2136648"/>
                    <a:pt x="2801808" y="2149348"/>
                  </a:cubicBezTo>
                  <a:cubicBezTo>
                    <a:pt x="2839400" y="2154936"/>
                    <a:pt x="2886009" y="2163572"/>
                    <a:pt x="2905313" y="2168398"/>
                  </a:cubicBezTo>
                  <a:cubicBezTo>
                    <a:pt x="2926903" y="2173859"/>
                    <a:pt x="2944810" y="2176526"/>
                    <a:pt x="2960177" y="2176526"/>
                  </a:cubicBezTo>
                  <a:cubicBezTo>
                    <a:pt x="2975544" y="2176526"/>
                    <a:pt x="2988625" y="2173859"/>
                    <a:pt x="3000817" y="2168398"/>
                  </a:cubicBezTo>
                  <a:cubicBezTo>
                    <a:pt x="3032313" y="2154428"/>
                    <a:pt x="3048950" y="2131187"/>
                    <a:pt x="3052252" y="2096516"/>
                  </a:cubicBezTo>
                  <a:cubicBezTo>
                    <a:pt x="3059872" y="2017141"/>
                    <a:pt x="2990911" y="1981200"/>
                    <a:pt x="2808031" y="1969135"/>
                  </a:cubicBezTo>
                  <a:cubicBezTo>
                    <a:pt x="2773868" y="1966849"/>
                    <a:pt x="2724338" y="1960880"/>
                    <a:pt x="2698049" y="1955673"/>
                  </a:cubicBezTo>
                  <a:cubicBezTo>
                    <a:pt x="2682936" y="1952752"/>
                    <a:pt x="2669855" y="1950974"/>
                    <a:pt x="2658298" y="1950466"/>
                  </a:cubicBezTo>
                  <a:cubicBezTo>
                    <a:pt x="2655758" y="1950339"/>
                    <a:pt x="2653218" y="1950339"/>
                    <a:pt x="2650805" y="1950339"/>
                  </a:cubicBezTo>
                  <a:close/>
                  <a:moveTo>
                    <a:pt x="3590224" y="2001012"/>
                  </a:moveTo>
                  <a:cubicBezTo>
                    <a:pt x="3590098" y="2001012"/>
                    <a:pt x="3589970" y="2001012"/>
                    <a:pt x="3589843" y="2001012"/>
                  </a:cubicBezTo>
                  <a:cubicBezTo>
                    <a:pt x="3547680" y="2001139"/>
                    <a:pt x="3341305" y="2039366"/>
                    <a:pt x="3311332" y="2052574"/>
                  </a:cubicBezTo>
                  <a:cubicBezTo>
                    <a:pt x="3242880" y="2082800"/>
                    <a:pt x="3234117" y="2175891"/>
                    <a:pt x="3296728" y="2209546"/>
                  </a:cubicBezTo>
                  <a:cubicBezTo>
                    <a:pt x="3310062" y="2216658"/>
                    <a:pt x="3325430" y="2220468"/>
                    <a:pt x="3339273" y="2220468"/>
                  </a:cubicBezTo>
                  <a:cubicBezTo>
                    <a:pt x="3349687" y="2220468"/>
                    <a:pt x="3359212" y="2218436"/>
                    <a:pt x="3366450" y="2214118"/>
                  </a:cubicBezTo>
                  <a:cubicBezTo>
                    <a:pt x="3372547" y="2210562"/>
                    <a:pt x="3428173" y="2202307"/>
                    <a:pt x="3490022" y="2195576"/>
                  </a:cubicBezTo>
                  <a:cubicBezTo>
                    <a:pt x="3565332" y="2187448"/>
                    <a:pt x="3611433" y="2179574"/>
                    <a:pt x="3629594" y="2171573"/>
                  </a:cubicBezTo>
                  <a:cubicBezTo>
                    <a:pt x="3717987" y="2132457"/>
                    <a:pt x="3687253" y="2001139"/>
                    <a:pt x="3590098" y="2001139"/>
                  </a:cubicBezTo>
                  <a:close/>
                  <a:moveTo>
                    <a:pt x="283905" y="127"/>
                  </a:moveTo>
                  <a:lnTo>
                    <a:pt x="296351" y="20320"/>
                  </a:lnTo>
                  <a:cubicBezTo>
                    <a:pt x="303209" y="31496"/>
                    <a:pt x="323275" y="65786"/>
                    <a:pt x="340928" y="96520"/>
                  </a:cubicBezTo>
                  <a:cubicBezTo>
                    <a:pt x="389188" y="180467"/>
                    <a:pt x="414842" y="212090"/>
                    <a:pt x="517585" y="314325"/>
                  </a:cubicBezTo>
                  <a:cubicBezTo>
                    <a:pt x="622614" y="418719"/>
                    <a:pt x="678494" y="465201"/>
                    <a:pt x="801176" y="550164"/>
                  </a:cubicBezTo>
                  <a:cubicBezTo>
                    <a:pt x="962720" y="662051"/>
                    <a:pt x="981263" y="669798"/>
                    <a:pt x="1242756" y="734441"/>
                  </a:cubicBezTo>
                  <a:cubicBezTo>
                    <a:pt x="1464625" y="789305"/>
                    <a:pt x="1510980" y="808101"/>
                    <a:pt x="1600642" y="878967"/>
                  </a:cubicBezTo>
                  <a:cubicBezTo>
                    <a:pt x="1697670" y="955675"/>
                    <a:pt x="1752915" y="1033399"/>
                    <a:pt x="1849562" y="1228471"/>
                  </a:cubicBezTo>
                  <a:cubicBezTo>
                    <a:pt x="1928175" y="1387221"/>
                    <a:pt x="2011995" y="1503426"/>
                    <a:pt x="2141408" y="1632966"/>
                  </a:cubicBezTo>
                  <a:cubicBezTo>
                    <a:pt x="2251263" y="1742948"/>
                    <a:pt x="2352609" y="1808353"/>
                    <a:pt x="2482022" y="1852803"/>
                  </a:cubicBezTo>
                  <a:cubicBezTo>
                    <a:pt x="2608514" y="1896237"/>
                    <a:pt x="2721544" y="1913128"/>
                    <a:pt x="2947096" y="1922018"/>
                  </a:cubicBezTo>
                  <a:cubicBezTo>
                    <a:pt x="3120959" y="1928876"/>
                    <a:pt x="3248722" y="1938147"/>
                    <a:pt x="3329620" y="1949831"/>
                  </a:cubicBezTo>
                  <a:cubicBezTo>
                    <a:pt x="3363783" y="1954784"/>
                    <a:pt x="3428173" y="1961642"/>
                    <a:pt x="3472623" y="1965325"/>
                  </a:cubicBezTo>
                  <a:cubicBezTo>
                    <a:pt x="3556697" y="1972056"/>
                    <a:pt x="3690174" y="1991741"/>
                    <a:pt x="3839653" y="2019300"/>
                  </a:cubicBezTo>
                  <a:cubicBezTo>
                    <a:pt x="3992180" y="2047367"/>
                    <a:pt x="4048441" y="2065274"/>
                    <a:pt x="4159693" y="2120519"/>
                  </a:cubicBezTo>
                  <a:cubicBezTo>
                    <a:pt x="4229416" y="2155190"/>
                    <a:pt x="4270183" y="2182495"/>
                    <a:pt x="4317046" y="2225929"/>
                  </a:cubicBezTo>
                  <a:lnTo>
                    <a:pt x="4346637" y="2253361"/>
                  </a:lnTo>
                  <a:lnTo>
                    <a:pt x="4346637" y="2009267"/>
                  </a:lnTo>
                  <a:lnTo>
                    <a:pt x="4320221" y="1992503"/>
                  </a:lnTo>
                  <a:cubicBezTo>
                    <a:pt x="4275771" y="1964309"/>
                    <a:pt x="4147120" y="1905000"/>
                    <a:pt x="4086287" y="1884680"/>
                  </a:cubicBezTo>
                  <a:cubicBezTo>
                    <a:pt x="4025835" y="1864487"/>
                    <a:pt x="3903534" y="1837309"/>
                    <a:pt x="3793044" y="1819783"/>
                  </a:cubicBezTo>
                  <a:cubicBezTo>
                    <a:pt x="3757103" y="1814068"/>
                    <a:pt x="3694111" y="1803908"/>
                    <a:pt x="3653089" y="1797304"/>
                  </a:cubicBezTo>
                  <a:cubicBezTo>
                    <a:pt x="3612069" y="1790700"/>
                    <a:pt x="3543488" y="1782318"/>
                    <a:pt x="3500689" y="1778635"/>
                  </a:cubicBezTo>
                  <a:cubicBezTo>
                    <a:pt x="3457891" y="1774952"/>
                    <a:pt x="3390707" y="1767840"/>
                    <a:pt x="3351464" y="1762633"/>
                  </a:cubicBezTo>
                  <a:cubicBezTo>
                    <a:pt x="3250373" y="1749298"/>
                    <a:pt x="3160075" y="1742694"/>
                    <a:pt x="2981386" y="1735709"/>
                  </a:cubicBezTo>
                  <a:cubicBezTo>
                    <a:pt x="2650551" y="1722755"/>
                    <a:pt x="2526472" y="1692148"/>
                    <a:pt x="2371024" y="1585087"/>
                  </a:cubicBezTo>
                  <a:cubicBezTo>
                    <a:pt x="2312604" y="1544955"/>
                    <a:pt x="2210623" y="1439164"/>
                    <a:pt x="2143186" y="1348994"/>
                  </a:cubicBezTo>
                  <a:cubicBezTo>
                    <a:pt x="2079813" y="1264285"/>
                    <a:pt x="2050730" y="1217041"/>
                    <a:pt x="2017583" y="1144524"/>
                  </a:cubicBezTo>
                  <a:cubicBezTo>
                    <a:pt x="1903791" y="895731"/>
                    <a:pt x="1772600" y="744474"/>
                    <a:pt x="1585021" y="645287"/>
                  </a:cubicBezTo>
                  <a:cubicBezTo>
                    <a:pt x="1523045" y="612521"/>
                    <a:pt x="1487358" y="601091"/>
                    <a:pt x="1319972" y="559943"/>
                  </a:cubicBezTo>
                  <a:cubicBezTo>
                    <a:pt x="1102293" y="506476"/>
                    <a:pt x="1094927" y="504444"/>
                    <a:pt x="1052763" y="485394"/>
                  </a:cubicBezTo>
                  <a:cubicBezTo>
                    <a:pt x="1009202" y="465709"/>
                    <a:pt x="928684" y="413004"/>
                    <a:pt x="826195" y="336931"/>
                  </a:cubicBezTo>
                  <a:cubicBezTo>
                    <a:pt x="746312" y="278003"/>
                    <a:pt x="551113" y="86995"/>
                    <a:pt x="515045" y="32766"/>
                  </a:cubicBezTo>
                  <a:lnTo>
                    <a:pt x="493201" y="127"/>
                  </a:lnTo>
                  <a:lnTo>
                    <a:pt x="388553" y="127"/>
                  </a:lnTo>
                  <a:lnTo>
                    <a:pt x="283905" y="127"/>
                  </a:lnTo>
                  <a:close/>
                  <a:moveTo>
                    <a:pt x="3744403" y="2096897"/>
                  </a:moveTo>
                  <a:cubicBezTo>
                    <a:pt x="3738687" y="2096897"/>
                    <a:pt x="3733100" y="2097024"/>
                    <a:pt x="3727638" y="2097151"/>
                  </a:cubicBezTo>
                  <a:cubicBezTo>
                    <a:pt x="3693603" y="2098421"/>
                    <a:pt x="3664393" y="2103374"/>
                    <a:pt x="3646739" y="2112010"/>
                  </a:cubicBezTo>
                  <a:cubicBezTo>
                    <a:pt x="3598606" y="2135632"/>
                    <a:pt x="3580318" y="2188972"/>
                    <a:pt x="3605973" y="2231136"/>
                  </a:cubicBezTo>
                  <a:cubicBezTo>
                    <a:pt x="3624006" y="2260727"/>
                    <a:pt x="3644454" y="2269109"/>
                    <a:pt x="3701731" y="2269109"/>
                  </a:cubicBezTo>
                  <a:cubicBezTo>
                    <a:pt x="3704270" y="2269109"/>
                    <a:pt x="3706811" y="2269109"/>
                    <a:pt x="3709478" y="2269109"/>
                  </a:cubicBezTo>
                  <a:cubicBezTo>
                    <a:pt x="3711001" y="2269109"/>
                    <a:pt x="3712653" y="2269109"/>
                    <a:pt x="3714176" y="2269109"/>
                  </a:cubicBezTo>
                  <a:cubicBezTo>
                    <a:pt x="3771454" y="2269109"/>
                    <a:pt x="3827587" y="2281682"/>
                    <a:pt x="3918901" y="2314956"/>
                  </a:cubicBezTo>
                  <a:cubicBezTo>
                    <a:pt x="3950143" y="2326386"/>
                    <a:pt x="3969574" y="2331720"/>
                    <a:pt x="3985830" y="2331720"/>
                  </a:cubicBezTo>
                  <a:cubicBezTo>
                    <a:pt x="3998784" y="2331720"/>
                    <a:pt x="4009579" y="2328291"/>
                    <a:pt x="4022787" y="2321687"/>
                  </a:cubicBezTo>
                  <a:cubicBezTo>
                    <a:pt x="4091113" y="2287397"/>
                    <a:pt x="4088319" y="2188210"/>
                    <a:pt x="4018088" y="2153158"/>
                  </a:cubicBezTo>
                  <a:cubicBezTo>
                    <a:pt x="3989767" y="2139061"/>
                    <a:pt x="3914964" y="2119122"/>
                    <a:pt x="3837367" y="2105152"/>
                  </a:cubicBezTo>
                  <a:cubicBezTo>
                    <a:pt x="3806379" y="2099564"/>
                    <a:pt x="3773993" y="2096897"/>
                    <a:pt x="3744275" y="2096897"/>
                  </a:cubicBezTo>
                  <a:close/>
                  <a:moveTo>
                    <a:pt x="4234369" y="2295779"/>
                  </a:moveTo>
                  <a:cubicBezTo>
                    <a:pt x="4229543" y="2295779"/>
                    <a:pt x="4224463" y="2296033"/>
                    <a:pt x="4218494" y="2296541"/>
                  </a:cubicBezTo>
                  <a:cubicBezTo>
                    <a:pt x="4111941" y="2305431"/>
                    <a:pt x="4100511" y="2448941"/>
                    <a:pt x="4204778" y="2468499"/>
                  </a:cubicBezTo>
                  <a:cubicBezTo>
                    <a:pt x="4221923" y="2471674"/>
                    <a:pt x="4256340" y="2488057"/>
                    <a:pt x="4289995" y="2508885"/>
                  </a:cubicBezTo>
                  <a:lnTo>
                    <a:pt x="4346383" y="2543937"/>
                  </a:lnTo>
                  <a:lnTo>
                    <a:pt x="4346383" y="2338197"/>
                  </a:lnTo>
                  <a:lnTo>
                    <a:pt x="4299647" y="2315972"/>
                  </a:lnTo>
                  <a:cubicBezTo>
                    <a:pt x="4269167" y="2301494"/>
                    <a:pt x="4255578" y="2296414"/>
                    <a:pt x="4238052" y="2295906"/>
                  </a:cubicBezTo>
                  <a:cubicBezTo>
                    <a:pt x="4236909" y="2295906"/>
                    <a:pt x="4235639" y="2295906"/>
                    <a:pt x="4234369" y="2295906"/>
                  </a:cubicBezTo>
                  <a:close/>
                </a:path>
              </a:pathLst>
            </a:custGeom>
            <a:solidFill>
              <a:srgbClr val="FD6F96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4364376" y="6149092"/>
            <a:ext cx="3990165" cy="4204449"/>
          </a:xfrm>
          <a:custGeom>
            <a:avLst/>
            <a:gdLst/>
            <a:ahLst/>
            <a:cxnLst/>
            <a:rect r="r" b="b" t="t" l="l"/>
            <a:pathLst>
              <a:path h="4204449" w="3990165">
                <a:moveTo>
                  <a:pt x="0" y="0"/>
                </a:moveTo>
                <a:lnTo>
                  <a:pt x="3990166" y="0"/>
                </a:lnTo>
                <a:lnTo>
                  <a:pt x="3990166" y="4204450"/>
                </a:lnTo>
                <a:lnTo>
                  <a:pt x="0" y="42044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370409" y="1898142"/>
            <a:ext cx="4772025" cy="6353175"/>
            <a:chOff x="0" y="0"/>
            <a:chExt cx="6362700" cy="84709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62700" cy="8470900"/>
            </a:xfrm>
            <a:custGeom>
              <a:avLst/>
              <a:gdLst/>
              <a:ahLst/>
              <a:cxnLst/>
              <a:rect r="r" b="b" t="t" l="l"/>
              <a:pathLst>
                <a:path h="8470900" w="6362700">
                  <a:moveTo>
                    <a:pt x="0" y="0"/>
                  </a:moveTo>
                  <a:lnTo>
                    <a:pt x="6362700" y="0"/>
                  </a:lnTo>
                  <a:lnTo>
                    <a:pt x="6362700" y="8470900"/>
                  </a:lnTo>
                  <a:lnTo>
                    <a:pt x="0" y="847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960334" y="1898142"/>
            <a:ext cx="4352925" cy="6353175"/>
            <a:chOff x="0" y="0"/>
            <a:chExt cx="5803900" cy="8470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03900" cy="8470900"/>
            </a:xfrm>
            <a:custGeom>
              <a:avLst/>
              <a:gdLst/>
              <a:ahLst/>
              <a:cxnLst/>
              <a:rect r="r" b="b" t="t" l="l"/>
              <a:pathLst>
                <a:path h="8470900" w="5803900">
                  <a:moveTo>
                    <a:pt x="0" y="0"/>
                  </a:moveTo>
                  <a:lnTo>
                    <a:pt x="5803900" y="0"/>
                  </a:lnTo>
                  <a:lnTo>
                    <a:pt x="5803900" y="8470900"/>
                  </a:lnTo>
                  <a:lnTo>
                    <a:pt x="0" y="847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3676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863237" y="1898142"/>
            <a:ext cx="4067175" cy="6353175"/>
            <a:chOff x="0" y="0"/>
            <a:chExt cx="5422900" cy="84709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22900" cy="8470900"/>
            </a:xfrm>
            <a:custGeom>
              <a:avLst/>
              <a:gdLst/>
              <a:ahLst/>
              <a:cxnLst/>
              <a:rect r="r" b="b" t="t" l="l"/>
              <a:pathLst>
                <a:path h="8470900" w="5422900">
                  <a:moveTo>
                    <a:pt x="0" y="0"/>
                  </a:moveTo>
                  <a:lnTo>
                    <a:pt x="5422900" y="0"/>
                  </a:lnTo>
                  <a:lnTo>
                    <a:pt x="5422900" y="8470900"/>
                  </a:lnTo>
                  <a:lnTo>
                    <a:pt x="0" y="847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3974" t="0" r="-18990" b="-15879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63503" y="6472933"/>
            <a:ext cx="3918642" cy="3877561"/>
            <a:chOff x="0" y="0"/>
            <a:chExt cx="3918649" cy="38775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0" y="63500"/>
              <a:ext cx="3791588" cy="3750564"/>
            </a:xfrm>
            <a:custGeom>
              <a:avLst/>
              <a:gdLst/>
              <a:ahLst/>
              <a:cxnLst/>
              <a:rect r="r" b="b" t="t" l="l"/>
              <a:pathLst>
                <a:path h="3750564" w="3791588">
                  <a:moveTo>
                    <a:pt x="0" y="0"/>
                  </a:moveTo>
                  <a:lnTo>
                    <a:pt x="0" y="3750564"/>
                  </a:lnTo>
                  <a:lnTo>
                    <a:pt x="3791588" y="3750564"/>
                  </a:lnTo>
                  <a:lnTo>
                    <a:pt x="379158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3500" y="771271"/>
              <a:ext cx="2621917" cy="3042793"/>
            </a:xfrm>
            <a:custGeom>
              <a:avLst/>
              <a:gdLst/>
              <a:ahLst/>
              <a:cxnLst/>
              <a:rect r="r" b="b" t="t" l="l"/>
              <a:pathLst>
                <a:path h="3042793" w="2621917">
                  <a:moveTo>
                    <a:pt x="0" y="0"/>
                  </a:moveTo>
                  <a:lnTo>
                    <a:pt x="0" y="3042793"/>
                  </a:lnTo>
                  <a:lnTo>
                    <a:pt x="2621917" y="3042793"/>
                  </a:lnTo>
                  <a:lnTo>
                    <a:pt x="262191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467359" y="1801368"/>
              <a:ext cx="1060832" cy="920115"/>
            </a:xfrm>
            <a:custGeom>
              <a:avLst/>
              <a:gdLst/>
              <a:ahLst/>
              <a:cxnLst/>
              <a:rect r="r" b="b" t="t" l="l"/>
              <a:pathLst>
                <a:path h="920115" w="1060832">
                  <a:moveTo>
                    <a:pt x="0" y="920115"/>
                  </a:moveTo>
                  <a:lnTo>
                    <a:pt x="1060832" y="920115"/>
                  </a:lnTo>
                  <a:lnTo>
                    <a:pt x="10608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-63503" y="-63503"/>
            <a:ext cx="6478133" cy="3558464"/>
            <a:chOff x="0" y="0"/>
            <a:chExt cx="6478143" cy="35584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3868551" cy="2852418"/>
            </a:xfrm>
            <a:custGeom>
              <a:avLst/>
              <a:gdLst/>
              <a:ahLst/>
              <a:cxnLst/>
              <a:rect r="r" b="b" t="t" l="l"/>
              <a:pathLst>
                <a:path h="2852418" w="3868551">
                  <a:moveTo>
                    <a:pt x="0" y="0"/>
                  </a:moveTo>
                  <a:lnTo>
                    <a:pt x="0" y="2852418"/>
                  </a:lnTo>
                  <a:lnTo>
                    <a:pt x="3868551" y="2852418"/>
                  </a:lnTo>
                  <a:lnTo>
                    <a:pt x="386855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500" y="63500"/>
              <a:ext cx="3449324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49324">
                  <a:moveTo>
                    <a:pt x="0" y="0"/>
                  </a:moveTo>
                  <a:lnTo>
                    <a:pt x="0" y="3431410"/>
                  </a:lnTo>
                  <a:lnTo>
                    <a:pt x="3449324" y="3431410"/>
                  </a:lnTo>
                  <a:lnTo>
                    <a:pt x="344932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741933" y="63500"/>
              <a:ext cx="3672717" cy="1267713"/>
            </a:xfrm>
            <a:custGeom>
              <a:avLst/>
              <a:gdLst/>
              <a:ahLst/>
              <a:cxnLst/>
              <a:rect r="r" b="b" t="t" l="l"/>
              <a:pathLst>
                <a:path h="1267713" w="3672717">
                  <a:moveTo>
                    <a:pt x="0" y="0"/>
                  </a:moveTo>
                  <a:lnTo>
                    <a:pt x="0" y="1267713"/>
                  </a:lnTo>
                  <a:lnTo>
                    <a:pt x="3672716" y="1267713"/>
                  </a:lnTo>
                  <a:lnTo>
                    <a:pt x="367271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863237" y="-63503"/>
            <a:ext cx="4488256" cy="3558464"/>
            <a:chOff x="0" y="0"/>
            <a:chExt cx="4488256" cy="35584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500" y="63500"/>
              <a:ext cx="4361304" cy="2549904"/>
            </a:xfrm>
            <a:custGeom>
              <a:avLst/>
              <a:gdLst/>
              <a:ahLst/>
              <a:cxnLst/>
              <a:rect r="r" b="b" t="t" l="l"/>
              <a:pathLst>
                <a:path h="2549904" w="4361304">
                  <a:moveTo>
                    <a:pt x="0" y="0"/>
                  </a:moveTo>
                  <a:lnTo>
                    <a:pt x="0" y="2549904"/>
                  </a:lnTo>
                  <a:lnTo>
                    <a:pt x="4361304" y="2549904"/>
                  </a:lnTo>
                  <a:lnTo>
                    <a:pt x="436130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987043" y="63500"/>
              <a:ext cx="3437761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37761">
                  <a:moveTo>
                    <a:pt x="0" y="0"/>
                  </a:moveTo>
                  <a:lnTo>
                    <a:pt x="0" y="3431410"/>
                  </a:lnTo>
                  <a:lnTo>
                    <a:pt x="3437761" y="3431410"/>
                  </a:lnTo>
                  <a:lnTo>
                    <a:pt x="343776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355870" y="6149092"/>
            <a:ext cx="3995623" cy="4201401"/>
            <a:chOff x="0" y="0"/>
            <a:chExt cx="3995623" cy="420140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2476244" y="63500"/>
              <a:ext cx="1455927" cy="2358134"/>
            </a:xfrm>
            <a:custGeom>
              <a:avLst/>
              <a:gdLst/>
              <a:ahLst/>
              <a:cxnLst/>
              <a:rect r="r" b="b" t="t" l="l"/>
              <a:pathLst>
                <a:path h="2358134" w="1455927">
                  <a:moveTo>
                    <a:pt x="0" y="0"/>
                  </a:moveTo>
                  <a:lnTo>
                    <a:pt x="0" y="2358134"/>
                  </a:lnTo>
                  <a:lnTo>
                    <a:pt x="1455927" y="2358134"/>
                  </a:lnTo>
                  <a:lnTo>
                    <a:pt x="145592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63500" y="276352"/>
              <a:ext cx="3868671" cy="3861559"/>
            </a:xfrm>
            <a:custGeom>
              <a:avLst/>
              <a:gdLst/>
              <a:ahLst/>
              <a:cxnLst/>
              <a:rect r="r" b="b" t="t" l="l"/>
              <a:pathLst>
                <a:path h="3861559" w="3868671">
                  <a:moveTo>
                    <a:pt x="0" y="0"/>
                  </a:moveTo>
                  <a:lnTo>
                    <a:pt x="0" y="3861559"/>
                  </a:lnTo>
                  <a:lnTo>
                    <a:pt x="3868671" y="3861559"/>
                  </a:lnTo>
                  <a:lnTo>
                    <a:pt x="386867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974597" y="2798697"/>
              <a:ext cx="2477387" cy="1234566"/>
            </a:xfrm>
            <a:custGeom>
              <a:avLst/>
              <a:gdLst/>
              <a:ahLst/>
              <a:cxnLst/>
              <a:rect r="r" b="b" t="t" l="l"/>
              <a:pathLst>
                <a:path h="1234566" w="2477387">
                  <a:moveTo>
                    <a:pt x="0" y="1234566"/>
                  </a:moveTo>
                  <a:lnTo>
                    <a:pt x="2477388" y="1234566"/>
                  </a:lnTo>
                  <a:lnTo>
                    <a:pt x="24773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000500"/>
            <a:ext cx="18288000" cy="18288000"/>
            <a:chOff x="0" y="0"/>
            <a:chExt cx="24384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6551" y="6472933"/>
            <a:ext cx="3921690" cy="3880609"/>
          </a:xfrm>
          <a:custGeom>
            <a:avLst/>
            <a:gdLst/>
            <a:ahLst/>
            <a:cxnLst/>
            <a:rect r="r" b="b" t="t" l="l"/>
            <a:pathLst>
              <a:path h="3880609" w="3921690">
                <a:moveTo>
                  <a:pt x="0" y="0"/>
                </a:moveTo>
                <a:lnTo>
                  <a:pt x="3921690" y="0"/>
                </a:lnTo>
                <a:lnTo>
                  <a:pt x="3921690" y="3880609"/>
                </a:lnTo>
                <a:lnTo>
                  <a:pt x="0" y="38806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3503" y="-66551"/>
            <a:ext cx="6478133" cy="3561512"/>
          </a:xfrm>
          <a:custGeom>
            <a:avLst/>
            <a:gdLst/>
            <a:ahLst/>
            <a:cxnLst/>
            <a:rect r="r" b="b" t="t" l="l"/>
            <a:pathLst>
              <a:path h="3561512" w="6478133">
                <a:moveTo>
                  <a:pt x="0" y="0"/>
                </a:moveTo>
                <a:lnTo>
                  <a:pt x="6478133" y="0"/>
                </a:lnTo>
                <a:lnTo>
                  <a:pt x="6478133" y="3561512"/>
                </a:lnTo>
                <a:lnTo>
                  <a:pt x="0" y="3561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863237" y="-63503"/>
            <a:ext cx="4488256" cy="3558464"/>
            <a:chOff x="0" y="0"/>
            <a:chExt cx="4488256" cy="3558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94616" y="63500"/>
              <a:ext cx="3429045" cy="3428997"/>
            </a:xfrm>
            <a:custGeom>
              <a:avLst/>
              <a:gdLst/>
              <a:ahLst/>
              <a:cxnLst/>
              <a:rect r="r" b="b" t="t" l="l"/>
              <a:pathLst>
                <a:path h="3428997" w="3429045">
                  <a:moveTo>
                    <a:pt x="47" y="0"/>
                  </a:moveTo>
                  <a:lnTo>
                    <a:pt x="3429045" y="0"/>
                  </a:lnTo>
                  <a:lnTo>
                    <a:pt x="3429045" y="3428997"/>
                  </a:lnTo>
                  <a:cubicBezTo>
                    <a:pt x="3429045" y="3428997"/>
                    <a:pt x="2451781" y="3302124"/>
                    <a:pt x="2540935" y="2678047"/>
                  </a:cubicBezTo>
                  <a:cubicBezTo>
                    <a:pt x="2541570" y="2671824"/>
                    <a:pt x="2542967" y="2664966"/>
                    <a:pt x="2543728" y="2658870"/>
                  </a:cubicBezTo>
                  <a:cubicBezTo>
                    <a:pt x="2569764" y="2453130"/>
                    <a:pt x="2520361" y="2252851"/>
                    <a:pt x="2416221" y="2086862"/>
                  </a:cubicBezTo>
                  <a:cubicBezTo>
                    <a:pt x="2238548" y="1805050"/>
                    <a:pt x="2303064" y="1433321"/>
                    <a:pt x="2559603" y="1220723"/>
                  </a:cubicBezTo>
                  <a:lnTo>
                    <a:pt x="2847004" y="982090"/>
                  </a:lnTo>
                  <a:cubicBezTo>
                    <a:pt x="2934761" y="908684"/>
                    <a:pt x="2955335" y="783843"/>
                    <a:pt x="2898439" y="684402"/>
                  </a:cubicBezTo>
                  <a:cubicBezTo>
                    <a:pt x="2897804" y="683767"/>
                    <a:pt x="2897804" y="683005"/>
                    <a:pt x="2897042" y="682370"/>
                  </a:cubicBezTo>
                  <a:cubicBezTo>
                    <a:pt x="2675554" y="289433"/>
                    <a:pt x="2005503" y="572643"/>
                    <a:pt x="2005503" y="572643"/>
                  </a:cubicBezTo>
                  <a:cubicBezTo>
                    <a:pt x="2005503" y="572643"/>
                    <a:pt x="850439" y="1042415"/>
                    <a:pt x="216074" y="277749"/>
                  </a:cubicBezTo>
                  <a:cubicBezTo>
                    <a:pt x="-8843" y="6223"/>
                    <a:pt x="47" y="0"/>
                    <a:pt x="47" y="0"/>
                  </a:cubicBezTo>
                  <a:close/>
                </a:path>
              </a:pathLst>
            </a:custGeom>
            <a:solidFill>
              <a:srgbClr val="FFB4C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8256" y="70574"/>
              <a:ext cx="4346421" cy="2544100"/>
            </a:xfrm>
            <a:custGeom>
              <a:avLst/>
              <a:gdLst/>
              <a:ahLst/>
              <a:cxnLst/>
              <a:rect r="r" b="b" t="t" l="l"/>
              <a:pathLst>
                <a:path h="2544100" w="4346421">
                  <a:moveTo>
                    <a:pt x="283948" y="165"/>
                  </a:moveTo>
                  <a:lnTo>
                    <a:pt x="388596" y="165"/>
                  </a:lnTo>
                  <a:lnTo>
                    <a:pt x="493244" y="165"/>
                  </a:lnTo>
                  <a:lnTo>
                    <a:pt x="514961" y="32804"/>
                  </a:lnTo>
                  <a:cubicBezTo>
                    <a:pt x="551156" y="87033"/>
                    <a:pt x="746354" y="278041"/>
                    <a:pt x="825983" y="337096"/>
                  </a:cubicBezTo>
                  <a:cubicBezTo>
                    <a:pt x="928472" y="413042"/>
                    <a:pt x="1008990" y="465874"/>
                    <a:pt x="1052551" y="485559"/>
                  </a:cubicBezTo>
                  <a:cubicBezTo>
                    <a:pt x="1094715" y="504609"/>
                    <a:pt x="1102081" y="506641"/>
                    <a:pt x="1319759" y="560108"/>
                  </a:cubicBezTo>
                  <a:cubicBezTo>
                    <a:pt x="1487018" y="601255"/>
                    <a:pt x="1522832" y="612685"/>
                    <a:pt x="1584808" y="645451"/>
                  </a:cubicBezTo>
                  <a:cubicBezTo>
                    <a:pt x="1772387" y="744638"/>
                    <a:pt x="1903451" y="895895"/>
                    <a:pt x="2017370" y="1144688"/>
                  </a:cubicBezTo>
                  <a:cubicBezTo>
                    <a:pt x="2050517" y="1217205"/>
                    <a:pt x="2079599" y="1264449"/>
                    <a:pt x="2142973" y="1349158"/>
                  </a:cubicBezTo>
                  <a:cubicBezTo>
                    <a:pt x="2210410" y="1439328"/>
                    <a:pt x="2312517" y="1544992"/>
                    <a:pt x="2370810" y="1585251"/>
                  </a:cubicBezTo>
                  <a:cubicBezTo>
                    <a:pt x="2526258" y="1692312"/>
                    <a:pt x="2650337" y="1722919"/>
                    <a:pt x="2981172" y="1735873"/>
                  </a:cubicBezTo>
                  <a:cubicBezTo>
                    <a:pt x="3159861" y="1742858"/>
                    <a:pt x="3250158" y="1749462"/>
                    <a:pt x="3351250" y="1762797"/>
                  </a:cubicBezTo>
                  <a:cubicBezTo>
                    <a:pt x="3390620" y="1768004"/>
                    <a:pt x="3457803" y="1775243"/>
                    <a:pt x="3500474" y="1778799"/>
                  </a:cubicBezTo>
                  <a:cubicBezTo>
                    <a:pt x="3543146" y="1782355"/>
                    <a:pt x="3611853" y="1790737"/>
                    <a:pt x="3652874" y="1797468"/>
                  </a:cubicBezTo>
                  <a:cubicBezTo>
                    <a:pt x="3693896" y="1804199"/>
                    <a:pt x="3756887" y="1814232"/>
                    <a:pt x="3792828" y="1819947"/>
                  </a:cubicBezTo>
                  <a:cubicBezTo>
                    <a:pt x="3903191" y="1837473"/>
                    <a:pt x="4025619" y="1864651"/>
                    <a:pt x="4086071" y="1884843"/>
                  </a:cubicBezTo>
                  <a:cubicBezTo>
                    <a:pt x="4146904" y="1905290"/>
                    <a:pt x="4275555" y="1964473"/>
                    <a:pt x="4320005" y="1992667"/>
                  </a:cubicBezTo>
                  <a:lnTo>
                    <a:pt x="4346421" y="2009430"/>
                  </a:lnTo>
                  <a:lnTo>
                    <a:pt x="4346421" y="2131477"/>
                  </a:lnTo>
                  <a:lnTo>
                    <a:pt x="4346421" y="2253524"/>
                  </a:lnTo>
                  <a:lnTo>
                    <a:pt x="4316830" y="2226092"/>
                  </a:lnTo>
                  <a:cubicBezTo>
                    <a:pt x="4269967" y="2182658"/>
                    <a:pt x="4229200" y="2155353"/>
                    <a:pt x="4159477" y="2120682"/>
                  </a:cubicBezTo>
                  <a:cubicBezTo>
                    <a:pt x="4048352" y="2065437"/>
                    <a:pt x="3991965" y="2047530"/>
                    <a:pt x="3839437" y="2019464"/>
                  </a:cubicBezTo>
                  <a:cubicBezTo>
                    <a:pt x="3689958" y="1991904"/>
                    <a:pt x="3556481" y="1972220"/>
                    <a:pt x="3472408" y="1965489"/>
                  </a:cubicBezTo>
                  <a:cubicBezTo>
                    <a:pt x="3427958" y="1961932"/>
                    <a:pt x="3363569" y="1954948"/>
                    <a:pt x="3329406" y="1949995"/>
                  </a:cubicBezTo>
                  <a:cubicBezTo>
                    <a:pt x="3248507" y="1938310"/>
                    <a:pt x="3120745" y="1929039"/>
                    <a:pt x="2946882" y="1922181"/>
                  </a:cubicBezTo>
                  <a:cubicBezTo>
                    <a:pt x="2721330" y="1913292"/>
                    <a:pt x="2608427" y="1896401"/>
                    <a:pt x="2481808" y="1852967"/>
                  </a:cubicBezTo>
                  <a:cubicBezTo>
                    <a:pt x="2352395" y="1808517"/>
                    <a:pt x="2251049" y="1743112"/>
                    <a:pt x="2141195" y="1633130"/>
                  </a:cubicBezTo>
                  <a:cubicBezTo>
                    <a:pt x="2011782" y="1503463"/>
                    <a:pt x="1927962" y="1387385"/>
                    <a:pt x="1849349" y="1228635"/>
                  </a:cubicBezTo>
                  <a:cubicBezTo>
                    <a:pt x="1752702" y="1033563"/>
                    <a:pt x="1697457" y="955966"/>
                    <a:pt x="1600429" y="879131"/>
                  </a:cubicBezTo>
                  <a:cubicBezTo>
                    <a:pt x="1510767" y="808138"/>
                    <a:pt x="1464412" y="789469"/>
                    <a:pt x="1242543" y="734605"/>
                  </a:cubicBezTo>
                  <a:cubicBezTo>
                    <a:pt x="981050" y="669962"/>
                    <a:pt x="962381" y="662088"/>
                    <a:pt x="800964" y="550329"/>
                  </a:cubicBezTo>
                  <a:cubicBezTo>
                    <a:pt x="678283" y="465366"/>
                    <a:pt x="622276" y="418884"/>
                    <a:pt x="517374" y="314490"/>
                  </a:cubicBezTo>
                  <a:cubicBezTo>
                    <a:pt x="414758" y="212128"/>
                    <a:pt x="389104" y="180505"/>
                    <a:pt x="340844" y="96558"/>
                  </a:cubicBezTo>
                  <a:cubicBezTo>
                    <a:pt x="323191" y="65824"/>
                    <a:pt x="303125" y="31534"/>
                    <a:pt x="296267" y="20358"/>
                  </a:cubicBezTo>
                  <a:lnTo>
                    <a:pt x="283821" y="165"/>
                  </a:lnTo>
                  <a:close/>
                  <a:moveTo>
                    <a:pt x="950570" y="165"/>
                  </a:moveTo>
                  <a:lnTo>
                    <a:pt x="992480" y="44742"/>
                  </a:lnTo>
                  <a:cubicBezTo>
                    <a:pt x="1101319" y="160820"/>
                    <a:pt x="1182218" y="225717"/>
                    <a:pt x="1289279" y="283121"/>
                  </a:cubicBezTo>
                  <a:cubicBezTo>
                    <a:pt x="1367257" y="324904"/>
                    <a:pt x="1492987" y="373164"/>
                    <a:pt x="1572362" y="391833"/>
                  </a:cubicBezTo>
                  <a:cubicBezTo>
                    <a:pt x="1751305" y="433743"/>
                    <a:pt x="1824965" y="459905"/>
                    <a:pt x="1895069" y="506514"/>
                  </a:cubicBezTo>
                  <a:cubicBezTo>
                    <a:pt x="1982572" y="564807"/>
                    <a:pt x="2097633" y="700696"/>
                    <a:pt x="2147036" y="804201"/>
                  </a:cubicBezTo>
                  <a:cubicBezTo>
                    <a:pt x="2279878" y="1082712"/>
                    <a:pt x="2288895" y="1098841"/>
                    <a:pt x="2345537" y="1160817"/>
                  </a:cubicBezTo>
                  <a:cubicBezTo>
                    <a:pt x="2427706" y="1250733"/>
                    <a:pt x="2629763" y="1348523"/>
                    <a:pt x="2831947" y="1396402"/>
                  </a:cubicBezTo>
                  <a:cubicBezTo>
                    <a:pt x="3007207" y="1437931"/>
                    <a:pt x="3224885" y="1457362"/>
                    <a:pt x="3600042" y="1464982"/>
                  </a:cubicBezTo>
                  <a:cubicBezTo>
                    <a:pt x="3875759" y="1470570"/>
                    <a:pt x="3982312" y="1481238"/>
                    <a:pt x="4128743" y="1518068"/>
                  </a:cubicBezTo>
                  <a:cubicBezTo>
                    <a:pt x="4188941" y="1533181"/>
                    <a:pt x="4294986" y="1566455"/>
                    <a:pt x="4335499" y="1583092"/>
                  </a:cubicBezTo>
                  <a:cubicBezTo>
                    <a:pt x="4345278" y="1587029"/>
                    <a:pt x="4346421" y="1598205"/>
                    <a:pt x="4346421" y="1689518"/>
                  </a:cubicBezTo>
                  <a:cubicBezTo>
                    <a:pt x="4346421" y="1745652"/>
                    <a:pt x="4344135" y="1791499"/>
                    <a:pt x="4341468" y="1791499"/>
                  </a:cubicBezTo>
                  <a:cubicBezTo>
                    <a:pt x="4338801" y="1791499"/>
                    <a:pt x="4333848" y="1788959"/>
                    <a:pt x="4330546" y="1786038"/>
                  </a:cubicBezTo>
                  <a:cubicBezTo>
                    <a:pt x="4318989" y="1775243"/>
                    <a:pt x="4172812" y="1723300"/>
                    <a:pt x="4103089" y="1705266"/>
                  </a:cubicBezTo>
                  <a:cubicBezTo>
                    <a:pt x="3966564" y="1669833"/>
                    <a:pt x="3821658" y="1654847"/>
                    <a:pt x="3615155" y="1654720"/>
                  </a:cubicBezTo>
                  <a:cubicBezTo>
                    <a:pt x="3510253" y="1654720"/>
                    <a:pt x="3196310" y="1639353"/>
                    <a:pt x="3096107" y="1629447"/>
                  </a:cubicBezTo>
                  <a:cubicBezTo>
                    <a:pt x="2659862" y="1586267"/>
                    <a:pt x="2308453" y="1437042"/>
                    <a:pt x="2159102" y="1231683"/>
                  </a:cubicBezTo>
                  <a:cubicBezTo>
                    <a:pt x="2116683" y="1173390"/>
                    <a:pt x="2084680" y="1114716"/>
                    <a:pt x="2023211" y="982636"/>
                  </a:cubicBezTo>
                  <a:cubicBezTo>
                    <a:pt x="1960220" y="847381"/>
                    <a:pt x="1943456" y="819441"/>
                    <a:pt x="1883004" y="748194"/>
                  </a:cubicBezTo>
                  <a:cubicBezTo>
                    <a:pt x="1805915" y="657389"/>
                    <a:pt x="1751559" y="629449"/>
                    <a:pt x="1559154" y="582079"/>
                  </a:cubicBezTo>
                  <a:cubicBezTo>
                    <a:pt x="1421867" y="548170"/>
                    <a:pt x="1339825" y="518960"/>
                    <a:pt x="1236193" y="466890"/>
                  </a:cubicBezTo>
                  <a:cubicBezTo>
                    <a:pt x="1098144" y="397548"/>
                    <a:pt x="1013435" y="335445"/>
                    <a:pt x="899262" y="219875"/>
                  </a:cubicBezTo>
                  <a:cubicBezTo>
                    <a:pt x="834873" y="154724"/>
                    <a:pt x="753213" y="57569"/>
                    <a:pt x="730479" y="18961"/>
                  </a:cubicBezTo>
                  <a:lnTo>
                    <a:pt x="719304" y="165"/>
                  </a:lnTo>
                  <a:lnTo>
                    <a:pt x="834873" y="165"/>
                  </a:lnTo>
                  <a:lnTo>
                    <a:pt x="950443" y="165"/>
                  </a:lnTo>
                  <a:close/>
                  <a:moveTo>
                    <a:pt x="177014" y="165"/>
                  </a:moveTo>
                  <a:lnTo>
                    <a:pt x="184761" y="26581"/>
                  </a:lnTo>
                  <a:cubicBezTo>
                    <a:pt x="199874" y="77508"/>
                    <a:pt x="235688" y="134404"/>
                    <a:pt x="291568" y="196126"/>
                  </a:cubicBezTo>
                  <a:cubicBezTo>
                    <a:pt x="349226" y="259753"/>
                    <a:pt x="371324" y="295313"/>
                    <a:pt x="371578" y="324777"/>
                  </a:cubicBezTo>
                  <a:cubicBezTo>
                    <a:pt x="371832" y="361480"/>
                    <a:pt x="347194" y="399072"/>
                    <a:pt x="312650" y="414312"/>
                  </a:cubicBezTo>
                  <a:cubicBezTo>
                    <a:pt x="269343" y="433616"/>
                    <a:pt x="241149" y="421932"/>
                    <a:pt x="187301" y="362115"/>
                  </a:cubicBezTo>
                  <a:cubicBezTo>
                    <a:pt x="69572" y="231432"/>
                    <a:pt x="43664" y="189141"/>
                    <a:pt x="14708" y="80937"/>
                  </a:cubicBezTo>
                  <a:cubicBezTo>
                    <a:pt x="-9041" y="-7455"/>
                    <a:pt x="-15899" y="165"/>
                    <a:pt x="87987" y="165"/>
                  </a:cubicBezTo>
                  <a:lnTo>
                    <a:pt x="177141" y="165"/>
                  </a:lnTo>
                  <a:close/>
                  <a:moveTo>
                    <a:pt x="552934" y="473748"/>
                  </a:moveTo>
                  <a:cubicBezTo>
                    <a:pt x="571349" y="473240"/>
                    <a:pt x="589637" y="478066"/>
                    <a:pt x="603734" y="488988"/>
                  </a:cubicBezTo>
                  <a:cubicBezTo>
                    <a:pt x="612116" y="495465"/>
                    <a:pt x="674726" y="543598"/>
                    <a:pt x="742798" y="595795"/>
                  </a:cubicBezTo>
                  <a:cubicBezTo>
                    <a:pt x="917550" y="729906"/>
                    <a:pt x="911835" y="724699"/>
                    <a:pt x="919709" y="753909"/>
                  </a:cubicBezTo>
                  <a:cubicBezTo>
                    <a:pt x="925297" y="774737"/>
                    <a:pt x="924789" y="784389"/>
                    <a:pt x="916534" y="805852"/>
                  </a:cubicBezTo>
                  <a:cubicBezTo>
                    <a:pt x="904596" y="837221"/>
                    <a:pt x="891007" y="850556"/>
                    <a:pt x="859130" y="862240"/>
                  </a:cubicBezTo>
                  <a:cubicBezTo>
                    <a:pt x="802615" y="882941"/>
                    <a:pt x="773278" y="865923"/>
                    <a:pt x="605893" y="715936"/>
                  </a:cubicBezTo>
                  <a:cubicBezTo>
                    <a:pt x="561824" y="676439"/>
                    <a:pt x="516231" y="636053"/>
                    <a:pt x="504674" y="626401"/>
                  </a:cubicBezTo>
                  <a:cubicBezTo>
                    <a:pt x="465304" y="593254"/>
                    <a:pt x="455652" y="556043"/>
                    <a:pt x="476607" y="516928"/>
                  </a:cubicBezTo>
                  <a:cubicBezTo>
                    <a:pt x="490831" y="490385"/>
                    <a:pt x="522200" y="474764"/>
                    <a:pt x="552934" y="473875"/>
                  </a:cubicBezTo>
                  <a:close/>
                  <a:moveTo>
                    <a:pt x="1180567" y="848270"/>
                  </a:moveTo>
                  <a:cubicBezTo>
                    <a:pt x="1204316" y="848524"/>
                    <a:pt x="1234034" y="849540"/>
                    <a:pt x="1271753" y="851318"/>
                  </a:cubicBezTo>
                  <a:cubicBezTo>
                    <a:pt x="1391768" y="856779"/>
                    <a:pt x="1408024" y="858938"/>
                    <a:pt x="1434313" y="872019"/>
                  </a:cubicBezTo>
                  <a:cubicBezTo>
                    <a:pt x="1502258" y="905801"/>
                    <a:pt x="1508354" y="995082"/>
                    <a:pt x="1445108" y="1033563"/>
                  </a:cubicBezTo>
                  <a:cubicBezTo>
                    <a:pt x="1422375" y="1047406"/>
                    <a:pt x="1411707" y="1047660"/>
                    <a:pt x="1325347" y="1036357"/>
                  </a:cubicBezTo>
                  <a:cubicBezTo>
                    <a:pt x="1288390" y="1031531"/>
                    <a:pt x="1230224" y="1024419"/>
                    <a:pt x="1196061" y="1020482"/>
                  </a:cubicBezTo>
                  <a:cubicBezTo>
                    <a:pt x="1098906" y="1009560"/>
                    <a:pt x="1095096" y="1008544"/>
                    <a:pt x="1075284" y="988732"/>
                  </a:cubicBezTo>
                  <a:cubicBezTo>
                    <a:pt x="1043534" y="956982"/>
                    <a:pt x="1042264" y="913421"/>
                    <a:pt x="1072109" y="877861"/>
                  </a:cubicBezTo>
                  <a:cubicBezTo>
                    <a:pt x="1091159" y="855128"/>
                    <a:pt x="1109066" y="847762"/>
                    <a:pt x="1180440" y="848397"/>
                  </a:cubicBezTo>
                  <a:close/>
                  <a:moveTo>
                    <a:pt x="1630147" y="1039786"/>
                  </a:moveTo>
                  <a:cubicBezTo>
                    <a:pt x="1648943" y="1040421"/>
                    <a:pt x="1667612" y="1046009"/>
                    <a:pt x="1680566" y="1056169"/>
                  </a:cubicBezTo>
                  <a:cubicBezTo>
                    <a:pt x="1717015" y="1084871"/>
                    <a:pt x="1848841" y="1271434"/>
                    <a:pt x="1880210" y="1338744"/>
                  </a:cubicBezTo>
                  <a:cubicBezTo>
                    <a:pt x="1897482" y="1375828"/>
                    <a:pt x="1899895" y="1410880"/>
                    <a:pt x="1886941" y="1435772"/>
                  </a:cubicBezTo>
                  <a:cubicBezTo>
                    <a:pt x="1877289" y="1454314"/>
                    <a:pt x="1854175" y="1477047"/>
                    <a:pt x="1839697" y="1482381"/>
                  </a:cubicBezTo>
                  <a:cubicBezTo>
                    <a:pt x="1821663" y="1488985"/>
                    <a:pt x="1782928" y="1486699"/>
                    <a:pt x="1766291" y="1478063"/>
                  </a:cubicBezTo>
                  <a:cubicBezTo>
                    <a:pt x="1741145" y="1464982"/>
                    <a:pt x="1726286" y="1445932"/>
                    <a:pt x="1693266" y="1384210"/>
                  </a:cubicBezTo>
                  <a:cubicBezTo>
                    <a:pt x="1652499" y="1308137"/>
                    <a:pt x="1586967" y="1201965"/>
                    <a:pt x="1565504" y="1177581"/>
                  </a:cubicBezTo>
                  <a:cubicBezTo>
                    <a:pt x="1530833" y="1137957"/>
                    <a:pt x="1536802" y="1081061"/>
                    <a:pt x="1578712" y="1052613"/>
                  </a:cubicBezTo>
                  <a:cubicBezTo>
                    <a:pt x="1592301" y="1043342"/>
                    <a:pt x="1611351" y="1039151"/>
                    <a:pt x="1630147" y="1039913"/>
                  </a:cubicBezTo>
                  <a:close/>
                  <a:moveTo>
                    <a:pt x="1945869" y="1549818"/>
                  </a:moveTo>
                  <a:cubicBezTo>
                    <a:pt x="1978762" y="1548929"/>
                    <a:pt x="2007972" y="1571662"/>
                    <a:pt x="2051151" y="1626272"/>
                  </a:cubicBezTo>
                  <a:cubicBezTo>
                    <a:pt x="2072488" y="1653196"/>
                    <a:pt x="2125827" y="1711362"/>
                    <a:pt x="2169642" y="1755431"/>
                  </a:cubicBezTo>
                  <a:cubicBezTo>
                    <a:pt x="2252954" y="1839378"/>
                    <a:pt x="2261463" y="1853348"/>
                    <a:pt x="2253716" y="1894623"/>
                  </a:cubicBezTo>
                  <a:cubicBezTo>
                    <a:pt x="2248891" y="1920023"/>
                    <a:pt x="2219426" y="1951137"/>
                    <a:pt x="2192248" y="1959392"/>
                  </a:cubicBezTo>
                  <a:cubicBezTo>
                    <a:pt x="2129891" y="1978315"/>
                    <a:pt x="2081377" y="1944279"/>
                    <a:pt x="1967205" y="1801151"/>
                  </a:cubicBezTo>
                  <a:cubicBezTo>
                    <a:pt x="1897228" y="1713394"/>
                    <a:pt x="1864462" y="1659800"/>
                    <a:pt x="1864589" y="1633003"/>
                  </a:cubicBezTo>
                  <a:cubicBezTo>
                    <a:pt x="1864589" y="1600872"/>
                    <a:pt x="1884147" y="1569376"/>
                    <a:pt x="1911198" y="1558200"/>
                  </a:cubicBezTo>
                  <a:cubicBezTo>
                    <a:pt x="1923644" y="1552993"/>
                    <a:pt x="1934947" y="1550199"/>
                    <a:pt x="1945869" y="1549818"/>
                  </a:cubicBezTo>
                  <a:close/>
                  <a:moveTo>
                    <a:pt x="2426944" y="1950629"/>
                  </a:moveTo>
                  <a:cubicBezTo>
                    <a:pt x="2438501" y="1951137"/>
                    <a:pt x="2451582" y="1952915"/>
                    <a:pt x="2466695" y="1955836"/>
                  </a:cubicBezTo>
                  <a:cubicBezTo>
                    <a:pt x="2492984" y="1960917"/>
                    <a:pt x="2542514" y="1967012"/>
                    <a:pt x="2576677" y="1969298"/>
                  </a:cubicBezTo>
                  <a:cubicBezTo>
                    <a:pt x="2759684" y="1981490"/>
                    <a:pt x="2828518" y="2017431"/>
                    <a:pt x="2820898" y="2096679"/>
                  </a:cubicBezTo>
                  <a:cubicBezTo>
                    <a:pt x="2817596" y="2131350"/>
                    <a:pt x="2800959" y="2154591"/>
                    <a:pt x="2769463" y="2168561"/>
                  </a:cubicBezTo>
                  <a:cubicBezTo>
                    <a:pt x="2745079" y="2179356"/>
                    <a:pt x="2717139" y="2179356"/>
                    <a:pt x="2673959" y="2168561"/>
                  </a:cubicBezTo>
                  <a:cubicBezTo>
                    <a:pt x="2654655" y="2163735"/>
                    <a:pt x="2608046" y="2155099"/>
                    <a:pt x="2570454" y="2149511"/>
                  </a:cubicBezTo>
                  <a:cubicBezTo>
                    <a:pt x="2486380" y="2136938"/>
                    <a:pt x="2395956" y="2116491"/>
                    <a:pt x="2372715" y="2104680"/>
                  </a:cubicBezTo>
                  <a:cubicBezTo>
                    <a:pt x="2348458" y="2092489"/>
                    <a:pt x="2331059" y="2061246"/>
                    <a:pt x="2331059" y="2029877"/>
                  </a:cubicBezTo>
                  <a:cubicBezTo>
                    <a:pt x="2331059" y="2009430"/>
                    <a:pt x="2335250" y="1998889"/>
                    <a:pt x="2350236" y="1981745"/>
                  </a:cubicBezTo>
                  <a:cubicBezTo>
                    <a:pt x="2370810" y="1958376"/>
                    <a:pt x="2392146" y="1948851"/>
                    <a:pt x="2426944" y="1950629"/>
                  </a:cubicBezTo>
                  <a:close/>
                  <a:moveTo>
                    <a:pt x="3358489" y="2001176"/>
                  </a:moveTo>
                  <a:cubicBezTo>
                    <a:pt x="3456025" y="2000795"/>
                    <a:pt x="3486758" y="2132493"/>
                    <a:pt x="3398367" y="2171609"/>
                  </a:cubicBezTo>
                  <a:cubicBezTo>
                    <a:pt x="3380206" y="2179610"/>
                    <a:pt x="3334105" y="2187611"/>
                    <a:pt x="3258794" y="2195612"/>
                  </a:cubicBezTo>
                  <a:cubicBezTo>
                    <a:pt x="3196945" y="2202216"/>
                    <a:pt x="3141319" y="2210598"/>
                    <a:pt x="3135223" y="2214154"/>
                  </a:cubicBezTo>
                  <a:cubicBezTo>
                    <a:pt x="3118205" y="2224060"/>
                    <a:pt x="3088868" y="2222155"/>
                    <a:pt x="3065500" y="2209582"/>
                  </a:cubicBezTo>
                  <a:cubicBezTo>
                    <a:pt x="3002889" y="2176054"/>
                    <a:pt x="3011652" y="2082836"/>
                    <a:pt x="3080105" y="2052610"/>
                  </a:cubicBezTo>
                  <a:cubicBezTo>
                    <a:pt x="3110077" y="2039402"/>
                    <a:pt x="3316452" y="2001176"/>
                    <a:pt x="3358616" y="2001048"/>
                  </a:cubicBezTo>
                  <a:close/>
                  <a:moveTo>
                    <a:pt x="3727677" y="2097441"/>
                  </a:moveTo>
                  <a:cubicBezTo>
                    <a:pt x="3761713" y="2096171"/>
                    <a:pt x="3800575" y="2098838"/>
                    <a:pt x="3837533" y="2105442"/>
                  </a:cubicBezTo>
                  <a:cubicBezTo>
                    <a:pt x="3915002" y="2119412"/>
                    <a:pt x="3989933" y="2139224"/>
                    <a:pt x="4018253" y="2153448"/>
                  </a:cubicBezTo>
                  <a:cubicBezTo>
                    <a:pt x="4088484" y="2188627"/>
                    <a:pt x="4091278" y="2287687"/>
                    <a:pt x="4022952" y="2321977"/>
                  </a:cubicBezTo>
                  <a:cubicBezTo>
                    <a:pt x="3993234" y="2336836"/>
                    <a:pt x="3975327" y="2335693"/>
                    <a:pt x="3919066" y="2315246"/>
                  </a:cubicBezTo>
                  <a:cubicBezTo>
                    <a:pt x="3825213" y="2281083"/>
                    <a:pt x="3768698" y="2268764"/>
                    <a:pt x="3709643" y="2269399"/>
                  </a:cubicBezTo>
                  <a:cubicBezTo>
                    <a:pt x="3646397" y="2270161"/>
                    <a:pt x="3624808" y="2262287"/>
                    <a:pt x="3606011" y="2231426"/>
                  </a:cubicBezTo>
                  <a:cubicBezTo>
                    <a:pt x="3580358" y="2189262"/>
                    <a:pt x="3598645" y="2135922"/>
                    <a:pt x="3646778" y="2112300"/>
                  </a:cubicBezTo>
                  <a:cubicBezTo>
                    <a:pt x="3664304" y="2103664"/>
                    <a:pt x="3693514" y="2098711"/>
                    <a:pt x="3727677" y="2097441"/>
                  </a:cubicBezTo>
                  <a:close/>
                  <a:moveTo>
                    <a:pt x="4238090" y="2296069"/>
                  </a:moveTo>
                  <a:cubicBezTo>
                    <a:pt x="4255616" y="2296704"/>
                    <a:pt x="4269205" y="2301657"/>
                    <a:pt x="4299685" y="2316135"/>
                  </a:cubicBezTo>
                  <a:lnTo>
                    <a:pt x="4346421" y="2338360"/>
                  </a:lnTo>
                  <a:lnTo>
                    <a:pt x="4346421" y="2441230"/>
                  </a:lnTo>
                  <a:lnTo>
                    <a:pt x="4346421" y="2544100"/>
                  </a:lnTo>
                  <a:lnTo>
                    <a:pt x="4290033" y="2509048"/>
                  </a:lnTo>
                  <a:cubicBezTo>
                    <a:pt x="4256378" y="2488093"/>
                    <a:pt x="4221961" y="2471837"/>
                    <a:pt x="4204816" y="2468662"/>
                  </a:cubicBezTo>
                  <a:cubicBezTo>
                    <a:pt x="4100549" y="2449231"/>
                    <a:pt x="4112106" y="2305594"/>
                    <a:pt x="4218532" y="2296704"/>
                  </a:cubicBezTo>
                  <a:cubicBezTo>
                    <a:pt x="4226025" y="2296069"/>
                    <a:pt x="4232248" y="2295815"/>
                    <a:pt x="4238090" y="2295942"/>
                  </a:cubicBezTo>
                  <a:close/>
                </a:path>
              </a:pathLst>
            </a:custGeom>
            <a:solidFill>
              <a:srgbClr val="FD6F9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4361304" cy="2549904"/>
            </a:xfrm>
            <a:custGeom>
              <a:avLst/>
              <a:gdLst/>
              <a:ahLst/>
              <a:cxnLst/>
              <a:rect r="r" b="b" t="t" l="l"/>
              <a:pathLst>
                <a:path h="2549904" w="4361304">
                  <a:moveTo>
                    <a:pt x="0" y="0"/>
                  </a:moveTo>
                  <a:lnTo>
                    <a:pt x="0" y="2549904"/>
                  </a:lnTo>
                  <a:lnTo>
                    <a:pt x="4361304" y="2549904"/>
                  </a:lnTo>
                  <a:lnTo>
                    <a:pt x="436130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87043" y="63500"/>
              <a:ext cx="3437761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37761">
                  <a:moveTo>
                    <a:pt x="0" y="0"/>
                  </a:moveTo>
                  <a:lnTo>
                    <a:pt x="0" y="3431410"/>
                  </a:lnTo>
                  <a:lnTo>
                    <a:pt x="3437761" y="3431410"/>
                  </a:lnTo>
                  <a:lnTo>
                    <a:pt x="343776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4355870" y="6149092"/>
            <a:ext cx="3998671" cy="4204449"/>
          </a:xfrm>
          <a:custGeom>
            <a:avLst/>
            <a:gdLst/>
            <a:ahLst/>
            <a:cxnLst/>
            <a:rect r="r" b="b" t="t" l="l"/>
            <a:pathLst>
              <a:path h="4204449" w="3998671">
                <a:moveTo>
                  <a:pt x="0" y="0"/>
                </a:moveTo>
                <a:lnTo>
                  <a:pt x="3998672" y="0"/>
                </a:lnTo>
                <a:lnTo>
                  <a:pt x="3998672" y="4204450"/>
                </a:lnTo>
                <a:lnTo>
                  <a:pt x="0" y="42044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491323" y="4218737"/>
            <a:ext cx="9491243" cy="1676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8"/>
              </a:lnSpc>
            </a:pPr>
            <a:r>
              <a:rPr lang="en-US" sz="9999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Saraths Black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6551" y="6474628"/>
            <a:ext cx="3913041" cy="3878923"/>
          </a:xfrm>
          <a:custGeom>
            <a:avLst/>
            <a:gdLst/>
            <a:ahLst/>
            <a:cxnLst/>
            <a:rect r="r" b="b" t="t" l="l"/>
            <a:pathLst>
              <a:path h="3878923" w="3913041">
                <a:moveTo>
                  <a:pt x="0" y="0"/>
                </a:moveTo>
                <a:lnTo>
                  <a:pt x="3913041" y="0"/>
                </a:lnTo>
                <a:lnTo>
                  <a:pt x="3913041" y="3878923"/>
                </a:lnTo>
                <a:lnTo>
                  <a:pt x="0" y="3878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0408" y="-66551"/>
            <a:ext cx="6461512" cy="3556978"/>
            <a:chOff x="0" y="0"/>
            <a:chExt cx="6461506" cy="35569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3500" y="66548"/>
              <a:ext cx="3432682" cy="3426964"/>
            </a:xfrm>
            <a:custGeom>
              <a:avLst/>
              <a:gdLst/>
              <a:ahLst/>
              <a:cxnLst/>
              <a:rect r="r" b="b" t="t" l="l"/>
              <a:pathLst>
                <a:path h="3426964" w="3432682">
                  <a:moveTo>
                    <a:pt x="0" y="0"/>
                  </a:moveTo>
                  <a:lnTo>
                    <a:pt x="0" y="3426964"/>
                  </a:lnTo>
                  <a:cubicBezTo>
                    <a:pt x="0" y="3426964"/>
                    <a:pt x="979932" y="3299711"/>
                    <a:pt x="890524" y="2673982"/>
                  </a:cubicBezTo>
                  <a:cubicBezTo>
                    <a:pt x="889889" y="2667759"/>
                    <a:pt x="888492" y="2660901"/>
                    <a:pt x="887730" y="2654678"/>
                  </a:cubicBezTo>
                  <a:cubicBezTo>
                    <a:pt x="861568" y="2448303"/>
                    <a:pt x="911098" y="2247517"/>
                    <a:pt x="1015619" y="2081147"/>
                  </a:cubicBezTo>
                  <a:cubicBezTo>
                    <a:pt x="1193673" y="1798445"/>
                    <a:pt x="1129030" y="1425827"/>
                    <a:pt x="871855" y="1212595"/>
                  </a:cubicBezTo>
                  <a:lnTo>
                    <a:pt x="583819" y="973200"/>
                  </a:lnTo>
                  <a:cubicBezTo>
                    <a:pt x="495808" y="899667"/>
                    <a:pt x="475107" y="774445"/>
                    <a:pt x="532257" y="674750"/>
                  </a:cubicBezTo>
                  <a:cubicBezTo>
                    <a:pt x="532892" y="674115"/>
                    <a:pt x="532892" y="673353"/>
                    <a:pt x="533654" y="672718"/>
                  </a:cubicBezTo>
                  <a:cubicBezTo>
                    <a:pt x="624586" y="511301"/>
                    <a:pt x="791083" y="463676"/>
                    <a:pt x="955929" y="463676"/>
                  </a:cubicBezTo>
                  <a:cubicBezTo>
                    <a:pt x="1193546" y="463676"/>
                    <a:pt x="1427734" y="562736"/>
                    <a:pt x="1427734" y="562736"/>
                  </a:cubicBezTo>
                  <a:cubicBezTo>
                    <a:pt x="1427734" y="562736"/>
                    <a:pt x="1779777" y="705865"/>
                    <a:pt x="2202179" y="705865"/>
                  </a:cubicBezTo>
                  <a:cubicBezTo>
                    <a:pt x="2545968" y="705865"/>
                    <a:pt x="2936493" y="610996"/>
                    <a:pt x="3221989" y="266954"/>
                  </a:cubicBezTo>
                  <a:cubicBezTo>
                    <a:pt x="3372611" y="85090"/>
                    <a:pt x="3418712" y="21971"/>
                    <a:pt x="3432682" y="0"/>
                  </a:cubicBezTo>
                  <a:close/>
                </a:path>
              </a:pathLst>
            </a:custGeom>
            <a:solidFill>
              <a:srgbClr val="C8EBEC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0612" y="66294"/>
              <a:ext cx="4087809" cy="2835145"/>
            </a:xfrm>
            <a:custGeom>
              <a:avLst/>
              <a:gdLst/>
              <a:ahLst/>
              <a:cxnLst/>
              <a:rect r="r" b="b" t="t" l="l"/>
              <a:pathLst>
                <a:path h="2835145" w="4087809">
                  <a:moveTo>
                    <a:pt x="3077717" y="254"/>
                  </a:moveTo>
                  <a:lnTo>
                    <a:pt x="3064763" y="35941"/>
                  </a:lnTo>
                  <a:cubicBezTo>
                    <a:pt x="3040125" y="104140"/>
                    <a:pt x="2975736" y="189357"/>
                    <a:pt x="2925317" y="220599"/>
                  </a:cubicBezTo>
                  <a:cubicBezTo>
                    <a:pt x="2886709" y="244475"/>
                    <a:pt x="2829686" y="265303"/>
                    <a:pt x="2740278" y="287782"/>
                  </a:cubicBezTo>
                  <a:cubicBezTo>
                    <a:pt x="2611373" y="320294"/>
                    <a:pt x="2584576" y="326390"/>
                    <a:pt x="2380487" y="326390"/>
                  </a:cubicBezTo>
                  <a:cubicBezTo>
                    <a:pt x="2336418" y="326390"/>
                    <a:pt x="2284094" y="326136"/>
                    <a:pt x="2220721" y="325755"/>
                  </a:cubicBezTo>
                  <a:cubicBezTo>
                    <a:pt x="2184907" y="325501"/>
                    <a:pt x="2150744" y="325501"/>
                    <a:pt x="2118359" y="325501"/>
                  </a:cubicBezTo>
                  <a:cubicBezTo>
                    <a:pt x="1964562" y="325501"/>
                    <a:pt x="1853437" y="327787"/>
                    <a:pt x="1814956" y="331851"/>
                  </a:cubicBezTo>
                  <a:cubicBezTo>
                    <a:pt x="1566799" y="358013"/>
                    <a:pt x="1335786" y="450468"/>
                    <a:pt x="1193419" y="580516"/>
                  </a:cubicBezTo>
                  <a:cubicBezTo>
                    <a:pt x="1081278" y="683005"/>
                    <a:pt x="993394" y="851280"/>
                    <a:pt x="901573" y="1139189"/>
                  </a:cubicBezTo>
                  <a:cubicBezTo>
                    <a:pt x="826262" y="1375409"/>
                    <a:pt x="722249" y="1572639"/>
                    <a:pt x="584454" y="1740533"/>
                  </a:cubicBezTo>
                  <a:cubicBezTo>
                    <a:pt x="466217" y="1884678"/>
                    <a:pt x="373507" y="1972181"/>
                    <a:pt x="262001" y="2044698"/>
                  </a:cubicBezTo>
                  <a:cubicBezTo>
                    <a:pt x="201295" y="2084195"/>
                    <a:pt x="85852" y="2144647"/>
                    <a:pt x="33782" y="2163951"/>
                  </a:cubicBezTo>
                  <a:lnTo>
                    <a:pt x="0" y="2176524"/>
                  </a:lnTo>
                  <a:lnTo>
                    <a:pt x="0" y="2296539"/>
                  </a:lnTo>
                  <a:cubicBezTo>
                    <a:pt x="0" y="2381121"/>
                    <a:pt x="2413" y="2416554"/>
                    <a:pt x="8001" y="2416554"/>
                  </a:cubicBezTo>
                  <a:cubicBezTo>
                    <a:pt x="29337" y="2416554"/>
                    <a:pt x="154686" y="2368040"/>
                    <a:pt x="228346" y="2331210"/>
                  </a:cubicBezTo>
                  <a:cubicBezTo>
                    <a:pt x="427990" y="2231515"/>
                    <a:pt x="566166" y="2120517"/>
                    <a:pt x="730377" y="1927985"/>
                  </a:cubicBezTo>
                  <a:cubicBezTo>
                    <a:pt x="911098" y="1716022"/>
                    <a:pt x="1034669" y="1488566"/>
                    <a:pt x="1128395" y="1195577"/>
                  </a:cubicBezTo>
                  <a:cubicBezTo>
                    <a:pt x="1175512" y="1048384"/>
                    <a:pt x="1237361" y="900937"/>
                    <a:pt x="1277874" y="839977"/>
                  </a:cubicBezTo>
                  <a:cubicBezTo>
                    <a:pt x="1315085" y="783843"/>
                    <a:pt x="1378966" y="721359"/>
                    <a:pt x="1429004" y="692149"/>
                  </a:cubicBezTo>
                  <a:cubicBezTo>
                    <a:pt x="1487169" y="658113"/>
                    <a:pt x="1599310" y="611377"/>
                    <a:pt x="1663572" y="594359"/>
                  </a:cubicBezTo>
                  <a:cubicBezTo>
                    <a:pt x="1781555" y="563117"/>
                    <a:pt x="1841753" y="559180"/>
                    <a:pt x="2209799" y="559053"/>
                  </a:cubicBezTo>
                  <a:cubicBezTo>
                    <a:pt x="2589402" y="558926"/>
                    <a:pt x="2620771" y="556513"/>
                    <a:pt x="2785617" y="516635"/>
                  </a:cubicBezTo>
                  <a:cubicBezTo>
                    <a:pt x="2965703" y="473074"/>
                    <a:pt x="3054730" y="429006"/>
                    <a:pt x="3136264" y="343281"/>
                  </a:cubicBezTo>
                  <a:cubicBezTo>
                    <a:pt x="3222624" y="252349"/>
                    <a:pt x="3272027" y="167767"/>
                    <a:pt x="3301999" y="59690"/>
                  </a:cubicBezTo>
                  <a:cubicBezTo>
                    <a:pt x="3309238" y="33528"/>
                    <a:pt x="3315334" y="8382"/>
                    <a:pt x="3316223" y="254"/>
                  </a:cubicBezTo>
                  <a:close/>
                  <a:moveTo>
                    <a:pt x="3866133" y="254"/>
                  </a:moveTo>
                  <a:lnTo>
                    <a:pt x="3860926" y="19812"/>
                  </a:lnTo>
                  <a:cubicBezTo>
                    <a:pt x="3842003" y="90551"/>
                    <a:pt x="3794124" y="230632"/>
                    <a:pt x="3777614" y="263525"/>
                  </a:cubicBezTo>
                  <a:cubicBezTo>
                    <a:pt x="3707637" y="402717"/>
                    <a:pt x="3618102" y="482600"/>
                    <a:pt x="3409441" y="591692"/>
                  </a:cubicBezTo>
                  <a:cubicBezTo>
                    <a:pt x="3328923" y="633856"/>
                    <a:pt x="3154679" y="704849"/>
                    <a:pt x="3064255" y="732281"/>
                  </a:cubicBezTo>
                  <a:cubicBezTo>
                    <a:pt x="2981959" y="757300"/>
                    <a:pt x="2811906" y="785240"/>
                    <a:pt x="2687065" y="794257"/>
                  </a:cubicBezTo>
                  <a:cubicBezTo>
                    <a:pt x="2577210" y="802258"/>
                    <a:pt x="2390139" y="822832"/>
                    <a:pt x="2267203" y="840612"/>
                  </a:cubicBezTo>
                  <a:cubicBezTo>
                    <a:pt x="2005837" y="878331"/>
                    <a:pt x="1814575" y="957325"/>
                    <a:pt x="1674367" y="1085341"/>
                  </a:cubicBezTo>
                  <a:cubicBezTo>
                    <a:pt x="1604644" y="1149095"/>
                    <a:pt x="1556385" y="1232661"/>
                    <a:pt x="1460753" y="1456054"/>
                  </a:cubicBezTo>
                  <a:cubicBezTo>
                    <a:pt x="1314704" y="1797048"/>
                    <a:pt x="1244981" y="1904871"/>
                    <a:pt x="1022858" y="2133090"/>
                  </a:cubicBezTo>
                  <a:cubicBezTo>
                    <a:pt x="818261" y="2343402"/>
                    <a:pt x="524764" y="2535553"/>
                    <a:pt x="334645" y="2583813"/>
                  </a:cubicBezTo>
                  <a:cubicBezTo>
                    <a:pt x="296672" y="2593465"/>
                    <a:pt x="259461" y="2601339"/>
                    <a:pt x="252222" y="2601339"/>
                  </a:cubicBezTo>
                  <a:cubicBezTo>
                    <a:pt x="239776" y="2601339"/>
                    <a:pt x="238887" y="2608705"/>
                    <a:pt x="238887" y="2718813"/>
                  </a:cubicBezTo>
                  <a:cubicBezTo>
                    <a:pt x="238887" y="2809999"/>
                    <a:pt x="233807" y="2835145"/>
                    <a:pt x="263779" y="2835145"/>
                  </a:cubicBezTo>
                  <a:cubicBezTo>
                    <a:pt x="278638" y="2835145"/>
                    <a:pt x="302260" y="2828922"/>
                    <a:pt x="339598" y="2821429"/>
                  </a:cubicBezTo>
                  <a:cubicBezTo>
                    <a:pt x="642366" y="2760723"/>
                    <a:pt x="1042035" y="2486277"/>
                    <a:pt x="1331849" y="2140075"/>
                  </a:cubicBezTo>
                  <a:cubicBezTo>
                    <a:pt x="1480946" y="1962021"/>
                    <a:pt x="1540636" y="1859024"/>
                    <a:pt x="1674367" y="1548509"/>
                  </a:cubicBezTo>
                  <a:cubicBezTo>
                    <a:pt x="1772284" y="1321307"/>
                    <a:pt x="1796414" y="1281175"/>
                    <a:pt x="1868677" y="1226184"/>
                  </a:cubicBezTo>
                  <a:cubicBezTo>
                    <a:pt x="1959228" y="1157350"/>
                    <a:pt x="2108072" y="1099946"/>
                    <a:pt x="2252979" y="1078102"/>
                  </a:cubicBezTo>
                  <a:cubicBezTo>
                    <a:pt x="2381249" y="1058798"/>
                    <a:pt x="2533776" y="1041272"/>
                    <a:pt x="2658617" y="1031747"/>
                  </a:cubicBezTo>
                  <a:cubicBezTo>
                    <a:pt x="2846958" y="1017396"/>
                    <a:pt x="3043427" y="985011"/>
                    <a:pt x="3146170" y="951356"/>
                  </a:cubicBezTo>
                  <a:cubicBezTo>
                    <a:pt x="3413886" y="863599"/>
                    <a:pt x="3685158" y="722502"/>
                    <a:pt x="3807713" y="607313"/>
                  </a:cubicBezTo>
                  <a:cubicBezTo>
                    <a:pt x="3942714" y="480314"/>
                    <a:pt x="4028185" y="317119"/>
                    <a:pt x="4071746" y="102616"/>
                  </a:cubicBezTo>
                  <a:cubicBezTo>
                    <a:pt x="4084065" y="41783"/>
                    <a:pt x="4092955" y="13208"/>
                    <a:pt x="4084446" y="0"/>
                  </a:cubicBezTo>
                  <a:close/>
                </a:path>
              </a:pathLst>
            </a:custGeom>
            <a:solidFill>
              <a:srgbClr val="8FCFD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750479" y="66421"/>
              <a:ext cx="3647476" cy="1267840"/>
            </a:xfrm>
            <a:custGeom>
              <a:avLst/>
              <a:gdLst/>
              <a:ahLst/>
              <a:cxnLst/>
              <a:rect r="r" b="b" t="t" l="l"/>
              <a:pathLst>
                <a:path h="1267840" w="3647476">
                  <a:moveTo>
                    <a:pt x="3305260" y="127"/>
                  </a:moveTo>
                  <a:cubicBezTo>
                    <a:pt x="3291925" y="15240"/>
                    <a:pt x="3274780" y="34544"/>
                    <a:pt x="3257762" y="53086"/>
                  </a:cubicBezTo>
                  <a:cubicBezTo>
                    <a:pt x="3177879" y="140843"/>
                    <a:pt x="3167846" y="155956"/>
                    <a:pt x="3172672" y="181356"/>
                  </a:cubicBezTo>
                  <a:cubicBezTo>
                    <a:pt x="3174831" y="193040"/>
                    <a:pt x="3184864" y="209677"/>
                    <a:pt x="3194770" y="218313"/>
                  </a:cubicBezTo>
                  <a:cubicBezTo>
                    <a:pt x="3206835" y="228981"/>
                    <a:pt x="3219535" y="234315"/>
                    <a:pt x="3233378" y="234315"/>
                  </a:cubicBezTo>
                  <a:cubicBezTo>
                    <a:pt x="3251412" y="234315"/>
                    <a:pt x="3271351" y="225171"/>
                    <a:pt x="3294592" y="206883"/>
                  </a:cubicBezTo>
                  <a:cubicBezTo>
                    <a:pt x="3330406" y="178562"/>
                    <a:pt x="3431371" y="71120"/>
                    <a:pt x="3453088" y="38100"/>
                  </a:cubicBezTo>
                  <a:cubicBezTo>
                    <a:pt x="3461216" y="25781"/>
                    <a:pt x="3465407" y="12700"/>
                    <a:pt x="3465661" y="0"/>
                  </a:cubicBezTo>
                  <a:close/>
                  <a:moveTo>
                    <a:pt x="259674" y="28448"/>
                  </a:moveTo>
                  <a:cubicBezTo>
                    <a:pt x="257261" y="28448"/>
                    <a:pt x="254975" y="28575"/>
                    <a:pt x="252562" y="28829"/>
                  </a:cubicBezTo>
                  <a:cubicBezTo>
                    <a:pt x="236179" y="30607"/>
                    <a:pt x="220304" y="38354"/>
                    <a:pt x="208747" y="52832"/>
                  </a:cubicBezTo>
                  <a:cubicBezTo>
                    <a:pt x="189316" y="77089"/>
                    <a:pt x="195539" y="155829"/>
                    <a:pt x="220812" y="206248"/>
                  </a:cubicBezTo>
                  <a:cubicBezTo>
                    <a:pt x="244053" y="252730"/>
                    <a:pt x="257896" y="268224"/>
                    <a:pt x="313014" y="310261"/>
                  </a:cubicBezTo>
                  <a:cubicBezTo>
                    <a:pt x="336255" y="327914"/>
                    <a:pt x="371688" y="357759"/>
                    <a:pt x="391881" y="376428"/>
                  </a:cubicBezTo>
                  <a:cubicBezTo>
                    <a:pt x="421980" y="404368"/>
                    <a:pt x="432521" y="410210"/>
                    <a:pt x="454238" y="410210"/>
                  </a:cubicBezTo>
                  <a:cubicBezTo>
                    <a:pt x="454619" y="410210"/>
                    <a:pt x="454873" y="410210"/>
                    <a:pt x="455254" y="410210"/>
                  </a:cubicBezTo>
                  <a:cubicBezTo>
                    <a:pt x="495259" y="409829"/>
                    <a:pt x="520786" y="383921"/>
                    <a:pt x="520786" y="343662"/>
                  </a:cubicBezTo>
                  <a:cubicBezTo>
                    <a:pt x="520786" y="305435"/>
                    <a:pt x="491703" y="270510"/>
                    <a:pt x="408264" y="208407"/>
                  </a:cubicBezTo>
                  <a:cubicBezTo>
                    <a:pt x="358480" y="171323"/>
                    <a:pt x="330540" y="135890"/>
                    <a:pt x="330540" y="109855"/>
                  </a:cubicBezTo>
                  <a:cubicBezTo>
                    <a:pt x="330540" y="100584"/>
                    <a:pt x="325841" y="81915"/>
                    <a:pt x="320253" y="68453"/>
                  </a:cubicBezTo>
                  <a:cubicBezTo>
                    <a:pt x="309458" y="42545"/>
                    <a:pt x="284693" y="28702"/>
                    <a:pt x="259674" y="28702"/>
                  </a:cubicBezTo>
                  <a:close/>
                  <a:moveTo>
                    <a:pt x="70825" y="187071"/>
                  </a:moveTo>
                  <a:cubicBezTo>
                    <a:pt x="46441" y="187071"/>
                    <a:pt x="20787" y="199136"/>
                    <a:pt x="9611" y="220726"/>
                  </a:cubicBezTo>
                  <a:cubicBezTo>
                    <a:pt x="-11598" y="261747"/>
                    <a:pt x="213" y="299212"/>
                    <a:pt x="65999" y="400177"/>
                  </a:cubicBezTo>
                  <a:cubicBezTo>
                    <a:pt x="109306" y="466597"/>
                    <a:pt x="154391" y="518540"/>
                    <a:pt x="186141" y="538479"/>
                  </a:cubicBezTo>
                  <a:cubicBezTo>
                    <a:pt x="196174" y="544829"/>
                    <a:pt x="207096" y="547623"/>
                    <a:pt x="217891" y="547623"/>
                  </a:cubicBezTo>
                  <a:cubicBezTo>
                    <a:pt x="260817" y="547623"/>
                    <a:pt x="301711" y="503554"/>
                    <a:pt x="279740" y="463930"/>
                  </a:cubicBezTo>
                  <a:cubicBezTo>
                    <a:pt x="274787" y="455041"/>
                    <a:pt x="250530" y="421132"/>
                    <a:pt x="226019" y="388747"/>
                  </a:cubicBezTo>
                  <a:cubicBezTo>
                    <a:pt x="201508" y="356362"/>
                    <a:pt x="168615" y="304292"/>
                    <a:pt x="152994" y="273177"/>
                  </a:cubicBezTo>
                  <a:cubicBezTo>
                    <a:pt x="137373" y="242062"/>
                    <a:pt x="119974" y="211201"/>
                    <a:pt x="114259" y="204724"/>
                  </a:cubicBezTo>
                  <a:cubicBezTo>
                    <a:pt x="104480" y="193675"/>
                    <a:pt x="90002" y="187960"/>
                    <a:pt x="74762" y="187198"/>
                  </a:cubicBezTo>
                  <a:cubicBezTo>
                    <a:pt x="73492" y="187071"/>
                    <a:pt x="72222" y="187071"/>
                    <a:pt x="70952" y="187071"/>
                  </a:cubicBezTo>
                  <a:close/>
                  <a:moveTo>
                    <a:pt x="3035893" y="295148"/>
                  </a:moveTo>
                  <a:cubicBezTo>
                    <a:pt x="3012017" y="295148"/>
                    <a:pt x="2986617" y="311912"/>
                    <a:pt x="2940009" y="354203"/>
                  </a:cubicBezTo>
                  <a:cubicBezTo>
                    <a:pt x="2882859" y="406146"/>
                    <a:pt x="2806404" y="464057"/>
                    <a:pt x="2759287" y="491108"/>
                  </a:cubicBezTo>
                  <a:cubicBezTo>
                    <a:pt x="2717885" y="514857"/>
                    <a:pt x="2704804" y="532764"/>
                    <a:pt x="2704804" y="565657"/>
                  </a:cubicBezTo>
                  <a:cubicBezTo>
                    <a:pt x="2704804" y="590803"/>
                    <a:pt x="2722204" y="614679"/>
                    <a:pt x="2747096" y="623696"/>
                  </a:cubicBezTo>
                  <a:cubicBezTo>
                    <a:pt x="2753573" y="626109"/>
                    <a:pt x="2759415" y="627379"/>
                    <a:pt x="2765765" y="627379"/>
                  </a:cubicBezTo>
                  <a:cubicBezTo>
                    <a:pt x="2780497" y="627379"/>
                    <a:pt x="2798023" y="620140"/>
                    <a:pt x="2833201" y="601979"/>
                  </a:cubicBezTo>
                  <a:cubicBezTo>
                    <a:pt x="2931626" y="551052"/>
                    <a:pt x="3086185" y="425576"/>
                    <a:pt x="3099267" y="385953"/>
                  </a:cubicBezTo>
                  <a:cubicBezTo>
                    <a:pt x="3110696" y="351409"/>
                    <a:pt x="3094060" y="314579"/>
                    <a:pt x="3060912" y="300736"/>
                  </a:cubicBezTo>
                  <a:cubicBezTo>
                    <a:pt x="3052404" y="297180"/>
                    <a:pt x="3044529" y="295275"/>
                    <a:pt x="3036529" y="295148"/>
                  </a:cubicBezTo>
                  <a:cubicBezTo>
                    <a:pt x="3036274" y="295148"/>
                    <a:pt x="3036148" y="295148"/>
                    <a:pt x="3035893" y="295148"/>
                  </a:cubicBezTo>
                  <a:close/>
                  <a:moveTo>
                    <a:pt x="715731" y="463803"/>
                  </a:moveTo>
                  <a:cubicBezTo>
                    <a:pt x="679663" y="463803"/>
                    <a:pt x="654517" y="488568"/>
                    <a:pt x="654517" y="524382"/>
                  </a:cubicBezTo>
                  <a:cubicBezTo>
                    <a:pt x="654517" y="560450"/>
                    <a:pt x="678012" y="584326"/>
                    <a:pt x="780628" y="652652"/>
                  </a:cubicBezTo>
                  <a:cubicBezTo>
                    <a:pt x="835746" y="689355"/>
                    <a:pt x="871179" y="707135"/>
                    <a:pt x="896325" y="707135"/>
                  </a:cubicBezTo>
                  <a:cubicBezTo>
                    <a:pt x="916645" y="707135"/>
                    <a:pt x="930234" y="695578"/>
                    <a:pt x="942172" y="673099"/>
                  </a:cubicBezTo>
                  <a:cubicBezTo>
                    <a:pt x="966683" y="627125"/>
                    <a:pt x="944712" y="597026"/>
                    <a:pt x="834095" y="524255"/>
                  </a:cubicBezTo>
                  <a:cubicBezTo>
                    <a:pt x="761705" y="476630"/>
                    <a:pt x="737067" y="463930"/>
                    <a:pt x="716493" y="463676"/>
                  </a:cubicBezTo>
                  <a:cubicBezTo>
                    <a:pt x="716239" y="463676"/>
                    <a:pt x="715858" y="463676"/>
                    <a:pt x="715604" y="463676"/>
                  </a:cubicBezTo>
                  <a:close/>
                  <a:moveTo>
                    <a:pt x="3583263" y="142494"/>
                  </a:moveTo>
                  <a:cubicBezTo>
                    <a:pt x="3555450" y="142494"/>
                    <a:pt x="3550878" y="146177"/>
                    <a:pt x="3448262" y="250317"/>
                  </a:cubicBezTo>
                  <a:cubicBezTo>
                    <a:pt x="3343741" y="356362"/>
                    <a:pt x="3198834" y="477900"/>
                    <a:pt x="3076660" y="561974"/>
                  </a:cubicBezTo>
                  <a:cubicBezTo>
                    <a:pt x="3043005" y="585088"/>
                    <a:pt x="3010621" y="612393"/>
                    <a:pt x="3004397" y="622680"/>
                  </a:cubicBezTo>
                  <a:cubicBezTo>
                    <a:pt x="2980267" y="663320"/>
                    <a:pt x="3000079" y="714120"/>
                    <a:pt x="3044784" y="726058"/>
                  </a:cubicBezTo>
                  <a:cubicBezTo>
                    <a:pt x="3051515" y="727836"/>
                    <a:pt x="3060150" y="728725"/>
                    <a:pt x="3068278" y="728725"/>
                  </a:cubicBezTo>
                  <a:cubicBezTo>
                    <a:pt x="3074882" y="728725"/>
                    <a:pt x="3081232" y="728090"/>
                    <a:pt x="3085931" y="726820"/>
                  </a:cubicBezTo>
                  <a:cubicBezTo>
                    <a:pt x="3113109" y="719200"/>
                    <a:pt x="3224615" y="642492"/>
                    <a:pt x="3291290" y="585469"/>
                  </a:cubicBezTo>
                  <a:cubicBezTo>
                    <a:pt x="3323167" y="558291"/>
                    <a:pt x="3376761" y="512190"/>
                    <a:pt x="3410670" y="483234"/>
                  </a:cubicBezTo>
                  <a:cubicBezTo>
                    <a:pt x="3468582" y="433578"/>
                    <a:pt x="3608790" y="283718"/>
                    <a:pt x="3636095" y="242443"/>
                  </a:cubicBezTo>
                  <a:cubicBezTo>
                    <a:pt x="3665051" y="198501"/>
                    <a:pt x="3635587" y="142494"/>
                    <a:pt x="3583390" y="142494"/>
                  </a:cubicBezTo>
                  <a:close/>
                  <a:moveTo>
                    <a:pt x="389722" y="565403"/>
                  </a:moveTo>
                  <a:cubicBezTo>
                    <a:pt x="354162" y="565403"/>
                    <a:pt x="323555" y="596899"/>
                    <a:pt x="323555" y="633475"/>
                  </a:cubicBezTo>
                  <a:cubicBezTo>
                    <a:pt x="323555" y="657224"/>
                    <a:pt x="328635" y="665225"/>
                    <a:pt x="368513" y="703325"/>
                  </a:cubicBezTo>
                  <a:cubicBezTo>
                    <a:pt x="393278" y="726947"/>
                    <a:pt x="433283" y="759586"/>
                    <a:pt x="457413" y="775715"/>
                  </a:cubicBezTo>
                  <a:cubicBezTo>
                    <a:pt x="487258" y="795654"/>
                    <a:pt x="510753" y="805433"/>
                    <a:pt x="530819" y="805433"/>
                  </a:cubicBezTo>
                  <a:cubicBezTo>
                    <a:pt x="546440" y="805433"/>
                    <a:pt x="559902" y="799464"/>
                    <a:pt x="572602" y="787780"/>
                  </a:cubicBezTo>
                  <a:cubicBezTo>
                    <a:pt x="586572" y="774826"/>
                    <a:pt x="591144" y="763777"/>
                    <a:pt x="591017" y="743711"/>
                  </a:cubicBezTo>
                  <a:cubicBezTo>
                    <a:pt x="590763" y="712723"/>
                    <a:pt x="585175" y="704468"/>
                    <a:pt x="541868" y="671194"/>
                  </a:cubicBezTo>
                  <a:cubicBezTo>
                    <a:pt x="524469" y="657732"/>
                    <a:pt x="488655" y="628522"/>
                    <a:pt x="462493" y="606170"/>
                  </a:cubicBezTo>
                  <a:cubicBezTo>
                    <a:pt x="423885" y="573277"/>
                    <a:pt x="410042" y="565530"/>
                    <a:pt x="389722" y="565530"/>
                  </a:cubicBezTo>
                  <a:close/>
                  <a:moveTo>
                    <a:pt x="2542879" y="640333"/>
                  </a:moveTo>
                  <a:cubicBezTo>
                    <a:pt x="2542625" y="640333"/>
                    <a:pt x="2542244" y="640333"/>
                    <a:pt x="2541990" y="640333"/>
                  </a:cubicBezTo>
                  <a:cubicBezTo>
                    <a:pt x="2521289" y="640587"/>
                    <a:pt x="2491190" y="649477"/>
                    <a:pt x="2439882" y="667003"/>
                  </a:cubicBezTo>
                  <a:cubicBezTo>
                    <a:pt x="2265892" y="726566"/>
                    <a:pt x="2232872" y="747394"/>
                    <a:pt x="2232872" y="797051"/>
                  </a:cubicBezTo>
                  <a:cubicBezTo>
                    <a:pt x="2232872" y="819530"/>
                    <a:pt x="2237063" y="828420"/>
                    <a:pt x="2254589" y="843152"/>
                  </a:cubicBezTo>
                  <a:cubicBezTo>
                    <a:pt x="2268305" y="854709"/>
                    <a:pt x="2279735" y="860424"/>
                    <a:pt x="2294467" y="860424"/>
                  </a:cubicBezTo>
                  <a:cubicBezTo>
                    <a:pt x="2308691" y="860424"/>
                    <a:pt x="2325963" y="855090"/>
                    <a:pt x="2351109" y="844549"/>
                  </a:cubicBezTo>
                  <a:cubicBezTo>
                    <a:pt x="2373334" y="835278"/>
                    <a:pt x="2429341" y="815847"/>
                    <a:pt x="2475823" y="801369"/>
                  </a:cubicBezTo>
                  <a:cubicBezTo>
                    <a:pt x="2541990" y="780795"/>
                    <a:pt x="2565231" y="770127"/>
                    <a:pt x="2583265" y="752093"/>
                  </a:cubicBezTo>
                  <a:cubicBezTo>
                    <a:pt x="2611967" y="723391"/>
                    <a:pt x="2613618" y="695070"/>
                    <a:pt x="2588472" y="665225"/>
                  </a:cubicBezTo>
                  <a:cubicBezTo>
                    <a:pt x="2574502" y="648715"/>
                    <a:pt x="2563199" y="640333"/>
                    <a:pt x="2543006" y="640333"/>
                  </a:cubicBezTo>
                  <a:close/>
                  <a:moveTo>
                    <a:pt x="1189949" y="709548"/>
                  </a:moveTo>
                  <a:cubicBezTo>
                    <a:pt x="1182075" y="709548"/>
                    <a:pt x="1175725" y="711961"/>
                    <a:pt x="1166200" y="716025"/>
                  </a:cubicBezTo>
                  <a:cubicBezTo>
                    <a:pt x="1120607" y="735075"/>
                    <a:pt x="1108288" y="792860"/>
                    <a:pt x="1143086" y="824356"/>
                  </a:cubicBezTo>
                  <a:cubicBezTo>
                    <a:pt x="1155786" y="835786"/>
                    <a:pt x="1278849" y="887348"/>
                    <a:pt x="1362669" y="916177"/>
                  </a:cubicBezTo>
                  <a:cubicBezTo>
                    <a:pt x="1379560" y="922019"/>
                    <a:pt x="1395562" y="924686"/>
                    <a:pt x="1410040" y="924686"/>
                  </a:cubicBezTo>
                  <a:cubicBezTo>
                    <a:pt x="1452458" y="924686"/>
                    <a:pt x="1482049" y="901318"/>
                    <a:pt x="1482049" y="862202"/>
                  </a:cubicBezTo>
                  <a:cubicBezTo>
                    <a:pt x="1482049" y="821562"/>
                    <a:pt x="1460840" y="802131"/>
                    <a:pt x="1391498" y="779525"/>
                  </a:cubicBezTo>
                  <a:cubicBezTo>
                    <a:pt x="1360129" y="769238"/>
                    <a:pt x="1302344" y="748283"/>
                    <a:pt x="1263228" y="732916"/>
                  </a:cubicBezTo>
                  <a:cubicBezTo>
                    <a:pt x="1228557" y="719327"/>
                    <a:pt x="1210650" y="712342"/>
                    <a:pt x="1198204" y="710183"/>
                  </a:cubicBezTo>
                  <a:cubicBezTo>
                    <a:pt x="1195156" y="709675"/>
                    <a:pt x="1192489" y="709421"/>
                    <a:pt x="1189949" y="709421"/>
                  </a:cubicBezTo>
                  <a:close/>
                  <a:moveTo>
                    <a:pt x="1955504" y="800607"/>
                  </a:moveTo>
                  <a:cubicBezTo>
                    <a:pt x="1927691" y="800607"/>
                    <a:pt x="1893655" y="800988"/>
                    <a:pt x="1851999" y="801623"/>
                  </a:cubicBezTo>
                  <a:lnTo>
                    <a:pt x="1658579" y="804417"/>
                  </a:lnTo>
                  <a:lnTo>
                    <a:pt x="1639148" y="825753"/>
                  </a:lnTo>
                  <a:cubicBezTo>
                    <a:pt x="1628480" y="837437"/>
                    <a:pt x="1619717" y="853566"/>
                    <a:pt x="1619717" y="861440"/>
                  </a:cubicBezTo>
                  <a:cubicBezTo>
                    <a:pt x="1619717" y="873505"/>
                    <a:pt x="1637751" y="917066"/>
                    <a:pt x="1642831" y="917447"/>
                  </a:cubicBezTo>
                  <a:cubicBezTo>
                    <a:pt x="1643720" y="917447"/>
                    <a:pt x="1657055" y="922146"/>
                    <a:pt x="1672549" y="927734"/>
                  </a:cubicBezTo>
                  <a:cubicBezTo>
                    <a:pt x="1693885" y="935481"/>
                    <a:pt x="1740367" y="938021"/>
                    <a:pt x="1865207" y="938148"/>
                  </a:cubicBezTo>
                  <a:cubicBezTo>
                    <a:pt x="1873589" y="938148"/>
                    <a:pt x="1881590" y="938148"/>
                    <a:pt x="1889083" y="938148"/>
                  </a:cubicBezTo>
                  <a:cubicBezTo>
                    <a:pt x="2008209" y="938148"/>
                    <a:pt x="2034625" y="935989"/>
                    <a:pt x="2054437" y="926591"/>
                  </a:cubicBezTo>
                  <a:cubicBezTo>
                    <a:pt x="2087457" y="910970"/>
                    <a:pt x="2102571" y="876553"/>
                    <a:pt x="2091394" y="842517"/>
                  </a:cubicBezTo>
                  <a:cubicBezTo>
                    <a:pt x="2080853" y="810513"/>
                    <a:pt x="2073106" y="801623"/>
                    <a:pt x="1978618" y="800607"/>
                  </a:cubicBezTo>
                  <a:cubicBezTo>
                    <a:pt x="1971379" y="800480"/>
                    <a:pt x="1963632" y="800480"/>
                    <a:pt x="1955377" y="800480"/>
                  </a:cubicBezTo>
                  <a:close/>
                  <a:moveTo>
                    <a:pt x="2724743" y="785367"/>
                  </a:moveTo>
                  <a:cubicBezTo>
                    <a:pt x="2696676" y="785367"/>
                    <a:pt x="2650956" y="806068"/>
                    <a:pt x="2583011" y="849502"/>
                  </a:cubicBezTo>
                  <a:cubicBezTo>
                    <a:pt x="2562691" y="862456"/>
                    <a:pt x="2522305" y="884935"/>
                    <a:pt x="2493349" y="899286"/>
                  </a:cubicBezTo>
                  <a:cubicBezTo>
                    <a:pt x="2464393" y="913637"/>
                    <a:pt x="2435056" y="932433"/>
                    <a:pt x="2428325" y="940688"/>
                  </a:cubicBezTo>
                  <a:cubicBezTo>
                    <a:pt x="2403687" y="971422"/>
                    <a:pt x="2417911" y="1029588"/>
                    <a:pt x="2453598" y="1043939"/>
                  </a:cubicBezTo>
                  <a:cubicBezTo>
                    <a:pt x="2461853" y="1047241"/>
                    <a:pt x="2475188" y="1050162"/>
                    <a:pt x="2482935" y="1050416"/>
                  </a:cubicBezTo>
                  <a:cubicBezTo>
                    <a:pt x="2483062" y="1050416"/>
                    <a:pt x="2483190" y="1050416"/>
                    <a:pt x="2483316" y="1050416"/>
                  </a:cubicBezTo>
                  <a:cubicBezTo>
                    <a:pt x="2503255" y="1050416"/>
                    <a:pt x="2588472" y="1009014"/>
                    <a:pt x="2648797" y="969898"/>
                  </a:cubicBezTo>
                  <a:cubicBezTo>
                    <a:pt x="2675848" y="952372"/>
                    <a:pt x="2713440" y="930274"/>
                    <a:pt x="2732490" y="920622"/>
                  </a:cubicBezTo>
                  <a:cubicBezTo>
                    <a:pt x="2751540" y="910970"/>
                    <a:pt x="2771987" y="895984"/>
                    <a:pt x="2778083" y="887348"/>
                  </a:cubicBezTo>
                  <a:cubicBezTo>
                    <a:pt x="2805134" y="848740"/>
                    <a:pt x="2780242" y="793241"/>
                    <a:pt x="2732236" y="785621"/>
                  </a:cubicBezTo>
                  <a:cubicBezTo>
                    <a:pt x="2729823" y="785240"/>
                    <a:pt x="2727410" y="785113"/>
                    <a:pt x="2724743" y="785113"/>
                  </a:cubicBezTo>
                  <a:close/>
                  <a:moveTo>
                    <a:pt x="762340" y="818260"/>
                  </a:moveTo>
                  <a:cubicBezTo>
                    <a:pt x="760181" y="818260"/>
                    <a:pt x="758022" y="818387"/>
                    <a:pt x="755736" y="818514"/>
                  </a:cubicBezTo>
                  <a:cubicBezTo>
                    <a:pt x="738210" y="819911"/>
                    <a:pt x="717255" y="826515"/>
                    <a:pt x="705317" y="836548"/>
                  </a:cubicBezTo>
                  <a:cubicBezTo>
                    <a:pt x="662518" y="872616"/>
                    <a:pt x="673567" y="926210"/>
                    <a:pt x="729193" y="952245"/>
                  </a:cubicBezTo>
                  <a:cubicBezTo>
                    <a:pt x="746338" y="960246"/>
                    <a:pt x="762086" y="966850"/>
                    <a:pt x="764499" y="966850"/>
                  </a:cubicBezTo>
                  <a:cubicBezTo>
                    <a:pt x="766912" y="966850"/>
                    <a:pt x="851621" y="1007871"/>
                    <a:pt x="952967" y="1057909"/>
                  </a:cubicBezTo>
                  <a:cubicBezTo>
                    <a:pt x="1142070" y="1151381"/>
                    <a:pt x="1217127" y="1181353"/>
                    <a:pt x="1287358" y="1191640"/>
                  </a:cubicBezTo>
                  <a:cubicBezTo>
                    <a:pt x="1309456" y="1194815"/>
                    <a:pt x="1348699" y="1197863"/>
                    <a:pt x="1374480" y="1198371"/>
                  </a:cubicBezTo>
                  <a:cubicBezTo>
                    <a:pt x="1378798" y="1198498"/>
                    <a:pt x="1382608" y="1198498"/>
                    <a:pt x="1386291" y="1198498"/>
                  </a:cubicBezTo>
                  <a:cubicBezTo>
                    <a:pt x="1417152" y="1198498"/>
                    <a:pt x="1426296" y="1195196"/>
                    <a:pt x="1442679" y="1181480"/>
                  </a:cubicBezTo>
                  <a:cubicBezTo>
                    <a:pt x="1468206" y="1160017"/>
                    <a:pt x="1476461" y="1129410"/>
                    <a:pt x="1463634" y="1103248"/>
                  </a:cubicBezTo>
                  <a:cubicBezTo>
                    <a:pt x="1446997" y="1069339"/>
                    <a:pt x="1423375" y="1058290"/>
                    <a:pt x="1344762" y="1048003"/>
                  </a:cubicBezTo>
                  <a:cubicBezTo>
                    <a:pt x="1246337" y="1035049"/>
                    <a:pt x="1149817" y="998727"/>
                    <a:pt x="933028" y="893063"/>
                  </a:cubicBezTo>
                  <a:cubicBezTo>
                    <a:pt x="882609" y="868552"/>
                    <a:pt x="829650" y="844676"/>
                    <a:pt x="815172" y="840104"/>
                  </a:cubicBezTo>
                  <a:cubicBezTo>
                    <a:pt x="800694" y="835532"/>
                    <a:pt x="786978" y="828801"/>
                    <a:pt x="784819" y="825245"/>
                  </a:cubicBezTo>
                  <a:cubicBezTo>
                    <a:pt x="782660" y="821816"/>
                    <a:pt x="777961" y="819657"/>
                    <a:pt x="771865" y="818641"/>
                  </a:cubicBezTo>
                  <a:cubicBezTo>
                    <a:pt x="769071" y="818133"/>
                    <a:pt x="765896" y="818006"/>
                    <a:pt x="762594" y="818006"/>
                  </a:cubicBezTo>
                  <a:close/>
                  <a:moveTo>
                    <a:pt x="2199725" y="1051432"/>
                  </a:moveTo>
                  <a:cubicBezTo>
                    <a:pt x="2185882" y="1051432"/>
                    <a:pt x="2131272" y="1065402"/>
                    <a:pt x="2078441" y="1082420"/>
                  </a:cubicBezTo>
                  <a:cubicBezTo>
                    <a:pt x="1972904" y="1116456"/>
                    <a:pt x="1918421" y="1127632"/>
                    <a:pt x="1828759" y="1127632"/>
                  </a:cubicBezTo>
                  <a:cubicBezTo>
                    <a:pt x="1807041" y="1127632"/>
                    <a:pt x="1783166" y="1126997"/>
                    <a:pt x="1755988" y="1125854"/>
                  </a:cubicBezTo>
                  <a:cubicBezTo>
                    <a:pt x="1728683" y="1124711"/>
                    <a:pt x="1706204" y="1123949"/>
                    <a:pt x="1687662" y="1123949"/>
                  </a:cubicBezTo>
                  <a:cubicBezTo>
                    <a:pt x="1619463" y="1123949"/>
                    <a:pt x="1603969" y="1133474"/>
                    <a:pt x="1587586" y="1165097"/>
                  </a:cubicBezTo>
                  <a:cubicBezTo>
                    <a:pt x="1567520" y="1203959"/>
                    <a:pt x="1583776" y="1244091"/>
                    <a:pt x="1626956" y="1262379"/>
                  </a:cubicBezTo>
                  <a:cubicBezTo>
                    <a:pt x="1635465" y="1265935"/>
                    <a:pt x="1675343" y="1267840"/>
                    <a:pt x="1737700" y="1267840"/>
                  </a:cubicBezTo>
                  <a:cubicBezTo>
                    <a:pt x="1756369" y="1267840"/>
                    <a:pt x="1777070" y="1267713"/>
                    <a:pt x="1799422" y="1267332"/>
                  </a:cubicBezTo>
                  <a:cubicBezTo>
                    <a:pt x="1971760" y="1264665"/>
                    <a:pt x="1987128" y="1261744"/>
                    <a:pt x="2161498" y="1197736"/>
                  </a:cubicBezTo>
                  <a:cubicBezTo>
                    <a:pt x="2227411" y="1173479"/>
                    <a:pt x="2244048" y="1164462"/>
                    <a:pt x="2255097" y="1146809"/>
                  </a:cubicBezTo>
                  <a:cubicBezTo>
                    <a:pt x="2281641" y="1104391"/>
                    <a:pt x="2250906" y="1051432"/>
                    <a:pt x="2199725" y="1051432"/>
                  </a:cubicBezTo>
                  <a:close/>
                </a:path>
              </a:pathLst>
            </a:custGeom>
            <a:solidFill>
              <a:srgbClr val="FFC26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877992" y="-63503"/>
            <a:ext cx="4473512" cy="3555997"/>
            <a:chOff x="0" y="0"/>
            <a:chExt cx="4473512" cy="355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979883" y="63500"/>
              <a:ext cx="3429051" cy="3429000"/>
            </a:xfrm>
            <a:custGeom>
              <a:avLst/>
              <a:gdLst/>
              <a:ahLst/>
              <a:cxnLst/>
              <a:rect r="r" b="b" t="t" l="l"/>
              <a:pathLst>
                <a:path h="3429000" w="3429051">
                  <a:moveTo>
                    <a:pt x="49" y="0"/>
                  </a:moveTo>
                  <a:lnTo>
                    <a:pt x="3429051" y="0"/>
                  </a:lnTo>
                  <a:lnTo>
                    <a:pt x="3429051" y="3429000"/>
                  </a:lnTo>
                  <a:cubicBezTo>
                    <a:pt x="3429051" y="3429000"/>
                    <a:pt x="2451786" y="3302127"/>
                    <a:pt x="2540940" y="2678049"/>
                  </a:cubicBezTo>
                  <a:cubicBezTo>
                    <a:pt x="2541575" y="2671826"/>
                    <a:pt x="2542972" y="2664968"/>
                    <a:pt x="2543734" y="2658872"/>
                  </a:cubicBezTo>
                  <a:cubicBezTo>
                    <a:pt x="2569769" y="2453132"/>
                    <a:pt x="2520366" y="2252853"/>
                    <a:pt x="2416226" y="2086864"/>
                  </a:cubicBezTo>
                  <a:cubicBezTo>
                    <a:pt x="2238552" y="1805051"/>
                    <a:pt x="2303069" y="1433322"/>
                    <a:pt x="2559609" y="1220724"/>
                  </a:cubicBezTo>
                  <a:lnTo>
                    <a:pt x="2847010" y="982091"/>
                  </a:lnTo>
                  <a:cubicBezTo>
                    <a:pt x="2934766" y="908685"/>
                    <a:pt x="2955341" y="783844"/>
                    <a:pt x="2898445" y="684403"/>
                  </a:cubicBezTo>
                  <a:cubicBezTo>
                    <a:pt x="2897810" y="683768"/>
                    <a:pt x="2897810" y="683006"/>
                    <a:pt x="2897047" y="682371"/>
                  </a:cubicBezTo>
                  <a:cubicBezTo>
                    <a:pt x="2675560" y="289433"/>
                    <a:pt x="2005507" y="572643"/>
                    <a:pt x="2005507" y="572643"/>
                  </a:cubicBezTo>
                  <a:cubicBezTo>
                    <a:pt x="2005507" y="572643"/>
                    <a:pt x="850442" y="1042416"/>
                    <a:pt x="216076" y="277749"/>
                  </a:cubicBezTo>
                  <a:cubicBezTo>
                    <a:pt x="-8968" y="6223"/>
                    <a:pt x="49" y="0"/>
                    <a:pt x="49" y="0"/>
                  </a:cubicBezTo>
                  <a:close/>
                </a:path>
              </a:pathLst>
            </a:custGeom>
            <a:solidFill>
              <a:srgbClr val="FFB4C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67" y="70612"/>
              <a:ext cx="4346638" cy="2543937"/>
            </a:xfrm>
            <a:custGeom>
              <a:avLst/>
              <a:gdLst/>
              <a:ahLst/>
              <a:cxnLst/>
              <a:rect r="r" b="b" t="t" l="l"/>
              <a:pathLst>
                <a:path h="2543937" w="4346638">
                  <a:moveTo>
                    <a:pt x="49082" y="0"/>
                  </a:moveTo>
                  <a:cubicBezTo>
                    <a:pt x="-13529" y="0"/>
                    <a:pt x="-5528" y="5588"/>
                    <a:pt x="14665" y="80899"/>
                  </a:cubicBezTo>
                  <a:cubicBezTo>
                    <a:pt x="43621" y="189230"/>
                    <a:pt x="69656" y="231394"/>
                    <a:pt x="187639" y="362204"/>
                  </a:cubicBezTo>
                  <a:cubicBezTo>
                    <a:pt x="225993" y="404749"/>
                    <a:pt x="251266" y="422910"/>
                    <a:pt x="278317" y="422910"/>
                  </a:cubicBezTo>
                  <a:cubicBezTo>
                    <a:pt x="289239" y="422910"/>
                    <a:pt x="300542" y="419989"/>
                    <a:pt x="312988" y="414401"/>
                  </a:cubicBezTo>
                  <a:cubicBezTo>
                    <a:pt x="347532" y="399034"/>
                    <a:pt x="372297" y="361442"/>
                    <a:pt x="371916" y="324866"/>
                  </a:cubicBezTo>
                  <a:cubicBezTo>
                    <a:pt x="371662" y="295402"/>
                    <a:pt x="349564" y="259842"/>
                    <a:pt x="291906" y="196215"/>
                  </a:cubicBezTo>
                  <a:cubicBezTo>
                    <a:pt x="236026" y="134493"/>
                    <a:pt x="200085" y="77597"/>
                    <a:pt x="185099" y="26670"/>
                  </a:cubicBezTo>
                  <a:lnTo>
                    <a:pt x="177352" y="254"/>
                  </a:lnTo>
                  <a:lnTo>
                    <a:pt x="87944" y="254"/>
                  </a:lnTo>
                  <a:cubicBezTo>
                    <a:pt x="72704" y="254"/>
                    <a:pt x="59877" y="127"/>
                    <a:pt x="49082" y="127"/>
                  </a:cubicBezTo>
                  <a:close/>
                  <a:moveTo>
                    <a:pt x="555558" y="473837"/>
                  </a:moveTo>
                  <a:cubicBezTo>
                    <a:pt x="554669" y="473837"/>
                    <a:pt x="553780" y="473837"/>
                    <a:pt x="552891" y="473837"/>
                  </a:cubicBezTo>
                  <a:cubicBezTo>
                    <a:pt x="522157" y="474726"/>
                    <a:pt x="490788" y="490347"/>
                    <a:pt x="476564" y="516890"/>
                  </a:cubicBezTo>
                  <a:cubicBezTo>
                    <a:pt x="455609" y="555879"/>
                    <a:pt x="465134" y="593217"/>
                    <a:pt x="504631" y="626364"/>
                  </a:cubicBezTo>
                  <a:cubicBezTo>
                    <a:pt x="516188" y="636143"/>
                    <a:pt x="561654" y="676402"/>
                    <a:pt x="605850" y="715899"/>
                  </a:cubicBezTo>
                  <a:cubicBezTo>
                    <a:pt x="737168" y="833501"/>
                    <a:pt x="783523" y="869315"/>
                    <a:pt x="824671" y="869315"/>
                  </a:cubicBezTo>
                  <a:cubicBezTo>
                    <a:pt x="835974" y="869315"/>
                    <a:pt x="846896" y="866648"/>
                    <a:pt x="859088" y="862203"/>
                  </a:cubicBezTo>
                  <a:cubicBezTo>
                    <a:pt x="890965" y="850519"/>
                    <a:pt x="904427" y="837311"/>
                    <a:pt x="916492" y="805815"/>
                  </a:cubicBezTo>
                  <a:cubicBezTo>
                    <a:pt x="924621" y="784479"/>
                    <a:pt x="925255" y="774700"/>
                    <a:pt x="919668" y="753872"/>
                  </a:cubicBezTo>
                  <a:cubicBezTo>
                    <a:pt x="911793" y="724662"/>
                    <a:pt x="917635" y="729869"/>
                    <a:pt x="742756" y="595757"/>
                  </a:cubicBezTo>
                  <a:cubicBezTo>
                    <a:pt x="674684" y="543560"/>
                    <a:pt x="612200" y="495554"/>
                    <a:pt x="603691" y="488950"/>
                  </a:cubicBezTo>
                  <a:cubicBezTo>
                    <a:pt x="590229" y="478536"/>
                    <a:pt x="573084" y="473710"/>
                    <a:pt x="555558" y="473710"/>
                  </a:cubicBezTo>
                  <a:close/>
                  <a:moveTo>
                    <a:pt x="1172398" y="848233"/>
                  </a:moveTo>
                  <a:cubicBezTo>
                    <a:pt x="1107755" y="848233"/>
                    <a:pt x="1090483" y="855980"/>
                    <a:pt x="1072194" y="877697"/>
                  </a:cubicBezTo>
                  <a:cubicBezTo>
                    <a:pt x="1042350" y="913257"/>
                    <a:pt x="1043492" y="956818"/>
                    <a:pt x="1075369" y="988568"/>
                  </a:cubicBezTo>
                  <a:cubicBezTo>
                    <a:pt x="1095181" y="1008380"/>
                    <a:pt x="1098991" y="1009396"/>
                    <a:pt x="1196147" y="1020318"/>
                  </a:cubicBezTo>
                  <a:cubicBezTo>
                    <a:pt x="1230310" y="1024128"/>
                    <a:pt x="1288476" y="1031367"/>
                    <a:pt x="1325433" y="1036193"/>
                  </a:cubicBezTo>
                  <a:cubicBezTo>
                    <a:pt x="1366073" y="1041527"/>
                    <a:pt x="1389949" y="1044321"/>
                    <a:pt x="1406205" y="1044321"/>
                  </a:cubicBezTo>
                  <a:cubicBezTo>
                    <a:pt x="1424493" y="1044321"/>
                    <a:pt x="1433129" y="1040765"/>
                    <a:pt x="1445194" y="1033399"/>
                  </a:cubicBezTo>
                  <a:cubicBezTo>
                    <a:pt x="1508313" y="994918"/>
                    <a:pt x="1502344" y="905637"/>
                    <a:pt x="1434399" y="871855"/>
                  </a:cubicBezTo>
                  <a:cubicBezTo>
                    <a:pt x="1408110" y="858774"/>
                    <a:pt x="1391854" y="856742"/>
                    <a:pt x="1271839" y="851154"/>
                  </a:cubicBezTo>
                  <a:cubicBezTo>
                    <a:pt x="1234120" y="849376"/>
                    <a:pt x="1204402" y="848360"/>
                    <a:pt x="1180653" y="848106"/>
                  </a:cubicBezTo>
                  <a:cubicBezTo>
                    <a:pt x="1177859" y="848106"/>
                    <a:pt x="1175192" y="848106"/>
                    <a:pt x="1172525" y="848106"/>
                  </a:cubicBezTo>
                  <a:close/>
                  <a:moveTo>
                    <a:pt x="1626550" y="1039495"/>
                  </a:moveTo>
                  <a:cubicBezTo>
                    <a:pt x="1609024" y="1039495"/>
                    <a:pt x="1591625" y="1043686"/>
                    <a:pt x="1579052" y="1052322"/>
                  </a:cubicBezTo>
                  <a:cubicBezTo>
                    <a:pt x="1537142" y="1080770"/>
                    <a:pt x="1531173" y="1137666"/>
                    <a:pt x="1565844" y="1177290"/>
                  </a:cubicBezTo>
                  <a:cubicBezTo>
                    <a:pt x="1587180" y="1201801"/>
                    <a:pt x="1652839" y="1307846"/>
                    <a:pt x="1693606" y="1383919"/>
                  </a:cubicBezTo>
                  <a:cubicBezTo>
                    <a:pt x="1726626" y="1445641"/>
                    <a:pt x="1741485" y="1464691"/>
                    <a:pt x="1766631" y="1477772"/>
                  </a:cubicBezTo>
                  <a:cubicBezTo>
                    <a:pt x="1776664" y="1482979"/>
                    <a:pt x="1794952" y="1485900"/>
                    <a:pt x="1811716" y="1485900"/>
                  </a:cubicBezTo>
                  <a:cubicBezTo>
                    <a:pt x="1822638" y="1485900"/>
                    <a:pt x="1832925" y="1484630"/>
                    <a:pt x="1840037" y="1482090"/>
                  </a:cubicBezTo>
                  <a:cubicBezTo>
                    <a:pt x="1854515" y="1476756"/>
                    <a:pt x="1877629" y="1454023"/>
                    <a:pt x="1887281" y="1435481"/>
                  </a:cubicBezTo>
                  <a:cubicBezTo>
                    <a:pt x="1900235" y="1410589"/>
                    <a:pt x="1897822" y="1375537"/>
                    <a:pt x="1880550" y="1338453"/>
                  </a:cubicBezTo>
                  <a:cubicBezTo>
                    <a:pt x="1849181" y="1271016"/>
                    <a:pt x="1717482" y="1084580"/>
                    <a:pt x="1680906" y="1055878"/>
                  </a:cubicBezTo>
                  <a:cubicBezTo>
                    <a:pt x="1667952" y="1045718"/>
                    <a:pt x="1649283" y="1040130"/>
                    <a:pt x="1630487" y="1039495"/>
                  </a:cubicBezTo>
                  <a:cubicBezTo>
                    <a:pt x="1629217" y="1039495"/>
                    <a:pt x="1627947" y="1039368"/>
                    <a:pt x="1626677" y="1039368"/>
                  </a:cubicBezTo>
                  <a:close/>
                  <a:moveTo>
                    <a:pt x="719515" y="127"/>
                  </a:moveTo>
                  <a:lnTo>
                    <a:pt x="730691" y="18923"/>
                  </a:lnTo>
                  <a:cubicBezTo>
                    <a:pt x="753424" y="57531"/>
                    <a:pt x="835085" y="154559"/>
                    <a:pt x="899474" y="219837"/>
                  </a:cubicBezTo>
                  <a:cubicBezTo>
                    <a:pt x="1013647" y="335407"/>
                    <a:pt x="1098229" y="397510"/>
                    <a:pt x="1236406" y="466852"/>
                  </a:cubicBezTo>
                  <a:cubicBezTo>
                    <a:pt x="1340038" y="518922"/>
                    <a:pt x="1421953" y="548132"/>
                    <a:pt x="1559367" y="582041"/>
                  </a:cubicBezTo>
                  <a:cubicBezTo>
                    <a:pt x="1751772" y="629412"/>
                    <a:pt x="1806128" y="657352"/>
                    <a:pt x="1883217" y="748157"/>
                  </a:cubicBezTo>
                  <a:cubicBezTo>
                    <a:pt x="1943669" y="819404"/>
                    <a:pt x="1960433" y="847344"/>
                    <a:pt x="2023425" y="982599"/>
                  </a:cubicBezTo>
                  <a:cubicBezTo>
                    <a:pt x="2084893" y="1114679"/>
                    <a:pt x="2117024" y="1173353"/>
                    <a:pt x="2159315" y="1231646"/>
                  </a:cubicBezTo>
                  <a:cubicBezTo>
                    <a:pt x="2308667" y="1437005"/>
                    <a:pt x="2660076" y="1586230"/>
                    <a:pt x="3096321" y="1629410"/>
                  </a:cubicBezTo>
                  <a:cubicBezTo>
                    <a:pt x="3196525" y="1639316"/>
                    <a:pt x="3510469" y="1654556"/>
                    <a:pt x="3615370" y="1654683"/>
                  </a:cubicBezTo>
                  <a:cubicBezTo>
                    <a:pt x="3821873" y="1654810"/>
                    <a:pt x="3966653" y="1669796"/>
                    <a:pt x="4103305" y="1705229"/>
                  </a:cubicBezTo>
                  <a:cubicBezTo>
                    <a:pt x="4173028" y="1723263"/>
                    <a:pt x="4319205" y="1775206"/>
                    <a:pt x="4330762" y="1786001"/>
                  </a:cubicBezTo>
                  <a:cubicBezTo>
                    <a:pt x="4334064" y="1789049"/>
                    <a:pt x="4338890" y="1791462"/>
                    <a:pt x="4341684" y="1791462"/>
                  </a:cubicBezTo>
                  <a:cubicBezTo>
                    <a:pt x="4344478" y="1791462"/>
                    <a:pt x="4346637" y="1745742"/>
                    <a:pt x="4346637" y="1689735"/>
                  </a:cubicBezTo>
                  <a:lnTo>
                    <a:pt x="4346637" y="1688846"/>
                  </a:lnTo>
                  <a:cubicBezTo>
                    <a:pt x="4346637" y="1598168"/>
                    <a:pt x="4345494" y="1586992"/>
                    <a:pt x="4335715" y="1583055"/>
                  </a:cubicBezTo>
                  <a:cubicBezTo>
                    <a:pt x="4295202" y="1566545"/>
                    <a:pt x="4189157" y="1533144"/>
                    <a:pt x="4128959" y="1518031"/>
                  </a:cubicBezTo>
                  <a:cubicBezTo>
                    <a:pt x="3982528" y="1481328"/>
                    <a:pt x="3875975" y="1470660"/>
                    <a:pt x="3600257" y="1464945"/>
                  </a:cubicBezTo>
                  <a:cubicBezTo>
                    <a:pt x="3224973" y="1457325"/>
                    <a:pt x="3007421" y="1437894"/>
                    <a:pt x="2832161" y="1396365"/>
                  </a:cubicBezTo>
                  <a:cubicBezTo>
                    <a:pt x="2629977" y="1348486"/>
                    <a:pt x="2427793" y="1250696"/>
                    <a:pt x="2345751" y="1160780"/>
                  </a:cubicBezTo>
                  <a:cubicBezTo>
                    <a:pt x="2289109" y="1098804"/>
                    <a:pt x="2280092" y="1082548"/>
                    <a:pt x="2147250" y="804164"/>
                  </a:cubicBezTo>
                  <a:cubicBezTo>
                    <a:pt x="2097847" y="700659"/>
                    <a:pt x="1982912" y="564769"/>
                    <a:pt x="1895282" y="506476"/>
                  </a:cubicBezTo>
                  <a:cubicBezTo>
                    <a:pt x="1825178" y="459867"/>
                    <a:pt x="1751518" y="433578"/>
                    <a:pt x="1572575" y="391795"/>
                  </a:cubicBezTo>
                  <a:cubicBezTo>
                    <a:pt x="1493073" y="373126"/>
                    <a:pt x="1367343" y="324993"/>
                    <a:pt x="1289491" y="283083"/>
                  </a:cubicBezTo>
                  <a:cubicBezTo>
                    <a:pt x="1182430" y="225679"/>
                    <a:pt x="1101658" y="160782"/>
                    <a:pt x="992692" y="44704"/>
                  </a:cubicBezTo>
                  <a:lnTo>
                    <a:pt x="950782" y="127"/>
                  </a:lnTo>
                  <a:close/>
                  <a:moveTo>
                    <a:pt x="2179000" y="1549527"/>
                  </a:moveTo>
                  <a:cubicBezTo>
                    <a:pt x="2178365" y="1549527"/>
                    <a:pt x="2177857" y="1549527"/>
                    <a:pt x="2177222" y="1549527"/>
                  </a:cubicBezTo>
                  <a:cubicBezTo>
                    <a:pt x="2166300" y="1549781"/>
                    <a:pt x="2154870" y="1552702"/>
                    <a:pt x="2142551" y="1557909"/>
                  </a:cubicBezTo>
                  <a:cubicBezTo>
                    <a:pt x="2115500" y="1569212"/>
                    <a:pt x="2096069" y="1600581"/>
                    <a:pt x="2095942" y="1632712"/>
                  </a:cubicBezTo>
                  <a:cubicBezTo>
                    <a:pt x="2095942" y="1659509"/>
                    <a:pt x="2128581" y="1712976"/>
                    <a:pt x="2198558" y="1800860"/>
                  </a:cubicBezTo>
                  <a:cubicBezTo>
                    <a:pt x="2293935" y="1920494"/>
                    <a:pt x="2343465" y="1963928"/>
                    <a:pt x="2393630" y="1963928"/>
                  </a:cubicBezTo>
                  <a:cubicBezTo>
                    <a:pt x="2403536" y="1963928"/>
                    <a:pt x="2413315" y="1962277"/>
                    <a:pt x="2423602" y="1959102"/>
                  </a:cubicBezTo>
                  <a:cubicBezTo>
                    <a:pt x="2450780" y="1950847"/>
                    <a:pt x="2480244" y="1919732"/>
                    <a:pt x="2485070" y="1894332"/>
                  </a:cubicBezTo>
                  <a:cubicBezTo>
                    <a:pt x="2492817" y="1853057"/>
                    <a:pt x="2484308" y="1838960"/>
                    <a:pt x="2400996" y="1755140"/>
                  </a:cubicBezTo>
                  <a:cubicBezTo>
                    <a:pt x="2357181" y="1711071"/>
                    <a:pt x="2303841" y="1652905"/>
                    <a:pt x="2282505" y="1625981"/>
                  </a:cubicBezTo>
                  <a:cubicBezTo>
                    <a:pt x="2240087" y="1572387"/>
                    <a:pt x="2211131" y="1549527"/>
                    <a:pt x="2178873" y="1549527"/>
                  </a:cubicBezTo>
                  <a:close/>
                  <a:moveTo>
                    <a:pt x="2650678" y="1950212"/>
                  </a:moveTo>
                  <a:cubicBezTo>
                    <a:pt x="2620198" y="1950212"/>
                    <a:pt x="2600513" y="1959864"/>
                    <a:pt x="2581590" y="1981581"/>
                  </a:cubicBezTo>
                  <a:cubicBezTo>
                    <a:pt x="2566604" y="1998726"/>
                    <a:pt x="2562413" y="2009267"/>
                    <a:pt x="2562413" y="2029714"/>
                  </a:cubicBezTo>
                  <a:cubicBezTo>
                    <a:pt x="2562413" y="2061083"/>
                    <a:pt x="2579812" y="2092325"/>
                    <a:pt x="2604069" y="2104517"/>
                  </a:cubicBezTo>
                  <a:cubicBezTo>
                    <a:pt x="2627310" y="2116201"/>
                    <a:pt x="2717734" y="2136648"/>
                    <a:pt x="2801808" y="2149348"/>
                  </a:cubicBezTo>
                  <a:cubicBezTo>
                    <a:pt x="2839400" y="2154936"/>
                    <a:pt x="2886009" y="2163572"/>
                    <a:pt x="2905313" y="2168398"/>
                  </a:cubicBezTo>
                  <a:cubicBezTo>
                    <a:pt x="2926903" y="2173859"/>
                    <a:pt x="2944810" y="2176526"/>
                    <a:pt x="2960177" y="2176526"/>
                  </a:cubicBezTo>
                  <a:cubicBezTo>
                    <a:pt x="2975544" y="2176526"/>
                    <a:pt x="2988625" y="2173859"/>
                    <a:pt x="3000817" y="2168398"/>
                  </a:cubicBezTo>
                  <a:cubicBezTo>
                    <a:pt x="3032313" y="2154428"/>
                    <a:pt x="3048950" y="2131187"/>
                    <a:pt x="3052252" y="2096516"/>
                  </a:cubicBezTo>
                  <a:cubicBezTo>
                    <a:pt x="3059872" y="2017141"/>
                    <a:pt x="2990911" y="1981200"/>
                    <a:pt x="2808031" y="1969135"/>
                  </a:cubicBezTo>
                  <a:cubicBezTo>
                    <a:pt x="2773868" y="1966849"/>
                    <a:pt x="2724338" y="1960880"/>
                    <a:pt x="2698049" y="1955673"/>
                  </a:cubicBezTo>
                  <a:cubicBezTo>
                    <a:pt x="2682936" y="1952752"/>
                    <a:pt x="2669855" y="1950974"/>
                    <a:pt x="2658298" y="1950466"/>
                  </a:cubicBezTo>
                  <a:cubicBezTo>
                    <a:pt x="2655758" y="1950339"/>
                    <a:pt x="2653218" y="1950339"/>
                    <a:pt x="2650805" y="1950339"/>
                  </a:cubicBezTo>
                  <a:close/>
                  <a:moveTo>
                    <a:pt x="3590224" y="2001012"/>
                  </a:moveTo>
                  <a:cubicBezTo>
                    <a:pt x="3590098" y="2001012"/>
                    <a:pt x="3589970" y="2001012"/>
                    <a:pt x="3589843" y="2001012"/>
                  </a:cubicBezTo>
                  <a:cubicBezTo>
                    <a:pt x="3547680" y="2001139"/>
                    <a:pt x="3341305" y="2039366"/>
                    <a:pt x="3311332" y="2052574"/>
                  </a:cubicBezTo>
                  <a:cubicBezTo>
                    <a:pt x="3242880" y="2082800"/>
                    <a:pt x="3234117" y="2175891"/>
                    <a:pt x="3296728" y="2209546"/>
                  </a:cubicBezTo>
                  <a:cubicBezTo>
                    <a:pt x="3310062" y="2216658"/>
                    <a:pt x="3325430" y="2220468"/>
                    <a:pt x="3339273" y="2220468"/>
                  </a:cubicBezTo>
                  <a:cubicBezTo>
                    <a:pt x="3349687" y="2220468"/>
                    <a:pt x="3359212" y="2218436"/>
                    <a:pt x="3366450" y="2214118"/>
                  </a:cubicBezTo>
                  <a:cubicBezTo>
                    <a:pt x="3372547" y="2210562"/>
                    <a:pt x="3428173" y="2202307"/>
                    <a:pt x="3490022" y="2195576"/>
                  </a:cubicBezTo>
                  <a:cubicBezTo>
                    <a:pt x="3565332" y="2187448"/>
                    <a:pt x="3611433" y="2179574"/>
                    <a:pt x="3629594" y="2171573"/>
                  </a:cubicBezTo>
                  <a:cubicBezTo>
                    <a:pt x="3717987" y="2132457"/>
                    <a:pt x="3687253" y="2001139"/>
                    <a:pt x="3590098" y="2001139"/>
                  </a:cubicBezTo>
                  <a:close/>
                  <a:moveTo>
                    <a:pt x="283905" y="127"/>
                  </a:moveTo>
                  <a:lnTo>
                    <a:pt x="296351" y="20320"/>
                  </a:lnTo>
                  <a:cubicBezTo>
                    <a:pt x="303209" y="31496"/>
                    <a:pt x="323275" y="65786"/>
                    <a:pt x="340928" y="96520"/>
                  </a:cubicBezTo>
                  <a:cubicBezTo>
                    <a:pt x="389188" y="180467"/>
                    <a:pt x="414842" y="212090"/>
                    <a:pt x="517585" y="314325"/>
                  </a:cubicBezTo>
                  <a:cubicBezTo>
                    <a:pt x="622614" y="418719"/>
                    <a:pt x="678494" y="465201"/>
                    <a:pt x="801176" y="550164"/>
                  </a:cubicBezTo>
                  <a:cubicBezTo>
                    <a:pt x="962720" y="662051"/>
                    <a:pt x="981263" y="669798"/>
                    <a:pt x="1242756" y="734441"/>
                  </a:cubicBezTo>
                  <a:cubicBezTo>
                    <a:pt x="1464625" y="789305"/>
                    <a:pt x="1510980" y="808101"/>
                    <a:pt x="1600642" y="878967"/>
                  </a:cubicBezTo>
                  <a:cubicBezTo>
                    <a:pt x="1697670" y="955675"/>
                    <a:pt x="1752915" y="1033399"/>
                    <a:pt x="1849562" y="1228471"/>
                  </a:cubicBezTo>
                  <a:cubicBezTo>
                    <a:pt x="1928175" y="1387221"/>
                    <a:pt x="2011995" y="1503426"/>
                    <a:pt x="2141408" y="1632966"/>
                  </a:cubicBezTo>
                  <a:cubicBezTo>
                    <a:pt x="2251263" y="1742948"/>
                    <a:pt x="2352609" y="1808353"/>
                    <a:pt x="2482022" y="1852803"/>
                  </a:cubicBezTo>
                  <a:cubicBezTo>
                    <a:pt x="2608514" y="1896237"/>
                    <a:pt x="2721544" y="1913128"/>
                    <a:pt x="2947096" y="1922018"/>
                  </a:cubicBezTo>
                  <a:cubicBezTo>
                    <a:pt x="3120959" y="1928876"/>
                    <a:pt x="3248722" y="1938147"/>
                    <a:pt x="3329620" y="1949831"/>
                  </a:cubicBezTo>
                  <a:cubicBezTo>
                    <a:pt x="3363783" y="1954784"/>
                    <a:pt x="3428173" y="1961642"/>
                    <a:pt x="3472623" y="1965325"/>
                  </a:cubicBezTo>
                  <a:cubicBezTo>
                    <a:pt x="3556697" y="1972056"/>
                    <a:pt x="3690174" y="1991741"/>
                    <a:pt x="3839653" y="2019300"/>
                  </a:cubicBezTo>
                  <a:cubicBezTo>
                    <a:pt x="3992180" y="2047367"/>
                    <a:pt x="4048441" y="2065274"/>
                    <a:pt x="4159693" y="2120519"/>
                  </a:cubicBezTo>
                  <a:cubicBezTo>
                    <a:pt x="4229416" y="2155190"/>
                    <a:pt x="4270183" y="2182495"/>
                    <a:pt x="4317046" y="2225929"/>
                  </a:cubicBezTo>
                  <a:lnTo>
                    <a:pt x="4346637" y="2253361"/>
                  </a:lnTo>
                  <a:lnTo>
                    <a:pt x="4346637" y="2009267"/>
                  </a:lnTo>
                  <a:lnTo>
                    <a:pt x="4320221" y="1992503"/>
                  </a:lnTo>
                  <a:cubicBezTo>
                    <a:pt x="4275771" y="1964309"/>
                    <a:pt x="4147120" y="1905000"/>
                    <a:pt x="4086287" y="1884680"/>
                  </a:cubicBezTo>
                  <a:cubicBezTo>
                    <a:pt x="4025835" y="1864487"/>
                    <a:pt x="3903534" y="1837309"/>
                    <a:pt x="3793044" y="1819783"/>
                  </a:cubicBezTo>
                  <a:cubicBezTo>
                    <a:pt x="3757103" y="1814068"/>
                    <a:pt x="3694111" y="1803908"/>
                    <a:pt x="3653089" y="1797304"/>
                  </a:cubicBezTo>
                  <a:cubicBezTo>
                    <a:pt x="3612069" y="1790700"/>
                    <a:pt x="3543488" y="1782318"/>
                    <a:pt x="3500689" y="1778635"/>
                  </a:cubicBezTo>
                  <a:cubicBezTo>
                    <a:pt x="3457891" y="1774952"/>
                    <a:pt x="3390707" y="1767840"/>
                    <a:pt x="3351464" y="1762633"/>
                  </a:cubicBezTo>
                  <a:cubicBezTo>
                    <a:pt x="3250373" y="1749298"/>
                    <a:pt x="3160075" y="1742694"/>
                    <a:pt x="2981386" y="1735709"/>
                  </a:cubicBezTo>
                  <a:cubicBezTo>
                    <a:pt x="2650551" y="1722755"/>
                    <a:pt x="2526472" y="1692148"/>
                    <a:pt x="2371024" y="1585087"/>
                  </a:cubicBezTo>
                  <a:cubicBezTo>
                    <a:pt x="2312604" y="1544955"/>
                    <a:pt x="2210623" y="1439164"/>
                    <a:pt x="2143186" y="1348994"/>
                  </a:cubicBezTo>
                  <a:cubicBezTo>
                    <a:pt x="2079813" y="1264285"/>
                    <a:pt x="2050730" y="1217041"/>
                    <a:pt x="2017583" y="1144524"/>
                  </a:cubicBezTo>
                  <a:cubicBezTo>
                    <a:pt x="1903791" y="895731"/>
                    <a:pt x="1772600" y="744474"/>
                    <a:pt x="1585021" y="645287"/>
                  </a:cubicBezTo>
                  <a:cubicBezTo>
                    <a:pt x="1523045" y="612521"/>
                    <a:pt x="1487358" y="601091"/>
                    <a:pt x="1319972" y="559943"/>
                  </a:cubicBezTo>
                  <a:cubicBezTo>
                    <a:pt x="1102293" y="506476"/>
                    <a:pt x="1094927" y="504444"/>
                    <a:pt x="1052763" y="485394"/>
                  </a:cubicBezTo>
                  <a:cubicBezTo>
                    <a:pt x="1009202" y="465709"/>
                    <a:pt x="928684" y="413004"/>
                    <a:pt x="826195" y="336931"/>
                  </a:cubicBezTo>
                  <a:cubicBezTo>
                    <a:pt x="746312" y="278003"/>
                    <a:pt x="551113" y="86995"/>
                    <a:pt x="515045" y="32766"/>
                  </a:cubicBezTo>
                  <a:lnTo>
                    <a:pt x="493201" y="127"/>
                  </a:lnTo>
                  <a:lnTo>
                    <a:pt x="388553" y="127"/>
                  </a:lnTo>
                  <a:lnTo>
                    <a:pt x="283905" y="127"/>
                  </a:lnTo>
                  <a:close/>
                  <a:moveTo>
                    <a:pt x="3744403" y="2096897"/>
                  </a:moveTo>
                  <a:cubicBezTo>
                    <a:pt x="3738687" y="2096897"/>
                    <a:pt x="3733100" y="2097024"/>
                    <a:pt x="3727638" y="2097151"/>
                  </a:cubicBezTo>
                  <a:cubicBezTo>
                    <a:pt x="3693603" y="2098421"/>
                    <a:pt x="3664393" y="2103374"/>
                    <a:pt x="3646739" y="2112010"/>
                  </a:cubicBezTo>
                  <a:cubicBezTo>
                    <a:pt x="3598606" y="2135632"/>
                    <a:pt x="3580318" y="2188972"/>
                    <a:pt x="3605973" y="2231136"/>
                  </a:cubicBezTo>
                  <a:cubicBezTo>
                    <a:pt x="3624006" y="2260727"/>
                    <a:pt x="3644454" y="2269109"/>
                    <a:pt x="3701731" y="2269109"/>
                  </a:cubicBezTo>
                  <a:cubicBezTo>
                    <a:pt x="3704270" y="2269109"/>
                    <a:pt x="3706811" y="2269109"/>
                    <a:pt x="3709478" y="2269109"/>
                  </a:cubicBezTo>
                  <a:cubicBezTo>
                    <a:pt x="3711001" y="2269109"/>
                    <a:pt x="3712653" y="2269109"/>
                    <a:pt x="3714176" y="2269109"/>
                  </a:cubicBezTo>
                  <a:cubicBezTo>
                    <a:pt x="3771454" y="2269109"/>
                    <a:pt x="3827587" y="2281682"/>
                    <a:pt x="3918901" y="2314956"/>
                  </a:cubicBezTo>
                  <a:cubicBezTo>
                    <a:pt x="3950143" y="2326386"/>
                    <a:pt x="3969574" y="2331720"/>
                    <a:pt x="3985830" y="2331720"/>
                  </a:cubicBezTo>
                  <a:cubicBezTo>
                    <a:pt x="3998784" y="2331720"/>
                    <a:pt x="4009579" y="2328291"/>
                    <a:pt x="4022787" y="2321687"/>
                  </a:cubicBezTo>
                  <a:cubicBezTo>
                    <a:pt x="4091113" y="2287397"/>
                    <a:pt x="4088319" y="2188210"/>
                    <a:pt x="4018088" y="2153158"/>
                  </a:cubicBezTo>
                  <a:cubicBezTo>
                    <a:pt x="3989767" y="2139061"/>
                    <a:pt x="3914964" y="2119122"/>
                    <a:pt x="3837367" y="2105152"/>
                  </a:cubicBezTo>
                  <a:cubicBezTo>
                    <a:pt x="3806379" y="2099564"/>
                    <a:pt x="3773993" y="2096897"/>
                    <a:pt x="3744275" y="2096897"/>
                  </a:cubicBezTo>
                  <a:close/>
                  <a:moveTo>
                    <a:pt x="4234369" y="2295779"/>
                  </a:moveTo>
                  <a:cubicBezTo>
                    <a:pt x="4229543" y="2295779"/>
                    <a:pt x="4224463" y="2296033"/>
                    <a:pt x="4218494" y="2296541"/>
                  </a:cubicBezTo>
                  <a:cubicBezTo>
                    <a:pt x="4111941" y="2305431"/>
                    <a:pt x="4100511" y="2448941"/>
                    <a:pt x="4204778" y="2468499"/>
                  </a:cubicBezTo>
                  <a:cubicBezTo>
                    <a:pt x="4221923" y="2471674"/>
                    <a:pt x="4256340" y="2488057"/>
                    <a:pt x="4289995" y="2508885"/>
                  </a:cubicBezTo>
                  <a:lnTo>
                    <a:pt x="4346383" y="2543937"/>
                  </a:lnTo>
                  <a:lnTo>
                    <a:pt x="4346383" y="2338197"/>
                  </a:lnTo>
                  <a:lnTo>
                    <a:pt x="4299647" y="2315972"/>
                  </a:lnTo>
                  <a:cubicBezTo>
                    <a:pt x="4269167" y="2301494"/>
                    <a:pt x="4255578" y="2296414"/>
                    <a:pt x="4238052" y="2295906"/>
                  </a:cubicBezTo>
                  <a:cubicBezTo>
                    <a:pt x="4236909" y="2295906"/>
                    <a:pt x="4235639" y="2295906"/>
                    <a:pt x="4234369" y="2295906"/>
                  </a:cubicBezTo>
                  <a:close/>
                </a:path>
              </a:pathLst>
            </a:custGeom>
            <a:solidFill>
              <a:srgbClr val="FD6F96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4364376" y="6149092"/>
            <a:ext cx="3990165" cy="4204449"/>
          </a:xfrm>
          <a:custGeom>
            <a:avLst/>
            <a:gdLst/>
            <a:ahLst/>
            <a:cxnLst/>
            <a:rect r="r" b="b" t="t" l="l"/>
            <a:pathLst>
              <a:path h="4204449" w="3990165">
                <a:moveTo>
                  <a:pt x="0" y="0"/>
                </a:moveTo>
                <a:lnTo>
                  <a:pt x="3990166" y="0"/>
                </a:lnTo>
                <a:lnTo>
                  <a:pt x="3990166" y="4204450"/>
                </a:lnTo>
                <a:lnTo>
                  <a:pt x="0" y="42044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387801" y="2090033"/>
            <a:ext cx="8529476" cy="6164028"/>
            <a:chOff x="0" y="0"/>
            <a:chExt cx="11372634" cy="82187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72596" cy="8218651"/>
            </a:xfrm>
            <a:custGeom>
              <a:avLst/>
              <a:gdLst/>
              <a:ahLst/>
              <a:cxnLst/>
              <a:rect r="r" b="b" t="t" l="l"/>
              <a:pathLst>
                <a:path h="8218651" w="11372596">
                  <a:moveTo>
                    <a:pt x="0" y="0"/>
                  </a:moveTo>
                  <a:lnTo>
                    <a:pt x="11372596" y="0"/>
                  </a:lnTo>
                  <a:lnTo>
                    <a:pt x="11372596" y="8218651"/>
                  </a:lnTo>
                  <a:lnTo>
                    <a:pt x="0" y="8218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582" t="0" r="-1583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492076" y="2004022"/>
            <a:ext cx="3714750" cy="6353175"/>
            <a:chOff x="0" y="0"/>
            <a:chExt cx="4953000" cy="84709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53000" cy="8470900"/>
            </a:xfrm>
            <a:custGeom>
              <a:avLst/>
              <a:gdLst/>
              <a:ahLst/>
              <a:cxnLst/>
              <a:rect r="r" b="b" t="t" l="l"/>
              <a:pathLst>
                <a:path h="84709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8470900"/>
                  </a:lnTo>
                  <a:lnTo>
                    <a:pt x="0" y="847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8682" t="0" r="-35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37812" y="2090033"/>
            <a:ext cx="3371850" cy="6353175"/>
            <a:chOff x="0" y="0"/>
            <a:chExt cx="4495800" cy="8470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95800" cy="8470900"/>
            </a:xfrm>
            <a:custGeom>
              <a:avLst/>
              <a:gdLst/>
              <a:ahLst/>
              <a:cxnLst/>
              <a:rect r="r" b="b" t="t" l="l"/>
              <a:pathLst>
                <a:path h="8470900" w="4495800">
                  <a:moveTo>
                    <a:pt x="0" y="0"/>
                  </a:moveTo>
                  <a:lnTo>
                    <a:pt x="4495800" y="0"/>
                  </a:lnTo>
                  <a:lnTo>
                    <a:pt x="4495800" y="8470900"/>
                  </a:lnTo>
                  <a:lnTo>
                    <a:pt x="0" y="847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1807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63503" y="6472933"/>
            <a:ext cx="3918642" cy="3877561"/>
            <a:chOff x="0" y="0"/>
            <a:chExt cx="3918649" cy="38775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3791588" cy="3750564"/>
            </a:xfrm>
            <a:custGeom>
              <a:avLst/>
              <a:gdLst/>
              <a:ahLst/>
              <a:cxnLst/>
              <a:rect r="r" b="b" t="t" l="l"/>
              <a:pathLst>
                <a:path h="3750564" w="3791588">
                  <a:moveTo>
                    <a:pt x="0" y="0"/>
                  </a:moveTo>
                  <a:lnTo>
                    <a:pt x="0" y="3750564"/>
                  </a:lnTo>
                  <a:lnTo>
                    <a:pt x="3791588" y="3750564"/>
                  </a:lnTo>
                  <a:lnTo>
                    <a:pt x="379158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0" y="771271"/>
              <a:ext cx="2621917" cy="3042793"/>
            </a:xfrm>
            <a:custGeom>
              <a:avLst/>
              <a:gdLst/>
              <a:ahLst/>
              <a:cxnLst/>
              <a:rect r="r" b="b" t="t" l="l"/>
              <a:pathLst>
                <a:path h="3042793" w="2621917">
                  <a:moveTo>
                    <a:pt x="0" y="0"/>
                  </a:moveTo>
                  <a:lnTo>
                    <a:pt x="0" y="3042793"/>
                  </a:lnTo>
                  <a:lnTo>
                    <a:pt x="2621917" y="3042793"/>
                  </a:lnTo>
                  <a:lnTo>
                    <a:pt x="262191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467359" y="1801368"/>
              <a:ext cx="1060832" cy="920115"/>
            </a:xfrm>
            <a:custGeom>
              <a:avLst/>
              <a:gdLst/>
              <a:ahLst/>
              <a:cxnLst/>
              <a:rect r="r" b="b" t="t" l="l"/>
              <a:pathLst>
                <a:path h="920115" w="1060832">
                  <a:moveTo>
                    <a:pt x="0" y="920115"/>
                  </a:moveTo>
                  <a:lnTo>
                    <a:pt x="1060832" y="920115"/>
                  </a:lnTo>
                  <a:lnTo>
                    <a:pt x="10608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-63503" y="-63503"/>
            <a:ext cx="6478133" cy="3558464"/>
            <a:chOff x="0" y="0"/>
            <a:chExt cx="6478143" cy="35584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0" y="63500"/>
              <a:ext cx="3868551" cy="2852418"/>
            </a:xfrm>
            <a:custGeom>
              <a:avLst/>
              <a:gdLst/>
              <a:ahLst/>
              <a:cxnLst/>
              <a:rect r="r" b="b" t="t" l="l"/>
              <a:pathLst>
                <a:path h="2852418" w="3868551">
                  <a:moveTo>
                    <a:pt x="0" y="0"/>
                  </a:moveTo>
                  <a:lnTo>
                    <a:pt x="0" y="2852418"/>
                  </a:lnTo>
                  <a:lnTo>
                    <a:pt x="3868551" y="2852418"/>
                  </a:lnTo>
                  <a:lnTo>
                    <a:pt x="386855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3500" y="63500"/>
              <a:ext cx="3449324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49324">
                  <a:moveTo>
                    <a:pt x="0" y="0"/>
                  </a:moveTo>
                  <a:lnTo>
                    <a:pt x="0" y="3431410"/>
                  </a:lnTo>
                  <a:lnTo>
                    <a:pt x="3449324" y="3431410"/>
                  </a:lnTo>
                  <a:lnTo>
                    <a:pt x="344932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741933" y="63500"/>
              <a:ext cx="3672717" cy="1267713"/>
            </a:xfrm>
            <a:custGeom>
              <a:avLst/>
              <a:gdLst/>
              <a:ahLst/>
              <a:cxnLst/>
              <a:rect r="r" b="b" t="t" l="l"/>
              <a:pathLst>
                <a:path h="1267713" w="3672717">
                  <a:moveTo>
                    <a:pt x="0" y="0"/>
                  </a:moveTo>
                  <a:lnTo>
                    <a:pt x="0" y="1267713"/>
                  </a:lnTo>
                  <a:lnTo>
                    <a:pt x="3672716" y="1267713"/>
                  </a:lnTo>
                  <a:lnTo>
                    <a:pt x="367271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863237" y="-63503"/>
            <a:ext cx="4488256" cy="3558464"/>
            <a:chOff x="0" y="0"/>
            <a:chExt cx="4488256" cy="35584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0" y="63500"/>
              <a:ext cx="4361304" cy="2549904"/>
            </a:xfrm>
            <a:custGeom>
              <a:avLst/>
              <a:gdLst/>
              <a:ahLst/>
              <a:cxnLst/>
              <a:rect r="r" b="b" t="t" l="l"/>
              <a:pathLst>
                <a:path h="2549904" w="4361304">
                  <a:moveTo>
                    <a:pt x="0" y="0"/>
                  </a:moveTo>
                  <a:lnTo>
                    <a:pt x="0" y="2549904"/>
                  </a:lnTo>
                  <a:lnTo>
                    <a:pt x="4361304" y="2549904"/>
                  </a:lnTo>
                  <a:lnTo>
                    <a:pt x="436130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987043" y="63500"/>
              <a:ext cx="3437761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37761">
                  <a:moveTo>
                    <a:pt x="0" y="0"/>
                  </a:moveTo>
                  <a:lnTo>
                    <a:pt x="0" y="3431410"/>
                  </a:lnTo>
                  <a:lnTo>
                    <a:pt x="3437761" y="3431410"/>
                  </a:lnTo>
                  <a:lnTo>
                    <a:pt x="343776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4355870" y="6149092"/>
            <a:ext cx="3995623" cy="4201401"/>
            <a:chOff x="0" y="0"/>
            <a:chExt cx="3995623" cy="420140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476244" y="63500"/>
              <a:ext cx="1455927" cy="2358134"/>
            </a:xfrm>
            <a:custGeom>
              <a:avLst/>
              <a:gdLst/>
              <a:ahLst/>
              <a:cxnLst/>
              <a:rect r="r" b="b" t="t" l="l"/>
              <a:pathLst>
                <a:path h="2358134" w="1455927">
                  <a:moveTo>
                    <a:pt x="0" y="0"/>
                  </a:moveTo>
                  <a:lnTo>
                    <a:pt x="0" y="2358134"/>
                  </a:lnTo>
                  <a:lnTo>
                    <a:pt x="1455927" y="2358134"/>
                  </a:lnTo>
                  <a:lnTo>
                    <a:pt x="145592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3500" y="276352"/>
              <a:ext cx="3868671" cy="3861559"/>
            </a:xfrm>
            <a:custGeom>
              <a:avLst/>
              <a:gdLst/>
              <a:ahLst/>
              <a:cxnLst/>
              <a:rect r="r" b="b" t="t" l="l"/>
              <a:pathLst>
                <a:path h="3861559" w="3868671">
                  <a:moveTo>
                    <a:pt x="0" y="0"/>
                  </a:moveTo>
                  <a:lnTo>
                    <a:pt x="0" y="3861559"/>
                  </a:lnTo>
                  <a:lnTo>
                    <a:pt x="3868671" y="3861559"/>
                  </a:lnTo>
                  <a:lnTo>
                    <a:pt x="386867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974597" y="2798697"/>
              <a:ext cx="2477387" cy="1234566"/>
            </a:xfrm>
            <a:custGeom>
              <a:avLst/>
              <a:gdLst/>
              <a:ahLst/>
              <a:cxnLst/>
              <a:rect r="r" b="b" t="t" l="l"/>
              <a:pathLst>
                <a:path h="1234566" w="2477387">
                  <a:moveTo>
                    <a:pt x="0" y="1234566"/>
                  </a:moveTo>
                  <a:lnTo>
                    <a:pt x="2477388" y="1234566"/>
                  </a:lnTo>
                  <a:lnTo>
                    <a:pt x="24773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000500"/>
            <a:ext cx="18288000" cy="18288000"/>
            <a:chOff x="0" y="0"/>
            <a:chExt cx="24384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6551" y="6472933"/>
            <a:ext cx="3921690" cy="3880609"/>
          </a:xfrm>
          <a:custGeom>
            <a:avLst/>
            <a:gdLst/>
            <a:ahLst/>
            <a:cxnLst/>
            <a:rect r="r" b="b" t="t" l="l"/>
            <a:pathLst>
              <a:path h="3880609" w="3921690">
                <a:moveTo>
                  <a:pt x="0" y="0"/>
                </a:moveTo>
                <a:lnTo>
                  <a:pt x="3921690" y="0"/>
                </a:lnTo>
                <a:lnTo>
                  <a:pt x="3921690" y="3880609"/>
                </a:lnTo>
                <a:lnTo>
                  <a:pt x="0" y="38806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3503" y="-66551"/>
            <a:ext cx="6478133" cy="3561512"/>
          </a:xfrm>
          <a:custGeom>
            <a:avLst/>
            <a:gdLst/>
            <a:ahLst/>
            <a:cxnLst/>
            <a:rect r="r" b="b" t="t" l="l"/>
            <a:pathLst>
              <a:path h="3561512" w="6478133">
                <a:moveTo>
                  <a:pt x="0" y="0"/>
                </a:moveTo>
                <a:lnTo>
                  <a:pt x="6478133" y="0"/>
                </a:lnTo>
                <a:lnTo>
                  <a:pt x="6478133" y="3561512"/>
                </a:lnTo>
                <a:lnTo>
                  <a:pt x="0" y="3561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863237" y="-63503"/>
            <a:ext cx="4488256" cy="3558464"/>
            <a:chOff x="0" y="0"/>
            <a:chExt cx="4488256" cy="3558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94616" y="63500"/>
              <a:ext cx="3429045" cy="3428997"/>
            </a:xfrm>
            <a:custGeom>
              <a:avLst/>
              <a:gdLst/>
              <a:ahLst/>
              <a:cxnLst/>
              <a:rect r="r" b="b" t="t" l="l"/>
              <a:pathLst>
                <a:path h="3428997" w="3429045">
                  <a:moveTo>
                    <a:pt x="47" y="0"/>
                  </a:moveTo>
                  <a:lnTo>
                    <a:pt x="3429045" y="0"/>
                  </a:lnTo>
                  <a:lnTo>
                    <a:pt x="3429045" y="3428997"/>
                  </a:lnTo>
                  <a:cubicBezTo>
                    <a:pt x="3429045" y="3428997"/>
                    <a:pt x="2451781" y="3302124"/>
                    <a:pt x="2540935" y="2678047"/>
                  </a:cubicBezTo>
                  <a:cubicBezTo>
                    <a:pt x="2541570" y="2671824"/>
                    <a:pt x="2542967" y="2664966"/>
                    <a:pt x="2543728" y="2658870"/>
                  </a:cubicBezTo>
                  <a:cubicBezTo>
                    <a:pt x="2569764" y="2453130"/>
                    <a:pt x="2520361" y="2252851"/>
                    <a:pt x="2416221" y="2086862"/>
                  </a:cubicBezTo>
                  <a:cubicBezTo>
                    <a:pt x="2238548" y="1805050"/>
                    <a:pt x="2303064" y="1433321"/>
                    <a:pt x="2559603" y="1220723"/>
                  </a:cubicBezTo>
                  <a:lnTo>
                    <a:pt x="2847004" y="982090"/>
                  </a:lnTo>
                  <a:cubicBezTo>
                    <a:pt x="2934761" y="908684"/>
                    <a:pt x="2955335" y="783843"/>
                    <a:pt x="2898439" y="684402"/>
                  </a:cubicBezTo>
                  <a:cubicBezTo>
                    <a:pt x="2897804" y="683767"/>
                    <a:pt x="2897804" y="683005"/>
                    <a:pt x="2897042" y="682370"/>
                  </a:cubicBezTo>
                  <a:cubicBezTo>
                    <a:pt x="2675554" y="289433"/>
                    <a:pt x="2005503" y="572643"/>
                    <a:pt x="2005503" y="572643"/>
                  </a:cubicBezTo>
                  <a:cubicBezTo>
                    <a:pt x="2005503" y="572643"/>
                    <a:pt x="850439" y="1042415"/>
                    <a:pt x="216074" y="277749"/>
                  </a:cubicBezTo>
                  <a:cubicBezTo>
                    <a:pt x="-8843" y="6223"/>
                    <a:pt x="47" y="0"/>
                    <a:pt x="47" y="0"/>
                  </a:cubicBezTo>
                  <a:close/>
                </a:path>
              </a:pathLst>
            </a:custGeom>
            <a:solidFill>
              <a:srgbClr val="FFB4C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8256" y="70574"/>
              <a:ext cx="4346421" cy="2544100"/>
            </a:xfrm>
            <a:custGeom>
              <a:avLst/>
              <a:gdLst/>
              <a:ahLst/>
              <a:cxnLst/>
              <a:rect r="r" b="b" t="t" l="l"/>
              <a:pathLst>
                <a:path h="2544100" w="4346421">
                  <a:moveTo>
                    <a:pt x="283948" y="165"/>
                  </a:moveTo>
                  <a:lnTo>
                    <a:pt x="388596" y="165"/>
                  </a:lnTo>
                  <a:lnTo>
                    <a:pt x="493244" y="165"/>
                  </a:lnTo>
                  <a:lnTo>
                    <a:pt x="514961" y="32804"/>
                  </a:lnTo>
                  <a:cubicBezTo>
                    <a:pt x="551156" y="87033"/>
                    <a:pt x="746354" y="278041"/>
                    <a:pt x="825983" y="337096"/>
                  </a:cubicBezTo>
                  <a:cubicBezTo>
                    <a:pt x="928472" y="413042"/>
                    <a:pt x="1008990" y="465874"/>
                    <a:pt x="1052551" y="485559"/>
                  </a:cubicBezTo>
                  <a:cubicBezTo>
                    <a:pt x="1094715" y="504609"/>
                    <a:pt x="1102081" y="506641"/>
                    <a:pt x="1319759" y="560108"/>
                  </a:cubicBezTo>
                  <a:cubicBezTo>
                    <a:pt x="1487018" y="601255"/>
                    <a:pt x="1522832" y="612685"/>
                    <a:pt x="1584808" y="645451"/>
                  </a:cubicBezTo>
                  <a:cubicBezTo>
                    <a:pt x="1772387" y="744638"/>
                    <a:pt x="1903451" y="895895"/>
                    <a:pt x="2017370" y="1144688"/>
                  </a:cubicBezTo>
                  <a:cubicBezTo>
                    <a:pt x="2050517" y="1217205"/>
                    <a:pt x="2079599" y="1264449"/>
                    <a:pt x="2142973" y="1349158"/>
                  </a:cubicBezTo>
                  <a:cubicBezTo>
                    <a:pt x="2210410" y="1439328"/>
                    <a:pt x="2312517" y="1544992"/>
                    <a:pt x="2370810" y="1585251"/>
                  </a:cubicBezTo>
                  <a:cubicBezTo>
                    <a:pt x="2526258" y="1692312"/>
                    <a:pt x="2650337" y="1722919"/>
                    <a:pt x="2981172" y="1735873"/>
                  </a:cubicBezTo>
                  <a:cubicBezTo>
                    <a:pt x="3159861" y="1742858"/>
                    <a:pt x="3250158" y="1749462"/>
                    <a:pt x="3351250" y="1762797"/>
                  </a:cubicBezTo>
                  <a:cubicBezTo>
                    <a:pt x="3390620" y="1768004"/>
                    <a:pt x="3457803" y="1775243"/>
                    <a:pt x="3500474" y="1778799"/>
                  </a:cubicBezTo>
                  <a:cubicBezTo>
                    <a:pt x="3543146" y="1782355"/>
                    <a:pt x="3611853" y="1790737"/>
                    <a:pt x="3652874" y="1797468"/>
                  </a:cubicBezTo>
                  <a:cubicBezTo>
                    <a:pt x="3693896" y="1804199"/>
                    <a:pt x="3756887" y="1814232"/>
                    <a:pt x="3792828" y="1819947"/>
                  </a:cubicBezTo>
                  <a:cubicBezTo>
                    <a:pt x="3903191" y="1837473"/>
                    <a:pt x="4025619" y="1864651"/>
                    <a:pt x="4086071" y="1884843"/>
                  </a:cubicBezTo>
                  <a:cubicBezTo>
                    <a:pt x="4146904" y="1905290"/>
                    <a:pt x="4275555" y="1964473"/>
                    <a:pt x="4320005" y="1992667"/>
                  </a:cubicBezTo>
                  <a:lnTo>
                    <a:pt x="4346421" y="2009430"/>
                  </a:lnTo>
                  <a:lnTo>
                    <a:pt x="4346421" y="2131477"/>
                  </a:lnTo>
                  <a:lnTo>
                    <a:pt x="4346421" y="2253524"/>
                  </a:lnTo>
                  <a:lnTo>
                    <a:pt x="4316830" y="2226092"/>
                  </a:lnTo>
                  <a:cubicBezTo>
                    <a:pt x="4269967" y="2182658"/>
                    <a:pt x="4229200" y="2155353"/>
                    <a:pt x="4159477" y="2120682"/>
                  </a:cubicBezTo>
                  <a:cubicBezTo>
                    <a:pt x="4048352" y="2065437"/>
                    <a:pt x="3991965" y="2047530"/>
                    <a:pt x="3839437" y="2019464"/>
                  </a:cubicBezTo>
                  <a:cubicBezTo>
                    <a:pt x="3689958" y="1991904"/>
                    <a:pt x="3556481" y="1972220"/>
                    <a:pt x="3472408" y="1965489"/>
                  </a:cubicBezTo>
                  <a:cubicBezTo>
                    <a:pt x="3427958" y="1961932"/>
                    <a:pt x="3363569" y="1954948"/>
                    <a:pt x="3329406" y="1949995"/>
                  </a:cubicBezTo>
                  <a:cubicBezTo>
                    <a:pt x="3248507" y="1938310"/>
                    <a:pt x="3120745" y="1929039"/>
                    <a:pt x="2946882" y="1922181"/>
                  </a:cubicBezTo>
                  <a:cubicBezTo>
                    <a:pt x="2721330" y="1913292"/>
                    <a:pt x="2608427" y="1896401"/>
                    <a:pt x="2481808" y="1852967"/>
                  </a:cubicBezTo>
                  <a:cubicBezTo>
                    <a:pt x="2352395" y="1808517"/>
                    <a:pt x="2251049" y="1743112"/>
                    <a:pt x="2141195" y="1633130"/>
                  </a:cubicBezTo>
                  <a:cubicBezTo>
                    <a:pt x="2011782" y="1503463"/>
                    <a:pt x="1927962" y="1387385"/>
                    <a:pt x="1849349" y="1228635"/>
                  </a:cubicBezTo>
                  <a:cubicBezTo>
                    <a:pt x="1752702" y="1033563"/>
                    <a:pt x="1697457" y="955966"/>
                    <a:pt x="1600429" y="879131"/>
                  </a:cubicBezTo>
                  <a:cubicBezTo>
                    <a:pt x="1510767" y="808138"/>
                    <a:pt x="1464412" y="789469"/>
                    <a:pt x="1242543" y="734605"/>
                  </a:cubicBezTo>
                  <a:cubicBezTo>
                    <a:pt x="981050" y="669962"/>
                    <a:pt x="962381" y="662088"/>
                    <a:pt x="800964" y="550329"/>
                  </a:cubicBezTo>
                  <a:cubicBezTo>
                    <a:pt x="678283" y="465366"/>
                    <a:pt x="622276" y="418884"/>
                    <a:pt x="517374" y="314490"/>
                  </a:cubicBezTo>
                  <a:cubicBezTo>
                    <a:pt x="414758" y="212128"/>
                    <a:pt x="389104" y="180505"/>
                    <a:pt x="340844" y="96558"/>
                  </a:cubicBezTo>
                  <a:cubicBezTo>
                    <a:pt x="323191" y="65824"/>
                    <a:pt x="303125" y="31534"/>
                    <a:pt x="296267" y="20358"/>
                  </a:cubicBezTo>
                  <a:lnTo>
                    <a:pt x="283821" y="165"/>
                  </a:lnTo>
                  <a:close/>
                  <a:moveTo>
                    <a:pt x="950570" y="165"/>
                  </a:moveTo>
                  <a:lnTo>
                    <a:pt x="992480" y="44742"/>
                  </a:lnTo>
                  <a:cubicBezTo>
                    <a:pt x="1101319" y="160820"/>
                    <a:pt x="1182218" y="225717"/>
                    <a:pt x="1289279" y="283121"/>
                  </a:cubicBezTo>
                  <a:cubicBezTo>
                    <a:pt x="1367257" y="324904"/>
                    <a:pt x="1492987" y="373164"/>
                    <a:pt x="1572362" y="391833"/>
                  </a:cubicBezTo>
                  <a:cubicBezTo>
                    <a:pt x="1751305" y="433743"/>
                    <a:pt x="1824965" y="459905"/>
                    <a:pt x="1895069" y="506514"/>
                  </a:cubicBezTo>
                  <a:cubicBezTo>
                    <a:pt x="1982572" y="564807"/>
                    <a:pt x="2097633" y="700696"/>
                    <a:pt x="2147036" y="804201"/>
                  </a:cubicBezTo>
                  <a:cubicBezTo>
                    <a:pt x="2279878" y="1082712"/>
                    <a:pt x="2288895" y="1098841"/>
                    <a:pt x="2345537" y="1160817"/>
                  </a:cubicBezTo>
                  <a:cubicBezTo>
                    <a:pt x="2427706" y="1250733"/>
                    <a:pt x="2629763" y="1348523"/>
                    <a:pt x="2831947" y="1396402"/>
                  </a:cubicBezTo>
                  <a:cubicBezTo>
                    <a:pt x="3007207" y="1437931"/>
                    <a:pt x="3224885" y="1457362"/>
                    <a:pt x="3600042" y="1464982"/>
                  </a:cubicBezTo>
                  <a:cubicBezTo>
                    <a:pt x="3875759" y="1470570"/>
                    <a:pt x="3982312" y="1481238"/>
                    <a:pt x="4128743" y="1518068"/>
                  </a:cubicBezTo>
                  <a:cubicBezTo>
                    <a:pt x="4188941" y="1533181"/>
                    <a:pt x="4294986" y="1566455"/>
                    <a:pt x="4335499" y="1583092"/>
                  </a:cubicBezTo>
                  <a:cubicBezTo>
                    <a:pt x="4345278" y="1587029"/>
                    <a:pt x="4346421" y="1598205"/>
                    <a:pt x="4346421" y="1689518"/>
                  </a:cubicBezTo>
                  <a:cubicBezTo>
                    <a:pt x="4346421" y="1745652"/>
                    <a:pt x="4344135" y="1791499"/>
                    <a:pt x="4341468" y="1791499"/>
                  </a:cubicBezTo>
                  <a:cubicBezTo>
                    <a:pt x="4338801" y="1791499"/>
                    <a:pt x="4333848" y="1788959"/>
                    <a:pt x="4330546" y="1786038"/>
                  </a:cubicBezTo>
                  <a:cubicBezTo>
                    <a:pt x="4318989" y="1775243"/>
                    <a:pt x="4172812" y="1723300"/>
                    <a:pt x="4103089" y="1705266"/>
                  </a:cubicBezTo>
                  <a:cubicBezTo>
                    <a:pt x="3966564" y="1669833"/>
                    <a:pt x="3821658" y="1654847"/>
                    <a:pt x="3615155" y="1654720"/>
                  </a:cubicBezTo>
                  <a:cubicBezTo>
                    <a:pt x="3510253" y="1654720"/>
                    <a:pt x="3196310" y="1639353"/>
                    <a:pt x="3096107" y="1629447"/>
                  </a:cubicBezTo>
                  <a:cubicBezTo>
                    <a:pt x="2659862" y="1586267"/>
                    <a:pt x="2308453" y="1437042"/>
                    <a:pt x="2159102" y="1231683"/>
                  </a:cubicBezTo>
                  <a:cubicBezTo>
                    <a:pt x="2116683" y="1173390"/>
                    <a:pt x="2084680" y="1114716"/>
                    <a:pt x="2023211" y="982636"/>
                  </a:cubicBezTo>
                  <a:cubicBezTo>
                    <a:pt x="1960220" y="847381"/>
                    <a:pt x="1943456" y="819441"/>
                    <a:pt x="1883004" y="748194"/>
                  </a:cubicBezTo>
                  <a:cubicBezTo>
                    <a:pt x="1805915" y="657389"/>
                    <a:pt x="1751559" y="629449"/>
                    <a:pt x="1559154" y="582079"/>
                  </a:cubicBezTo>
                  <a:cubicBezTo>
                    <a:pt x="1421867" y="548170"/>
                    <a:pt x="1339825" y="518960"/>
                    <a:pt x="1236193" y="466890"/>
                  </a:cubicBezTo>
                  <a:cubicBezTo>
                    <a:pt x="1098144" y="397548"/>
                    <a:pt x="1013435" y="335445"/>
                    <a:pt x="899262" y="219875"/>
                  </a:cubicBezTo>
                  <a:cubicBezTo>
                    <a:pt x="834873" y="154724"/>
                    <a:pt x="753213" y="57569"/>
                    <a:pt x="730479" y="18961"/>
                  </a:cubicBezTo>
                  <a:lnTo>
                    <a:pt x="719304" y="165"/>
                  </a:lnTo>
                  <a:lnTo>
                    <a:pt x="834873" y="165"/>
                  </a:lnTo>
                  <a:lnTo>
                    <a:pt x="950443" y="165"/>
                  </a:lnTo>
                  <a:close/>
                  <a:moveTo>
                    <a:pt x="177014" y="165"/>
                  </a:moveTo>
                  <a:lnTo>
                    <a:pt x="184761" y="26581"/>
                  </a:lnTo>
                  <a:cubicBezTo>
                    <a:pt x="199874" y="77508"/>
                    <a:pt x="235688" y="134404"/>
                    <a:pt x="291568" y="196126"/>
                  </a:cubicBezTo>
                  <a:cubicBezTo>
                    <a:pt x="349226" y="259753"/>
                    <a:pt x="371324" y="295313"/>
                    <a:pt x="371578" y="324777"/>
                  </a:cubicBezTo>
                  <a:cubicBezTo>
                    <a:pt x="371832" y="361480"/>
                    <a:pt x="347194" y="399072"/>
                    <a:pt x="312650" y="414312"/>
                  </a:cubicBezTo>
                  <a:cubicBezTo>
                    <a:pt x="269343" y="433616"/>
                    <a:pt x="241149" y="421932"/>
                    <a:pt x="187301" y="362115"/>
                  </a:cubicBezTo>
                  <a:cubicBezTo>
                    <a:pt x="69572" y="231432"/>
                    <a:pt x="43664" y="189141"/>
                    <a:pt x="14708" y="80937"/>
                  </a:cubicBezTo>
                  <a:cubicBezTo>
                    <a:pt x="-9041" y="-7455"/>
                    <a:pt x="-15899" y="165"/>
                    <a:pt x="87987" y="165"/>
                  </a:cubicBezTo>
                  <a:lnTo>
                    <a:pt x="177141" y="165"/>
                  </a:lnTo>
                  <a:close/>
                  <a:moveTo>
                    <a:pt x="552934" y="473748"/>
                  </a:moveTo>
                  <a:cubicBezTo>
                    <a:pt x="571349" y="473240"/>
                    <a:pt x="589637" y="478066"/>
                    <a:pt x="603734" y="488988"/>
                  </a:cubicBezTo>
                  <a:cubicBezTo>
                    <a:pt x="612116" y="495465"/>
                    <a:pt x="674726" y="543598"/>
                    <a:pt x="742798" y="595795"/>
                  </a:cubicBezTo>
                  <a:cubicBezTo>
                    <a:pt x="917550" y="729906"/>
                    <a:pt x="911835" y="724699"/>
                    <a:pt x="919709" y="753909"/>
                  </a:cubicBezTo>
                  <a:cubicBezTo>
                    <a:pt x="925297" y="774737"/>
                    <a:pt x="924789" y="784389"/>
                    <a:pt x="916534" y="805852"/>
                  </a:cubicBezTo>
                  <a:cubicBezTo>
                    <a:pt x="904596" y="837221"/>
                    <a:pt x="891007" y="850556"/>
                    <a:pt x="859130" y="862240"/>
                  </a:cubicBezTo>
                  <a:cubicBezTo>
                    <a:pt x="802615" y="882941"/>
                    <a:pt x="773278" y="865923"/>
                    <a:pt x="605893" y="715936"/>
                  </a:cubicBezTo>
                  <a:cubicBezTo>
                    <a:pt x="561824" y="676439"/>
                    <a:pt x="516231" y="636053"/>
                    <a:pt x="504674" y="626401"/>
                  </a:cubicBezTo>
                  <a:cubicBezTo>
                    <a:pt x="465304" y="593254"/>
                    <a:pt x="455652" y="556043"/>
                    <a:pt x="476607" y="516928"/>
                  </a:cubicBezTo>
                  <a:cubicBezTo>
                    <a:pt x="490831" y="490385"/>
                    <a:pt x="522200" y="474764"/>
                    <a:pt x="552934" y="473875"/>
                  </a:cubicBezTo>
                  <a:close/>
                  <a:moveTo>
                    <a:pt x="1180567" y="848270"/>
                  </a:moveTo>
                  <a:cubicBezTo>
                    <a:pt x="1204316" y="848524"/>
                    <a:pt x="1234034" y="849540"/>
                    <a:pt x="1271753" y="851318"/>
                  </a:cubicBezTo>
                  <a:cubicBezTo>
                    <a:pt x="1391768" y="856779"/>
                    <a:pt x="1408024" y="858938"/>
                    <a:pt x="1434313" y="872019"/>
                  </a:cubicBezTo>
                  <a:cubicBezTo>
                    <a:pt x="1502258" y="905801"/>
                    <a:pt x="1508354" y="995082"/>
                    <a:pt x="1445108" y="1033563"/>
                  </a:cubicBezTo>
                  <a:cubicBezTo>
                    <a:pt x="1422375" y="1047406"/>
                    <a:pt x="1411707" y="1047660"/>
                    <a:pt x="1325347" y="1036357"/>
                  </a:cubicBezTo>
                  <a:cubicBezTo>
                    <a:pt x="1288390" y="1031531"/>
                    <a:pt x="1230224" y="1024419"/>
                    <a:pt x="1196061" y="1020482"/>
                  </a:cubicBezTo>
                  <a:cubicBezTo>
                    <a:pt x="1098906" y="1009560"/>
                    <a:pt x="1095096" y="1008544"/>
                    <a:pt x="1075284" y="988732"/>
                  </a:cubicBezTo>
                  <a:cubicBezTo>
                    <a:pt x="1043534" y="956982"/>
                    <a:pt x="1042264" y="913421"/>
                    <a:pt x="1072109" y="877861"/>
                  </a:cubicBezTo>
                  <a:cubicBezTo>
                    <a:pt x="1091159" y="855128"/>
                    <a:pt x="1109066" y="847762"/>
                    <a:pt x="1180440" y="848397"/>
                  </a:cubicBezTo>
                  <a:close/>
                  <a:moveTo>
                    <a:pt x="1630147" y="1039786"/>
                  </a:moveTo>
                  <a:cubicBezTo>
                    <a:pt x="1648943" y="1040421"/>
                    <a:pt x="1667612" y="1046009"/>
                    <a:pt x="1680566" y="1056169"/>
                  </a:cubicBezTo>
                  <a:cubicBezTo>
                    <a:pt x="1717015" y="1084871"/>
                    <a:pt x="1848841" y="1271434"/>
                    <a:pt x="1880210" y="1338744"/>
                  </a:cubicBezTo>
                  <a:cubicBezTo>
                    <a:pt x="1897482" y="1375828"/>
                    <a:pt x="1899895" y="1410880"/>
                    <a:pt x="1886941" y="1435772"/>
                  </a:cubicBezTo>
                  <a:cubicBezTo>
                    <a:pt x="1877289" y="1454314"/>
                    <a:pt x="1854175" y="1477047"/>
                    <a:pt x="1839697" y="1482381"/>
                  </a:cubicBezTo>
                  <a:cubicBezTo>
                    <a:pt x="1821663" y="1488985"/>
                    <a:pt x="1782928" y="1486699"/>
                    <a:pt x="1766291" y="1478063"/>
                  </a:cubicBezTo>
                  <a:cubicBezTo>
                    <a:pt x="1741145" y="1464982"/>
                    <a:pt x="1726286" y="1445932"/>
                    <a:pt x="1693266" y="1384210"/>
                  </a:cubicBezTo>
                  <a:cubicBezTo>
                    <a:pt x="1652499" y="1308137"/>
                    <a:pt x="1586967" y="1201965"/>
                    <a:pt x="1565504" y="1177581"/>
                  </a:cubicBezTo>
                  <a:cubicBezTo>
                    <a:pt x="1530833" y="1137957"/>
                    <a:pt x="1536802" y="1081061"/>
                    <a:pt x="1578712" y="1052613"/>
                  </a:cubicBezTo>
                  <a:cubicBezTo>
                    <a:pt x="1592301" y="1043342"/>
                    <a:pt x="1611351" y="1039151"/>
                    <a:pt x="1630147" y="1039913"/>
                  </a:cubicBezTo>
                  <a:close/>
                  <a:moveTo>
                    <a:pt x="1945869" y="1549818"/>
                  </a:moveTo>
                  <a:cubicBezTo>
                    <a:pt x="1978762" y="1548929"/>
                    <a:pt x="2007972" y="1571662"/>
                    <a:pt x="2051151" y="1626272"/>
                  </a:cubicBezTo>
                  <a:cubicBezTo>
                    <a:pt x="2072488" y="1653196"/>
                    <a:pt x="2125827" y="1711362"/>
                    <a:pt x="2169642" y="1755431"/>
                  </a:cubicBezTo>
                  <a:cubicBezTo>
                    <a:pt x="2252954" y="1839378"/>
                    <a:pt x="2261463" y="1853348"/>
                    <a:pt x="2253716" y="1894623"/>
                  </a:cubicBezTo>
                  <a:cubicBezTo>
                    <a:pt x="2248891" y="1920023"/>
                    <a:pt x="2219426" y="1951137"/>
                    <a:pt x="2192248" y="1959392"/>
                  </a:cubicBezTo>
                  <a:cubicBezTo>
                    <a:pt x="2129891" y="1978315"/>
                    <a:pt x="2081377" y="1944279"/>
                    <a:pt x="1967205" y="1801151"/>
                  </a:cubicBezTo>
                  <a:cubicBezTo>
                    <a:pt x="1897228" y="1713394"/>
                    <a:pt x="1864462" y="1659800"/>
                    <a:pt x="1864589" y="1633003"/>
                  </a:cubicBezTo>
                  <a:cubicBezTo>
                    <a:pt x="1864589" y="1600872"/>
                    <a:pt x="1884147" y="1569376"/>
                    <a:pt x="1911198" y="1558200"/>
                  </a:cubicBezTo>
                  <a:cubicBezTo>
                    <a:pt x="1923644" y="1552993"/>
                    <a:pt x="1934947" y="1550199"/>
                    <a:pt x="1945869" y="1549818"/>
                  </a:cubicBezTo>
                  <a:close/>
                  <a:moveTo>
                    <a:pt x="2426944" y="1950629"/>
                  </a:moveTo>
                  <a:cubicBezTo>
                    <a:pt x="2438501" y="1951137"/>
                    <a:pt x="2451582" y="1952915"/>
                    <a:pt x="2466695" y="1955836"/>
                  </a:cubicBezTo>
                  <a:cubicBezTo>
                    <a:pt x="2492984" y="1960917"/>
                    <a:pt x="2542514" y="1967012"/>
                    <a:pt x="2576677" y="1969298"/>
                  </a:cubicBezTo>
                  <a:cubicBezTo>
                    <a:pt x="2759684" y="1981490"/>
                    <a:pt x="2828518" y="2017431"/>
                    <a:pt x="2820898" y="2096679"/>
                  </a:cubicBezTo>
                  <a:cubicBezTo>
                    <a:pt x="2817596" y="2131350"/>
                    <a:pt x="2800959" y="2154591"/>
                    <a:pt x="2769463" y="2168561"/>
                  </a:cubicBezTo>
                  <a:cubicBezTo>
                    <a:pt x="2745079" y="2179356"/>
                    <a:pt x="2717139" y="2179356"/>
                    <a:pt x="2673959" y="2168561"/>
                  </a:cubicBezTo>
                  <a:cubicBezTo>
                    <a:pt x="2654655" y="2163735"/>
                    <a:pt x="2608046" y="2155099"/>
                    <a:pt x="2570454" y="2149511"/>
                  </a:cubicBezTo>
                  <a:cubicBezTo>
                    <a:pt x="2486380" y="2136938"/>
                    <a:pt x="2395956" y="2116491"/>
                    <a:pt x="2372715" y="2104680"/>
                  </a:cubicBezTo>
                  <a:cubicBezTo>
                    <a:pt x="2348458" y="2092489"/>
                    <a:pt x="2331059" y="2061246"/>
                    <a:pt x="2331059" y="2029877"/>
                  </a:cubicBezTo>
                  <a:cubicBezTo>
                    <a:pt x="2331059" y="2009430"/>
                    <a:pt x="2335250" y="1998889"/>
                    <a:pt x="2350236" y="1981745"/>
                  </a:cubicBezTo>
                  <a:cubicBezTo>
                    <a:pt x="2370810" y="1958376"/>
                    <a:pt x="2392146" y="1948851"/>
                    <a:pt x="2426944" y="1950629"/>
                  </a:cubicBezTo>
                  <a:close/>
                  <a:moveTo>
                    <a:pt x="3358489" y="2001176"/>
                  </a:moveTo>
                  <a:cubicBezTo>
                    <a:pt x="3456025" y="2000795"/>
                    <a:pt x="3486758" y="2132493"/>
                    <a:pt x="3398367" y="2171609"/>
                  </a:cubicBezTo>
                  <a:cubicBezTo>
                    <a:pt x="3380206" y="2179610"/>
                    <a:pt x="3334105" y="2187611"/>
                    <a:pt x="3258794" y="2195612"/>
                  </a:cubicBezTo>
                  <a:cubicBezTo>
                    <a:pt x="3196945" y="2202216"/>
                    <a:pt x="3141319" y="2210598"/>
                    <a:pt x="3135223" y="2214154"/>
                  </a:cubicBezTo>
                  <a:cubicBezTo>
                    <a:pt x="3118205" y="2224060"/>
                    <a:pt x="3088868" y="2222155"/>
                    <a:pt x="3065500" y="2209582"/>
                  </a:cubicBezTo>
                  <a:cubicBezTo>
                    <a:pt x="3002889" y="2176054"/>
                    <a:pt x="3011652" y="2082836"/>
                    <a:pt x="3080105" y="2052610"/>
                  </a:cubicBezTo>
                  <a:cubicBezTo>
                    <a:pt x="3110077" y="2039402"/>
                    <a:pt x="3316452" y="2001176"/>
                    <a:pt x="3358616" y="2001048"/>
                  </a:cubicBezTo>
                  <a:close/>
                  <a:moveTo>
                    <a:pt x="3727677" y="2097441"/>
                  </a:moveTo>
                  <a:cubicBezTo>
                    <a:pt x="3761713" y="2096171"/>
                    <a:pt x="3800575" y="2098838"/>
                    <a:pt x="3837533" y="2105442"/>
                  </a:cubicBezTo>
                  <a:cubicBezTo>
                    <a:pt x="3915002" y="2119412"/>
                    <a:pt x="3989933" y="2139224"/>
                    <a:pt x="4018253" y="2153448"/>
                  </a:cubicBezTo>
                  <a:cubicBezTo>
                    <a:pt x="4088484" y="2188627"/>
                    <a:pt x="4091278" y="2287687"/>
                    <a:pt x="4022952" y="2321977"/>
                  </a:cubicBezTo>
                  <a:cubicBezTo>
                    <a:pt x="3993234" y="2336836"/>
                    <a:pt x="3975327" y="2335693"/>
                    <a:pt x="3919066" y="2315246"/>
                  </a:cubicBezTo>
                  <a:cubicBezTo>
                    <a:pt x="3825213" y="2281083"/>
                    <a:pt x="3768698" y="2268764"/>
                    <a:pt x="3709643" y="2269399"/>
                  </a:cubicBezTo>
                  <a:cubicBezTo>
                    <a:pt x="3646397" y="2270161"/>
                    <a:pt x="3624808" y="2262287"/>
                    <a:pt x="3606011" y="2231426"/>
                  </a:cubicBezTo>
                  <a:cubicBezTo>
                    <a:pt x="3580358" y="2189262"/>
                    <a:pt x="3598645" y="2135922"/>
                    <a:pt x="3646778" y="2112300"/>
                  </a:cubicBezTo>
                  <a:cubicBezTo>
                    <a:pt x="3664304" y="2103664"/>
                    <a:pt x="3693514" y="2098711"/>
                    <a:pt x="3727677" y="2097441"/>
                  </a:cubicBezTo>
                  <a:close/>
                  <a:moveTo>
                    <a:pt x="4238090" y="2296069"/>
                  </a:moveTo>
                  <a:cubicBezTo>
                    <a:pt x="4255616" y="2296704"/>
                    <a:pt x="4269205" y="2301657"/>
                    <a:pt x="4299685" y="2316135"/>
                  </a:cubicBezTo>
                  <a:lnTo>
                    <a:pt x="4346421" y="2338360"/>
                  </a:lnTo>
                  <a:lnTo>
                    <a:pt x="4346421" y="2441230"/>
                  </a:lnTo>
                  <a:lnTo>
                    <a:pt x="4346421" y="2544100"/>
                  </a:lnTo>
                  <a:lnTo>
                    <a:pt x="4290033" y="2509048"/>
                  </a:lnTo>
                  <a:cubicBezTo>
                    <a:pt x="4256378" y="2488093"/>
                    <a:pt x="4221961" y="2471837"/>
                    <a:pt x="4204816" y="2468662"/>
                  </a:cubicBezTo>
                  <a:cubicBezTo>
                    <a:pt x="4100549" y="2449231"/>
                    <a:pt x="4112106" y="2305594"/>
                    <a:pt x="4218532" y="2296704"/>
                  </a:cubicBezTo>
                  <a:cubicBezTo>
                    <a:pt x="4226025" y="2296069"/>
                    <a:pt x="4232248" y="2295815"/>
                    <a:pt x="4238090" y="2295942"/>
                  </a:cubicBezTo>
                  <a:close/>
                </a:path>
              </a:pathLst>
            </a:custGeom>
            <a:solidFill>
              <a:srgbClr val="FD6F9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4361304" cy="2549904"/>
            </a:xfrm>
            <a:custGeom>
              <a:avLst/>
              <a:gdLst/>
              <a:ahLst/>
              <a:cxnLst/>
              <a:rect r="r" b="b" t="t" l="l"/>
              <a:pathLst>
                <a:path h="2549904" w="4361304">
                  <a:moveTo>
                    <a:pt x="0" y="0"/>
                  </a:moveTo>
                  <a:lnTo>
                    <a:pt x="0" y="2549904"/>
                  </a:lnTo>
                  <a:lnTo>
                    <a:pt x="4361304" y="2549904"/>
                  </a:lnTo>
                  <a:lnTo>
                    <a:pt x="436130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87043" y="63500"/>
              <a:ext cx="3437761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37761">
                  <a:moveTo>
                    <a:pt x="0" y="0"/>
                  </a:moveTo>
                  <a:lnTo>
                    <a:pt x="0" y="3431410"/>
                  </a:lnTo>
                  <a:lnTo>
                    <a:pt x="3437761" y="3431410"/>
                  </a:lnTo>
                  <a:lnTo>
                    <a:pt x="343776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4355870" y="6149092"/>
            <a:ext cx="3998671" cy="4204449"/>
          </a:xfrm>
          <a:custGeom>
            <a:avLst/>
            <a:gdLst/>
            <a:ahLst/>
            <a:cxnLst/>
            <a:rect r="r" b="b" t="t" l="l"/>
            <a:pathLst>
              <a:path h="4204449" w="3998671">
                <a:moveTo>
                  <a:pt x="0" y="0"/>
                </a:moveTo>
                <a:lnTo>
                  <a:pt x="3998672" y="0"/>
                </a:lnTo>
                <a:lnTo>
                  <a:pt x="3998672" y="4204450"/>
                </a:lnTo>
                <a:lnTo>
                  <a:pt x="0" y="42044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583466" y="4218737"/>
            <a:ext cx="13383387" cy="1676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8"/>
              </a:lnSpc>
            </a:pPr>
            <a:r>
              <a:rPr lang="en-US" sz="9999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Venkatesh s purple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000500"/>
            <a:ext cx="18288000" cy="18288000"/>
            <a:chOff x="0" y="0"/>
            <a:chExt cx="24384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6551" y="6474628"/>
            <a:ext cx="3913041" cy="3878923"/>
          </a:xfrm>
          <a:custGeom>
            <a:avLst/>
            <a:gdLst/>
            <a:ahLst/>
            <a:cxnLst/>
            <a:rect r="r" b="b" t="t" l="l"/>
            <a:pathLst>
              <a:path h="3878923" w="3913041">
                <a:moveTo>
                  <a:pt x="0" y="0"/>
                </a:moveTo>
                <a:lnTo>
                  <a:pt x="3913041" y="0"/>
                </a:lnTo>
                <a:lnTo>
                  <a:pt x="3913041" y="3878923"/>
                </a:lnTo>
                <a:lnTo>
                  <a:pt x="0" y="387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0408" y="-66551"/>
            <a:ext cx="6461512" cy="3556978"/>
            <a:chOff x="0" y="0"/>
            <a:chExt cx="6461506" cy="3556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0" y="66548"/>
              <a:ext cx="3432682" cy="3426964"/>
            </a:xfrm>
            <a:custGeom>
              <a:avLst/>
              <a:gdLst/>
              <a:ahLst/>
              <a:cxnLst/>
              <a:rect r="r" b="b" t="t" l="l"/>
              <a:pathLst>
                <a:path h="3426964" w="3432682">
                  <a:moveTo>
                    <a:pt x="0" y="0"/>
                  </a:moveTo>
                  <a:lnTo>
                    <a:pt x="0" y="3426964"/>
                  </a:lnTo>
                  <a:cubicBezTo>
                    <a:pt x="0" y="3426964"/>
                    <a:pt x="979932" y="3299711"/>
                    <a:pt x="890524" y="2673982"/>
                  </a:cubicBezTo>
                  <a:cubicBezTo>
                    <a:pt x="889889" y="2667759"/>
                    <a:pt x="888492" y="2660901"/>
                    <a:pt x="887730" y="2654678"/>
                  </a:cubicBezTo>
                  <a:cubicBezTo>
                    <a:pt x="861568" y="2448303"/>
                    <a:pt x="911098" y="2247517"/>
                    <a:pt x="1015619" y="2081147"/>
                  </a:cubicBezTo>
                  <a:cubicBezTo>
                    <a:pt x="1193673" y="1798445"/>
                    <a:pt x="1129030" y="1425827"/>
                    <a:pt x="871855" y="1212595"/>
                  </a:cubicBezTo>
                  <a:lnTo>
                    <a:pt x="583819" y="973200"/>
                  </a:lnTo>
                  <a:cubicBezTo>
                    <a:pt x="495808" y="899667"/>
                    <a:pt x="475107" y="774445"/>
                    <a:pt x="532257" y="674750"/>
                  </a:cubicBezTo>
                  <a:cubicBezTo>
                    <a:pt x="532892" y="674115"/>
                    <a:pt x="532892" y="673353"/>
                    <a:pt x="533654" y="672718"/>
                  </a:cubicBezTo>
                  <a:cubicBezTo>
                    <a:pt x="624586" y="511301"/>
                    <a:pt x="791083" y="463676"/>
                    <a:pt x="955929" y="463676"/>
                  </a:cubicBezTo>
                  <a:cubicBezTo>
                    <a:pt x="1193546" y="463676"/>
                    <a:pt x="1427734" y="562736"/>
                    <a:pt x="1427734" y="562736"/>
                  </a:cubicBezTo>
                  <a:cubicBezTo>
                    <a:pt x="1427734" y="562736"/>
                    <a:pt x="1779777" y="705865"/>
                    <a:pt x="2202179" y="705865"/>
                  </a:cubicBezTo>
                  <a:cubicBezTo>
                    <a:pt x="2545968" y="705865"/>
                    <a:pt x="2936493" y="610996"/>
                    <a:pt x="3221989" y="266954"/>
                  </a:cubicBezTo>
                  <a:cubicBezTo>
                    <a:pt x="3372611" y="85090"/>
                    <a:pt x="3418712" y="21971"/>
                    <a:pt x="3432682" y="0"/>
                  </a:cubicBezTo>
                  <a:close/>
                </a:path>
              </a:pathLst>
            </a:custGeom>
            <a:solidFill>
              <a:srgbClr val="C8EBEC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0612" y="66294"/>
              <a:ext cx="4087809" cy="2835145"/>
            </a:xfrm>
            <a:custGeom>
              <a:avLst/>
              <a:gdLst/>
              <a:ahLst/>
              <a:cxnLst/>
              <a:rect r="r" b="b" t="t" l="l"/>
              <a:pathLst>
                <a:path h="2835145" w="4087809">
                  <a:moveTo>
                    <a:pt x="3077717" y="254"/>
                  </a:moveTo>
                  <a:lnTo>
                    <a:pt x="3064763" y="35941"/>
                  </a:lnTo>
                  <a:cubicBezTo>
                    <a:pt x="3040125" y="104140"/>
                    <a:pt x="2975736" y="189357"/>
                    <a:pt x="2925317" y="220599"/>
                  </a:cubicBezTo>
                  <a:cubicBezTo>
                    <a:pt x="2886709" y="244475"/>
                    <a:pt x="2829686" y="265303"/>
                    <a:pt x="2740278" y="287782"/>
                  </a:cubicBezTo>
                  <a:cubicBezTo>
                    <a:pt x="2611373" y="320294"/>
                    <a:pt x="2584576" y="326390"/>
                    <a:pt x="2380487" y="326390"/>
                  </a:cubicBezTo>
                  <a:cubicBezTo>
                    <a:pt x="2336418" y="326390"/>
                    <a:pt x="2284094" y="326136"/>
                    <a:pt x="2220721" y="325755"/>
                  </a:cubicBezTo>
                  <a:cubicBezTo>
                    <a:pt x="2184907" y="325501"/>
                    <a:pt x="2150744" y="325501"/>
                    <a:pt x="2118359" y="325501"/>
                  </a:cubicBezTo>
                  <a:cubicBezTo>
                    <a:pt x="1964562" y="325501"/>
                    <a:pt x="1853437" y="327787"/>
                    <a:pt x="1814956" y="331851"/>
                  </a:cubicBezTo>
                  <a:cubicBezTo>
                    <a:pt x="1566799" y="358013"/>
                    <a:pt x="1335786" y="450468"/>
                    <a:pt x="1193419" y="580516"/>
                  </a:cubicBezTo>
                  <a:cubicBezTo>
                    <a:pt x="1081278" y="683005"/>
                    <a:pt x="993394" y="851280"/>
                    <a:pt x="901573" y="1139189"/>
                  </a:cubicBezTo>
                  <a:cubicBezTo>
                    <a:pt x="826262" y="1375409"/>
                    <a:pt x="722249" y="1572639"/>
                    <a:pt x="584454" y="1740533"/>
                  </a:cubicBezTo>
                  <a:cubicBezTo>
                    <a:pt x="466217" y="1884678"/>
                    <a:pt x="373507" y="1972181"/>
                    <a:pt x="262001" y="2044698"/>
                  </a:cubicBezTo>
                  <a:cubicBezTo>
                    <a:pt x="201295" y="2084195"/>
                    <a:pt x="85852" y="2144647"/>
                    <a:pt x="33782" y="2163951"/>
                  </a:cubicBezTo>
                  <a:lnTo>
                    <a:pt x="0" y="2176524"/>
                  </a:lnTo>
                  <a:lnTo>
                    <a:pt x="0" y="2296539"/>
                  </a:lnTo>
                  <a:cubicBezTo>
                    <a:pt x="0" y="2381121"/>
                    <a:pt x="2413" y="2416554"/>
                    <a:pt x="8001" y="2416554"/>
                  </a:cubicBezTo>
                  <a:cubicBezTo>
                    <a:pt x="29337" y="2416554"/>
                    <a:pt x="154686" y="2368040"/>
                    <a:pt x="228346" y="2331210"/>
                  </a:cubicBezTo>
                  <a:cubicBezTo>
                    <a:pt x="427990" y="2231515"/>
                    <a:pt x="566166" y="2120517"/>
                    <a:pt x="730377" y="1927985"/>
                  </a:cubicBezTo>
                  <a:cubicBezTo>
                    <a:pt x="911098" y="1716022"/>
                    <a:pt x="1034669" y="1488566"/>
                    <a:pt x="1128395" y="1195577"/>
                  </a:cubicBezTo>
                  <a:cubicBezTo>
                    <a:pt x="1175512" y="1048384"/>
                    <a:pt x="1237361" y="900937"/>
                    <a:pt x="1277874" y="839977"/>
                  </a:cubicBezTo>
                  <a:cubicBezTo>
                    <a:pt x="1315085" y="783843"/>
                    <a:pt x="1378966" y="721359"/>
                    <a:pt x="1429004" y="692149"/>
                  </a:cubicBezTo>
                  <a:cubicBezTo>
                    <a:pt x="1487169" y="658113"/>
                    <a:pt x="1599310" y="611377"/>
                    <a:pt x="1663572" y="594359"/>
                  </a:cubicBezTo>
                  <a:cubicBezTo>
                    <a:pt x="1781555" y="563117"/>
                    <a:pt x="1841753" y="559180"/>
                    <a:pt x="2209799" y="559053"/>
                  </a:cubicBezTo>
                  <a:cubicBezTo>
                    <a:pt x="2589402" y="558926"/>
                    <a:pt x="2620771" y="556513"/>
                    <a:pt x="2785617" y="516635"/>
                  </a:cubicBezTo>
                  <a:cubicBezTo>
                    <a:pt x="2965703" y="473074"/>
                    <a:pt x="3054730" y="429006"/>
                    <a:pt x="3136264" y="343281"/>
                  </a:cubicBezTo>
                  <a:cubicBezTo>
                    <a:pt x="3222624" y="252349"/>
                    <a:pt x="3272027" y="167767"/>
                    <a:pt x="3301999" y="59690"/>
                  </a:cubicBezTo>
                  <a:cubicBezTo>
                    <a:pt x="3309238" y="33528"/>
                    <a:pt x="3315334" y="8382"/>
                    <a:pt x="3316223" y="254"/>
                  </a:cubicBezTo>
                  <a:close/>
                  <a:moveTo>
                    <a:pt x="3866133" y="254"/>
                  </a:moveTo>
                  <a:lnTo>
                    <a:pt x="3860926" y="19812"/>
                  </a:lnTo>
                  <a:cubicBezTo>
                    <a:pt x="3842003" y="90551"/>
                    <a:pt x="3794124" y="230632"/>
                    <a:pt x="3777614" y="263525"/>
                  </a:cubicBezTo>
                  <a:cubicBezTo>
                    <a:pt x="3707637" y="402717"/>
                    <a:pt x="3618102" y="482600"/>
                    <a:pt x="3409441" y="591692"/>
                  </a:cubicBezTo>
                  <a:cubicBezTo>
                    <a:pt x="3328923" y="633856"/>
                    <a:pt x="3154679" y="704849"/>
                    <a:pt x="3064255" y="732281"/>
                  </a:cubicBezTo>
                  <a:cubicBezTo>
                    <a:pt x="2981959" y="757300"/>
                    <a:pt x="2811906" y="785240"/>
                    <a:pt x="2687065" y="794257"/>
                  </a:cubicBezTo>
                  <a:cubicBezTo>
                    <a:pt x="2577210" y="802258"/>
                    <a:pt x="2390139" y="822832"/>
                    <a:pt x="2267203" y="840612"/>
                  </a:cubicBezTo>
                  <a:cubicBezTo>
                    <a:pt x="2005837" y="878331"/>
                    <a:pt x="1814575" y="957325"/>
                    <a:pt x="1674367" y="1085341"/>
                  </a:cubicBezTo>
                  <a:cubicBezTo>
                    <a:pt x="1604644" y="1149095"/>
                    <a:pt x="1556385" y="1232661"/>
                    <a:pt x="1460753" y="1456054"/>
                  </a:cubicBezTo>
                  <a:cubicBezTo>
                    <a:pt x="1314704" y="1797048"/>
                    <a:pt x="1244981" y="1904871"/>
                    <a:pt x="1022858" y="2133090"/>
                  </a:cubicBezTo>
                  <a:cubicBezTo>
                    <a:pt x="818261" y="2343402"/>
                    <a:pt x="524764" y="2535553"/>
                    <a:pt x="334645" y="2583813"/>
                  </a:cubicBezTo>
                  <a:cubicBezTo>
                    <a:pt x="296672" y="2593465"/>
                    <a:pt x="259461" y="2601339"/>
                    <a:pt x="252222" y="2601339"/>
                  </a:cubicBezTo>
                  <a:cubicBezTo>
                    <a:pt x="239776" y="2601339"/>
                    <a:pt x="238887" y="2608705"/>
                    <a:pt x="238887" y="2718813"/>
                  </a:cubicBezTo>
                  <a:cubicBezTo>
                    <a:pt x="238887" y="2809999"/>
                    <a:pt x="233807" y="2835145"/>
                    <a:pt x="263779" y="2835145"/>
                  </a:cubicBezTo>
                  <a:cubicBezTo>
                    <a:pt x="278638" y="2835145"/>
                    <a:pt x="302260" y="2828922"/>
                    <a:pt x="339598" y="2821429"/>
                  </a:cubicBezTo>
                  <a:cubicBezTo>
                    <a:pt x="642366" y="2760723"/>
                    <a:pt x="1042035" y="2486277"/>
                    <a:pt x="1331849" y="2140075"/>
                  </a:cubicBezTo>
                  <a:cubicBezTo>
                    <a:pt x="1480946" y="1962021"/>
                    <a:pt x="1540636" y="1859024"/>
                    <a:pt x="1674367" y="1548509"/>
                  </a:cubicBezTo>
                  <a:cubicBezTo>
                    <a:pt x="1772284" y="1321307"/>
                    <a:pt x="1796414" y="1281175"/>
                    <a:pt x="1868677" y="1226184"/>
                  </a:cubicBezTo>
                  <a:cubicBezTo>
                    <a:pt x="1959228" y="1157350"/>
                    <a:pt x="2108072" y="1099946"/>
                    <a:pt x="2252979" y="1078102"/>
                  </a:cubicBezTo>
                  <a:cubicBezTo>
                    <a:pt x="2381249" y="1058798"/>
                    <a:pt x="2533776" y="1041272"/>
                    <a:pt x="2658617" y="1031747"/>
                  </a:cubicBezTo>
                  <a:cubicBezTo>
                    <a:pt x="2846958" y="1017396"/>
                    <a:pt x="3043427" y="985011"/>
                    <a:pt x="3146170" y="951356"/>
                  </a:cubicBezTo>
                  <a:cubicBezTo>
                    <a:pt x="3413886" y="863599"/>
                    <a:pt x="3685158" y="722502"/>
                    <a:pt x="3807713" y="607313"/>
                  </a:cubicBezTo>
                  <a:cubicBezTo>
                    <a:pt x="3942714" y="480314"/>
                    <a:pt x="4028185" y="317119"/>
                    <a:pt x="4071746" y="102616"/>
                  </a:cubicBezTo>
                  <a:cubicBezTo>
                    <a:pt x="4084065" y="41783"/>
                    <a:pt x="4092955" y="13208"/>
                    <a:pt x="4084446" y="0"/>
                  </a:cubicBezTo>
                  <a:close/>
                </a:path>
              </a:pathLst>
            </a:custGeom>
            <a:solidFill>
              <a:srgbClr val="8FCF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750479" y="66421"/>
              <a:ext cx="3647476" cy="1267840"/>
            </a:xfrm>
            <a:custGeom>
              <a:avLst/>
              <a:gdLst/>
              <a:ahLst/>
              <a:cxnLst/>
              <a:rect r="r" b="b" t="t" l="l"/>
              <a:pathLst>
                <a:path h="1267840" w="3647476">
                  <a:moveTo>
                    <a:pt x="3305260" y="127"/>
                  </a:moveTo>
                  <a:cubicBezTo>
                    <a:pt x="3291925" y="15240"/>
                    <a:pt x="3274780" y="34544"/>
                    <a:pt x="3257762" y="53086"/>
                  </a:cubicBezTo>
                  <a:cubicBezTo>
                    <a:pt x="3177879" y="140843"/>
                    <a:pt x="3167846" y="155956"/>
                    <a:pt x="3172672" y="181356"/>
                  </a:cubicBezTo>
                  <a:cubicBezTo>
                    <a:pt x="3174831" y="193040"/>
                    <a:pt x="3184864" y="209677"/>
                    <a:pt x="3194770" y="218313"/>
                  </a:cubicBezTo>
                  <a:cubicBezTo>
                    <a:pt x="3206835" y="228981"/>
                    <a:pt x="3219535" y="234315"/>
                    <a:pt x="3233378" y="234315"/>
                  </a:cubicBezTo>
                  <a:cubicBezTo>
                    <a:pt x="3251412" y="234315"/>
                    <a:pt x="3271351" y="225171"/>
                    <a:pt x="3294592" y="206883"/>
                  </a:cubicBezTo>
                  <a:cubicBezTo>
                    <a:pt x="3330406" y="178562"/>
                    <a:pt x="3431371" y="71120"/>
                    <a:pt x="3453088" y="38100"/>
                  </a:cubicBezTo>
                  <a:cubicBezTo>
                    <a:pt x="3461216" y="25781"/>
                    <a:pt x="3465407" y="12700"/>
                    <a:pt x="3465661" y="0"/>
                  </a:cubicBezTo>
                  <a:close/>
                  <a:moveTo>
                    <a:pt x="259674" y="28448"/>
                  </a:moveTo>
                  <a:cubicBezTo>
                    <a:pt x="257261" y="28448"/>
                    <a:pt x="254975" y="28575"/>
                    <a:pt x="252562" y="28829"/>
                  </a:cubicBezTo>
                  <a:cubicBezTo>
                    <a:pt x="236179" y="30607"/>
                    <a:pt x="220304" y="38354"/>
                    <a:pt x="208747" y="52832"/>
                  </a:cubicBezTo>
                  <a:cubicBezTo>
                    <a:pt x="189316" y="77089"/>
                    <a:pt x="195539" y="155829"/>
                    <a:pt x="220812" y="206248"/>
                  </a:cubicBezTo>
                  <a:cubicBezTo>
                    <a:pt x="244053" y="252730"/>
                    <a:pt x="257896" y="268224"/>
                    <a:pt x="313014" y="310261"/>
                  </a:cubicBezTo>
                  <a:cubicBezTo>
                    <a:pt x="336255" y="327914"/>
                    <a:pt x="371688" y="357759"/>
                    <a:pt x="391881" y="376428"/>
                  </a:cubicBezTo>
                  <a:cubicBezTo>
                    <a:pt x="421980" y="404368"/>
                    <a:pt x="432521" y="410210"/>
                    <a:pt x="454238" y="410210"/>
                  </a:cubicBezTo>
                  <a:cubicBezTo>
                    <a:pt x="454619" y="410210"/>
                    <a:pt x="454873" y="410210"/>
                    <a:pt x="455254" y="410210"/>
                  </a:cubicBezTo>
                  <a:cubicBezTo>
                    <a:pt x="495259" y="409829"/>
                    <a:pt x="520786" y="383921"/>
                    <a:pt x="520786" y="343662"/>
                  </a:cubicBezTo>
                  <a:cubicBezTo>
                    <a:pt x="520786" y="305435"/>
                    <a:pt x="491703" y="270510"/>
                    <a:pt x="408264" y="208407"/>
                  </a:cubicBezTo>
                  <a:cubicBezTo>
                    <a:pt x="358480" y="171323"/>
                    <a:pt x="330540" y="135890"/>
                    <a:pt x="330540" y="109855"/>
                  </a:cubicBezTo>
                  <a:cubicBezTo>
                    <a:pt x="330540" y="100584"/>
                    <a:pt x="325841" y="81915"/>
                    <a:pt x="320253" y="68453"/>
                  </a:cubicBezTo>
                  <a:cubicBezTo>
                    <a:pt x="309458" y="42545"/>
                    <a:pt x="284693" y="28702"/>
                    <a:pt x="259674" y="28702"/>
                  </a:cubicBezTo>
                  <a:close/>
                  <a:moveTo>
                    <a:pt x="70825" y="187071"/>
                  </a:moveTo>
                  <a:cubicBezTo>
                    <a:pt x="46441" y="187071"/>
                    <a:pt x="20787" y="199136"/>
                    <a:pt x="9611" y="220726"/>
                  </a:cubicBezTo>
                  <a:cubicBezTo>
                    <a:pt x="-11598" y="261747"/>
                    <a:pt x="213" y="299212"/>
                    <a:pt x="65999" y="400177"/>
                  </a:cubicBezTo>
                  <a:cubicBezTo>
                    <a:pt x="109306" y="466597"/>
                    <a:pt x="154391" y="518540"/>
                    <a:pt x="186141" y="538479"/>
                  </a:cubicBezTo>
                  <a:cubicBezTo>
                    <a:pt x="196174" y="544829"/>
                    <a:pt x="207096" y="547623"/>
                    <a:pt x="217891" y="547623"/>
                  </a:cubicBezTo>
                  <a:cubicBezTo>
                    <a:pt x="260817" y="547623"/>
                    <a:pt x="301711" y="503554"/>
                    <a:pt x="279740" y="463930"/>
                  </a:cubicBezTo>
                  <a:cubicBezTo>
                    <a:pt x="274787" y="455041"/>
                    <a:pt x="250530" y="421132"/>
                    <a:pt x="226019" y="388747"/>
                  </a:cubicBezTo>
                  <a:cubicBezTo>
                    <a:pt x="201508" y="356362"/>
                    <a:pt x="168615" y="304292"/>
                    <a:pt x="152994" y="273177"/>
                  </a:cubicBezTo>
                  <a:cubicBezTo>
                    <a:pt x="137373" y="242062"/>
                    <a:pt x="119974" y="211201"/>
                    <a:pt x="114259" y="204724"/>
                  </a:cubicBezTo>
                  <a:cubicBezTo>
                    <a:pt x="104480" y="193675"/>
                    <a:pt x="90002" y="187960"/>
                    <a:pt x="74762" y="187198"/>
                  </a:cubicBezTo>
                  <a:cubicBezTo>
                    <a:pt x="73492" y="187071"/>
                    <a:pt x="72222" y="187071"/>
                    <a:pt x="70952" y="187071"/>
                  </a:cubicBezTo>
                  <a:close/>
                  <a:moveTo>
                    <a:pt x="3035893" y="295148"/>
                  </a:moveTo>
                  <a:cubicBezTo>
                    <a:pt x="3012017" y="295148"/>
                    <a:pt x="2986617" y="311912"/>
                    <a:pt x="2940009" y="354203"/>
                  </a:cubicBezTo>
                  <a:cubicBezTo>
                    <a:pt x="2882859" y="406146"/>
                    <a:pt x="2806404" y="464057"/>
                    <a:pt x="2759287" y="491108"/>
                  </a:cubicBezTo>
                  <a:cubicBezTo>
                    <a:pt x="2717885" y="514857"/>
                    <a:pt x="2704804" y="532764"/>
                    <a:pt x="2704804" y="565657"/>
                  </a:cubicBezTo>
                  <a:cubicBezTo>
                    <a:pt x="2704804" y="590803"/>
                    <a:pt x="2722204" y="614679"/>
                    <a:pt x="2747096" y="623696"/>
                  </a:cubicBezTo>
                  <a:cubicBezTo>
                    <a:pt x="2753573" y="626109"/>
                    <a:pt x="2759415" y="627379"/>
                    <a:pt x="2765765" y="627379"/>
                  </a:cubicBezTo>
                  <a:cubicBezTo>
                    <a:pt x="2780497" y="627379"/>
                    <a:pt x="2798023" y="620140"/>
                    <a:pt x="2833201" y="601979"/>
                  </a:cubicBezTo>
                  <a:cubicBezTo>
                    <a:pt x="2931626" y="551052"/>
                    <a:pt x="3086185" y="425576"/>
                    <a:pt x="3099267" y="385953"/>
                  </a:cubicBezTo>
                  <a:cubicBezTo>
                    <a:pt x="3110696" y="351409"/>
                    <a:pt x="3094060" y="314579"/>
                    <a:pt x="3060912" y="300736"/>
                  </a:cubicBezTo>
                  <a:cubicBezTo>
                    <a:pt x="3052404" y="297180"/>
                    <a:pt x="3044529" y="295275"/>
                    <a:pt x="3036529" y="295148"/>
                  </a:cubicBezTo>
                  <a:cubicBezTo>
                    <a:pt x="3036274" y="295148"/>
                    <a:pt x="3036148" y="295148"/>
                    <a:pt x="3035893" y="295148"/>
                  </a:cubicBezTo>
                  <a:close/>
                  <a:moveTo>
                    <a:pt x="715731" y="463803"/>
                  </a:moveTo>
                  <a:cubicBezTo>
                    <a:pt x="679663" y="463803"/>
                    <a:pt x="654517" y="488568"/>
                    <a:pt x="654517" y="524382"/>
                  </a:cubicBezTo>
                  <a:cubicBezTo>
                    <a:pt x="654517" y="560450"/>
                    <a:pt x="678012" y="584326"/>
                    <a:pt x="780628" y="652652"/>
                  </a:cubicBezTo>
                  <a:cubicBezTo>
                    <a:pt x="835746" y="689355"/>
                    <a:pt x="871179" y="707135"/>
                    <a:pt x="896325" y="707135"/>
                  </a:cubicBezTo>
                  <a:cubicBezTo>
                    <a:pt x="916645" y="707135"/>
                    <a:pt x="930234" y="695578"/>
                    <a:pt x="942172" y="673099"/>
                  </a:cubicBezTo>
                  <a:cubicBezTo>
                    <a:pt x="966683" y="627125"/>
                    <a:pt x="944712" y="597026"/>
                    <a:pt x="834095" y="524255"/>
                  </a:cubicBezTo>
                  <a:cubicBezTo>
                    <a:pt x="761705" y="476630"/>
                    <a:pt x="737067" y="463930"/>
                    <a:pt x="716493" y="463676"/>
                  </a:cubicBezTo>
                  <a:cubicBezTo>
                    <a:pt x="716239" y="463676"/>
                    <a:pt x="715858" y="463676"/>
                    <a:pt x="715604" y="463676"/>
                  </a:cubicBezTo>
                  <a:close/>
                  <a:moveTo>
                    <a:pt x="3583263" y="142494"/>
                  </a:moveTo>
                  <a:cubicBezTo>
                    <a:pt x="3555450" y="142494"/>
                    <a:pt x="3550878" y="146177"/>
                    <a:pt x="3448262" y="250317"/>
                  </a:cubicBezTo>
                  <a:cubicBezTo>
                    <a:pt x="3343741" y="356362"/>
                    <a:pt x="3198834" y="477900"/>
                    <a:pt x="3076660" y="561974"/>
                  </a:cubicBezTo>
                  <a:cubicBezTo>
                    <a:pt x="3043005" y="585088"/>
                    <a:pt x="3010621" y="612393"/>
                    <a:pt x="3004397" y="622680"/>
                  </a:cubicBezTo>
                  <a:cubicBezTo>
                    <a:pt x="2980267" y="663320"/>
                    <a:pt x="3000079" y="714120"/>
                    <a:pt x="3044784" y="726058"/>
                  </a:cubicBezTo>
                  <a:cubicBezTo>
                    <a:pt x="3051515" y="727836"/>
                    <a:pt x="3060150" y="728725"/>
                    <a:pt x="3068278" y="728725"/>
                  </a:cubicBezTo>
                  <a:cubicBezTo>
                    <a:pt x="3074882" y="728725"/>
                    <a:pt x="3081232" y="728090"/>
                    <a:pt x="3085931" y="726820"/>
                  </a:cubicBezTo>
                  <a:cubicBezTo>
                    <a:pt x="3113109" y="719200"/>
                    <a:pt x="3224615" y="642492"/>
                    <a:pt x="3291290" y="585469"/>
                  </a:cubicBezTo>
                  <a:cubicBezTo>
                    <a:pt x="3323167" y="558291"/>
                    <a:pt x="3376761" y="512190"/>
                    <a:pt x="3410670" y="483234"/>
                  </a:cubicBezTo>
                  <a:cubicBezTo>
                    <a:pt x="3468582" y="433578"/>
                    <a:pt x="3608790" y="283718"/>
                    <a:pt x="3636095" y="242443"/>
                  </a:cubicBezTo>
                  <a:cubicBezTo>
                    <a:pt x="3665051" y="198501"/>
                    <a:pt x="3635587" y="142494"/>
                    <a:pt x="3583390" y="142494"/>
                  </a:cubicBezTo>
                  <a:close/>
                  <a:moveTo>
                    <a:pt x="389722" y="565403"/>
                  </a:moveTo>
                  <a:cubicBezTo>
                    <a:pt x="354162" y="565403"/>
                    <a:pt x="323555" y="596899"/>
                    <a:pt x="323555" y="633475"/>
                  </a:cubicBezTo>
                  <a:cubicBezTo>
                    <a:pt x="323555" y="657224"/>
                    <a:pt x="328635" y="665225"/>
                    <a:pt x="368513" y="703325"/>
                  </a:cubicBezTo>
                  <a:cubicBezTo>
                    <a:pt x="393278" y="726947"/>
                    <a:pt x="433283" y="759586"/>
                    <a:pt x="457413" y="775715"/>
                  </a:cubicBezTo>
                  <a:cubicBezTo>
                    <a:pt x="487258" y="795654"/>
                    <a:pt x="510753" y="805433"/>
                    <a:pt x="530819" y="805433"/>
                  </a:cubicBezTo>
                  <a:cubicBezTo>
                    <a:pt x="546440" y="805433"/>
                    <a:pt x="559902" y="799464"/>
                    <a:pt x="572602" y="787780"/>
                  </a:cubicBezTo>
                  <a:cubicBezTo>
                    <a:pt x="586572" y="774826"/>
                    <a:pt x="591144" y="763777"/>
                    <a:pt x="591017" y="743711"/>
                  </a:cubicBezTo>
                  <a:cubicBezTo>
                    <a:pt x="590763" y="712723"/>
                    <a:pt x="585175" y="704468"/>
                    <a:pt x="541868" y="671194"/>
                  </a:cubicBezTo>
                  <a:cubicBezTo>
                    <a:pt x="524469" y="657732"/>
                    <a:pt x="488655" y="628522"/>
                    <a:pt x="462493" y="606170"/>
                  </a:cubicBezTo>
                  <a:cubicBezTo>
                    <a:pt x="423885" y="573277"/>
                    <a:pt x="410042" y="565530"/>
                    <a:pt x="389722" y="565530"/>
                  </a:cubicBezTo>
                  <a:close/>
                  <a:moveTo>
                    <a:pt x="2542879" y="640333"/>
                  </a:moveTo>
                  <a:cubicBezTo>
                    <a:pt x="2542625" y="640333"/>
                    <a:pt x="2542244" y="640333"/>
                    <a:pt x="2541990" y="640333"/>
                  </a:cubicBezTo>
                  <a:cubicBezTo>
                    <a:pt x="2521289" y="640587"/>
                    <a:pt x="2491190" y="649477"/>
                    <a:pt x="2439882" y="667003"/>
                  </a:cubicBezTo>
                  <a:cubicBezTo>
                    <a:pt x="2265892" y="726566"/>
                    <a:pt x="2232872" y="747394"/>
                    <a:pt x="2232872" y="797051"/>
                  </a:cubicBezTo>
                  <a:cubicBezTo>
                    <a:pt x="2232872" y="819530"/>
                    <a:pt x="2237063" y="828420"/>
                    <a:pt x="2254589" y="843152"/>
                  </a:cubicBezTo>
                  <a:cubicBezTo>
                    <a:pt x="2268305" y="854709"/>
                    <a:pt x="2279735" y="860424"/>
                    <a:pt x="2294467" y="860424"/>
                  </a:cubicBezTo>
                  <a:cubicBezTo>
                    <a:pt x="2308691" y="860424"/>
                    <a:pt x="2325963" y="855090"/>
                    <a:pt x="2351109" y="844549"/>
                  </a:cubicBezTo>
                  <a:cubicBezTo>
                    <a:pt x="2373334" y="835278"/>
                    <a:pt x="2429341" y="815847"/>
                    <a:pt x="2475823" y="801369"/>
                  </a:cubicBezTo>
                  <a:cubicBezTo>
                    <a:pt x="2541990" y="780795"/>
                    <a:pt x="2565231" y="770127"/>
                    <a:pt x="2583265" y="752093"/>
                  </a:cubicBezTo>
                  <a:cubicBezTo>
                    <a:pt x="2611967" y="723391"/>
                    <a:pt x="2613618" y="695070"/>
                    <a:pt x="2588472" y="665225"/>
                  </a:cubicBezTo>
                  <a:cubicBezTo>
                    <a:pt x="2574502" y="648715"/>
                    <a:pt x="2563199" y="640333"/>
                    <a:pt x="2543006" y="640333"/>
                  </a:cubicBezTo>
                  <a:close/>
                  <a:moveTo>
                    <a:pt x="1189949" y="709548"/>
                  </a:moveTo>
                  <a:cubicBezTo>
                    <a:pt x="1182075" y="709548"/>
                    <a:pt x="1175725" y="711961"/>
                    <a:pt x="1166200" y="716025"/>
                  </a:cubicBezTo>
                  <a:cubicBezTo>
                    <a:pt x="1120607" y="735075"/>
                    <a:pt x="1108288" y="792860"/>
                    <a:pt x="1143086" y="824356"/>
                  </a:cubicBezTo>
                  <a:cubicBezTo>
                    <a:pt x="1155786" y="835786"/>
                    <a:pt x="1278849" y="887348"/>
                    <a:pt x="1362669" y="916177"/>
                  </a:cubicBezTo>
                  <a:cubicBezTo>
                    <a:pt x="1379560" y="922019"/>
                    <a:pt x="1395562" y="924686"/>
                    <a:pt x="1410040" y="924686"/>
                  </a:cubicBezTo>
                  <a:cubicBezTo>
                    <a:pt x="1452458" y="924686"/>
                    <a:pt x="1482049" y="901318"/>
                    <a:pt x="1482049" y="862202"/>
                  </a:cubicBezTo>
                  <a:cubicBezTo>
                    <a:pt x="1482049" y="821562"/>
                    <a:pt x="1460840" y="802131"/>
                    <a:pt x="1391498" y="779525"/>
                  </a:cubicBezTo>
                  <a:cubicBezTo>
                    <a:pt x="1360129" y="769238"/>
                    <a:pt x="1302344" y="748283"/>
                    <a:pt x="1263228" y="732916"/>
                  </a:cubicBezTo>
                  <a:cubicBezTo>
                    <a:pt x="1228557" y="719327"/>
                    <a:pt x="1210650" y="712342"/>
                    <a:pt x="1198204" y="710183"/>
                  </a:cubicBezTo>
                  <a:cubicBezTo>
                    <a:pt x="1195156" y="709675"/>
                    <a:pt x="1192489" y="709421"/>
                    <a:pt x="1189949" y="709421"/>
                  </a:cubicBezTo>
                  <a:close/>
                  <a:moveTo>
                    <a:pt x="1955504" y="800607"/>
                  </a:moveTo>
                  <a:cubicBezTo>
                    <a:pt x="1927691" y="800607"/>
                    <a:pt x="1893655" y="800988"/>
                    <a:pt x="1851999" y="801623"/>
                  </a:cubicBezTo>
                  <a:lnTo>
                    <a:pt x="1658579" y="804417"/>
                  </a:lnTo>
                  <a:lnTo>
                    <a:pt x="1639148" y="825753"/>
                  </a:lnTo>
                  <a:cubicBezTo>
                    <a:pt x="1628480" y="837437"/>
                    <a:pt x="1619717" y="853566"/>
                    <a:pt x="1619717" y="861440"/>
                  </a:cubicBezTo>
                  <a:cubicBezTo>
                    <a:pt x="1619717" y="873505"/>
                    <a:pt x="1637751" y="917066"/>
                    <a:pt x="1642831" y="917447"/>
                  </a:cubicBezTo>
                  <a:cubicBezTo>
                    <a:pt x="1643720" y="917447"/>
                    <a:pt x="1657055" y="922146"/>
                    <a:pt x="1672549" y="927734"/>
                  </a:cubicBezTo>
                  <a:cubicBezTo>
                    <a:pt x="1693885" y="935481"/>
                    <a:pt x="1740367" y="938021"/>
                    <a:pt x="1865207" y="938148"/>
                  </a:cubicBezTo>
                  <a:cubicBezTo>
                    <a:pt x="1873589" y="938148"/>
                    <a:pt x="1881590" y="938148"/>
                    <a:pt x="1889083" y="938148"/>
                  </a:cubicBezTo>
                  <a:cubicBezTo>
                    <a:pt x="2008209" y="938148"/>
                    <a:pt x="2034625" y="935989"/>
                    <a:pt x="2054437" y="926591"/>
                  </a:cubicBezTo>
                  <a:cubicBezTo>
                    <a:pt x="2087457" y="910970"/>
                    <a:pt x="2102571" y="876553"/>
                    <a:pt x="2091394" y="842517"/>
                  </a:cubicBezTo>
                  <a:cubicBezTo>
                    <a:pt x="2080853" y="810513"/>
                    <a:pt x="2073106" y="801623"/>
                    <a:pt x="1978618" y="800607"/>
                  </a:cubicBezTo>
                  <a:cubicBezTo>
                    <a:pt x="1971379" y="800480"/>
                    <a:pt x="1963632" y="800480"/>
                    <a:pt x="1955377" y="800480"/>
                  </a:cubicBezTo>
                  <a:close/>
                  <a:moveTo>
                    <a:pt x="2724743" y="785367"/>
                  </a:moveTo>
                  <a:cubicBezTo>
                    <a:pt x="2696676" y="785367"/>
                    <a:pt x="2650956" y="806068"/>
                    <a:pt x="2583011" y="849502"/>
                  </a:cubicBezTo>
                  <a:cubicBezTo>
                    <a:pt x="2562691" y="862456"/>
                    <a:pt x="2522305" y="884935"/>
                    <a:pt x="2493349" y="899286"/>
                  </a:cubicBezTo>
                  <a:cubicBezTo>
                    <a:pt x="2464393" y="913637"/>
                    <a:pt x="2435056" y="932433"/>
                    <a:pt x="2428325" y="940688"/>
                  </a:cubicBezTo>
                  <a:cubicBezTo>
                    <a:pt x="2403687" y="971422"/>
                    <a:pt x="2417911" y="1029588"/>
                    <a:pt x="2453598" y="1043939"/>
                  </a:cubicBezTo>
                  <a:cubicBezTo>
                    <a:pt x="2461853" y="1047241"/>
                    <a:pt x="2475188" y="1050162"/>
                    <a:pt x="2482935" y="1050416"/>
                  </a:cubicBezTo>
                  <a:cubicBezTo>
                    <a:pt x="2483062" y="1050416"/>
                    <a:pt x="2483190" y="1050416"/>
                    <a:pt x="2483316" y="1050416"/>
                  </a:cubicBezTo>
                  <a:cubicBezTo>
                    <a:pt x="2503255" y="1050416"/>
                    <a:pt x="2588472" y="1009014"/>
                    <a:pt x="2648797" y="969898"/>
                  </a:cubicBezTo>
                  <a:cubicBezTo>
                    <a:pt x="2675848" y="952372"/>
                    <a:pt x="2713440" y="930274"/>
                    <a:pt x="2732490" y="920622"/>
                  </a:cubicBezTo>
                  <a:cubicBezTo>
                    <a:pt x="2751540" y="910970"/>
                    <a:pt x="2771987" y="895984"/>
                    <a:pt x="2778083" y="887348"/>
                  </a:cubicBezTo>
                  <a:cubicBezTo>
                    <a:pt x="2805134" y="848740"/>
                    <a:pt x="2780242" y="793241"/>
                    <a:pt x="2732236" y="785621"/>
                  </a:cubicBezTo>
                  <a:cubicBezTo>
                    <a:pt x="2729823" y="785240"/>
                    <a:pt x="2727410" y="785113"/>
                    <a:pt x="2724743" y="785113"/>
                  </a:cubicBezTo>
                  <a:close/>
                  <a:moveTo>
                    <a:pt x="762340" y="818260"/>
                  </a:moveTo>
                  <a:cubicBezTo>
                    <a:pt x="760181" y="818260"/>
                    <a:pt x="758022" y="818387"/>
                    <a:pt x="755736" y="818514"/>
                  </a:cubicBezTo>
                  <a:cubicBezTo>
                    <a:pt x="738210" y="819911"/>
                    <a:pt x="717255" y="826515"/>
                    <a:pt x="705317" y="836548"/>
                  </a:cubicBezTo>
                  <a:cubicBezTo>
                    <a:pt x="662518" y="872616"/>
                    <a:pt x="673567" y="926210"/>
                    <a:pt x="729193" y="952245"/>
                  </a:cubicBezTo>
                  <a:cubicBezTo>
                    <a:pt x="746338" y="960246"/>
                    <a:pt x="762086" y="966850"/>
                    <a:pt x="764499" y="966850"/>
                  </a:cubicBezTo>
                  <a:cubicBezTo>
                    <a:pt x="766912" y="966850"/>
                    <a:pt x="851621" y="1007871"/>
                    <a:pt x="952967" y="1057909"/>
                  </a:cubicBezTo>
                  <a:cubicBezTo>
                    <a:pt x="1142070" y="1151381"/>
                    <a:pt x="1217127" y="1181353"/>
                    <a:pt x="1287358" y="1191640"/>
                  </a:cubicBezTo>
                  <a:cubicBezTo>
                    <a:pt x="1309456" y="1194815"/>
                    <a:pt x="1348699" y="1197863"/>
                    <a:pt x="1374480" y="1198371"/>
                  </a:cubicBezTo>
                  <a:cubicBezTo>
                    <a:pt x="1378798" y="1198498"/>
                    <a:pt x="1382608" y="1198498"/>
                    <a:pt x="1386291" y="1198498"/>
                  </a:cubicBezTo>
                  <a:cubicBezTo>
                    <a:pt x="1417152" y="1198498"/>
                    <a:pt x="1426296" y="1195196"/>
                    <a:pt x="1442679" y="1181480"/>
                  </a:cubicBezTo>
                  <a:cubicBezTo>
                    <a:pt x="1468206" y="1160017"/>
                    <a:pt x="1476461" y="1129410"/>
                    <a:pt x="1463634" y="1103248"/>
                  </a:cubicBezTo>
                  <a:cubicBezTo>
                    <a:pt x="1446997" y="1069339"/>
                    <a:pt x="1423375" y="1058290"/>
                    <a:pt x="1344762" y="1048003"/>
                  </a:cubicBezTo>
                  <a:cubicBezTo>
                    <a:pt x="1246337" y="1035049"/>
                    <a:pt x="1149817" y="998727"/>
                    <a:pt x="933028" y="893063"/>
                  </a:cubicBezTo>
                  <a:cubicBezTo>
                    <a:pt x="882609" y="868552"/>
                    <a:pt x="829650" y="844676"/>
                    <a:pt x="815172" y="840104"/>
                  </a:cubicBezTo>
                  <a:cubicBezTo>
                    <a:pt x="800694" y="835532"/>
                    <a:pt x="786978" y="828801"/>
                    <a:pt x="784819" y="825245"/>
                  </a:cubicBezTo>
                  <a:cubicBezTo>
                    <a:pt x="782660" y="821816"/>
                    <a:pt x="777961" y="819657"/>
                    <a:pt x="771865" y="818641"/>
                  </a:cubicBezTo>
                  <a:cubicBezTo>
                    <a:pt x="769071" y="818133"/>
                    <a:pt x="765896" y="818006"/>
                    <a:pt x="762594" y="818006"/>
                  </a:cubicBezTo>
                  <a:close/>
                  <a:moveTo>
                    <a:pt x="2199725" y="1051432"/>
                  </a:moveTo>
                  <a:cubicBezTo>
                    <a:pt x="2185882" y="1051432"/>
                    <a:pt x="2131272" y="1065402"/>
                    <a:pt x="2078441" y="1082420"/>
                  </a:cubicBezTo>
                  <a:cubicBezTo>
                    <a:pt x="1972904" y="1116456"/>
                    <a:pt x="1918421" y="1127632"/>
                    <a:pt x="1828759" y="1127632"/>
                  </a:cubicBezTo>
                  <a:cubicBezTo>
                    <a:pt x="1807041" y="1127632"/>
                    <a:pt x="1783166" y="1126997"/>
                    <a:pt x="1755988" y="1125854"/>
                  </a:cubicBezTo>
                  <a:cubicBezTo>
                    <a:pt x="1728683" y="1124711"/>
                    <a:pt x="1706204" y="1123949"/>
                    <a:pt x="1687662" y="1123949"/>
                  </a:cubicBezTo>
                  <a:cubicBezTo>
                    <a:pt x="1619463" y="1123949"/>
                    <a:pt x="1603969" y="1133474"/>
                    <a:pt x="1587586" y="1165097"/>
                  </a:cubicBezTo>
                  <a:cubicBezTo>
                    <a:pt x="1567520" y="1203959"/>
                    <a:pt x="1583776" y="1244091"/>
                    <a:pt x="1626956" y="1262379"/>
                  </a:cubicBezTo>
                  <a:cubicBezTo>
                    <a:pt x="1635465" y="1265935"/>
                    <a:pt x="1675343" y="1267840"/>
                    <a:pt x="1737700" y="1267840"/>
                  </a:cubicBezTo>
                  <a:cubicBezTo>
                    <a:pt x="1756369" y="1267840"/>
                    <a:pt x="1777070" y="1267713"/>
                    <a:pt x="1799422" y="1267332"/>
                  </a:cubicBezTo>
                  <a:cubicBezTo>
                    <a:pt x="1971760" y="1264665"/>
                    <a:pt x="1987128" y="1261744"/>
                    <a:pt x="2161498" y="1197736"/>
                  </a:cubicBezTo>
                  <a:cubicBezTo>
                    <a:pt x="2227411" y="1173479"/>
                    <a:pt x="2244048" y="1164462"/>
                    <a:pt x="2255097" y="1146809"/>
                  </a:cubicBezTo>
                  <a:cubicBezTo>
                    <a:pt x="2281641" y="1104391"/>
                    <a:pt x="2250906" y="1051432"/>
                    <a:pt x="2199725" y="1051432"/>
                  </a:cubicBezTo>
                  <a:close/>
                </a:path>
              </a:pathLst>
            </a:custGeom>
            <a:solidFill>
              <a:srgbClr val="FFC26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877992" y="-63503"/>
            <a:ext cx="4473512" cy="3555997"/>
            <a:chOff x="0" y="0"/>
            <a:chExt cx="4473512" cy="355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979883" y="63500"/>
              <a:ext cx="3429051" cy="3429000"/>
            </a:xfrm>
            <a:custGeom>
              <a:avLst/>
              <a:gdLst/>
              <a:ahLst/>
              <a:cxnLst/>
              <a:rect r="r" b="b" t="t" l="l"/>
              <a:pathLst>
                <a:path h="3429000" w="3429051">
                  <a:moveTo>
                    <a:pt x="49" y="0"/>
                  </a:moveTo>
                  <a:lnTo>
                    <a:pt x="3429051" y="0"/>
                  </a:lnTo>
                  <a:lnTo>
                    <a:pt x="3429051" y="3429000"/>
                  </a:lnTo>
                  <a:cubicBezTo>
                    <a:pt x="3429051" y="3429000"/>
                    <a:pt x="2451786" y="3302127"/>
                    <a:pt x="2540940" y="2678049"/>
                  </a:cubicBezTo>
                  <a:cubicBezTo>
                    <a:pt x="2541575" y="2671826"/>
                    <a:pt x="2542972" y="2664968"/>
                    <a:pt x="2543734" y="2658872"/>
                  </a:cubicBezTo>
                  <a:cubicBezTo>
                    <a:pt x="2569769" y="2453132"/>
                    <a:pt x="2520366" y="2252853"/>
                    <a:pt x="2416226" y="2086864"/>
                  </a:cubicBezTo>
                  <a:cubicBezTo>
                    <a:pt x="2238552" y="1805051"/>
                    <a:pt x="2303069" y="1433322"/>
                    <a:pt x="2559609" y="1220724"/>
                  </a:cubicBezTo>
                  <a:lnTo>
                    <a:pt x="2847010" y="982091"/>
                  </a:lnTo>
                  <a:cubicBezTo>
                    <a:pt x="2934766" y="908685"/>
                    <a:pt x="2955341" y="783844"/>
                    <a:pt x="2898445" y="684403"/>
                  </a:cubicBezTo>
                  <a:cubicBezTo>
                    <a:pt x="2897810" y="683768"/>
                    <a:pt x="2897810" y="683006"/>
                    <a:pt x="2897047" y="682371"/>
                  </a:cubicBezTo>
                  <a:cubicBezTo>
                    <a:pt x="2675560" y="289433"/>
                    <a:pt x="2005507" y="572643"/>
                    <a:pt x="2005507" y="572643"/>
                  </a:cubicBezTo>
                  <a:cubicBezTo>
                    <a:pt x="2005507" y="572643"/>
                    <a:pt x="850442" y="1042416"/>
                    <a:pt x="216076" y="277749"/>
                  </a:cubicBezTo>
                  <a:cubicBezTo>
                    <a:pt x="-8968" y="6223"/>
                    <a:pt x="49" y="0"/>
                    <a:pt x="49" y="0"/>
                  </a:cubicBezTo>
                  <a:close/>
                </a:path>
              </a:pathLst>
            </a:custGeom>
            <a:solidFill>
              <a:srgbClr val="FFB4C9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67" y="70612"/>
              <a:ext cx="4346638" cy="2543937"/>
            </a:xfrm>
            <a:custGeom>
              <a:avLst/>
              <a:gdLst/>
              <a:ahLst/>
              <a:cxnLst/>
              <a:rect r="r" b="b" t="t" l="l"/>
              <a:pathLst>
                <a:path h="2543937" w="4346638">
                  <a:moveTo>
                    <a:pt x="49082" y="0"/>
                  </a:moveTo>
                  <a:cubicBezTo>
                    <a:pt x="-13529" y="0"/>
                    <a:pt x="-5528" y="5588"/>
                    <a:pt x="14665" y="80899"/>
                  </a:cubicBezTo>
                  <a:cubicBezTo>
                    <a:pt x="43621" y="189230"/>
                    <a:pt x="69656" y="231394"/>
                    <a:pt x="187639" y="362204"/>
                  </a:cubicBezTo>
                  <a:cubicBezTo>
                    <a:pt x="225993" y="404749"/>
                    <a:pt x="251266" y="422910"/>
                    <a:pt x="278317" y="422910"/>
                  </a:cubicBezTo>
                  <a:cubicBezTo>
                    <a:pt x="289239" y="422910"/>
                    <a:pt x="300542" y="419989"/>
                    <a:pt x="312988" y="414401"/>
                  </a:cubicBezTo>
                  <a:cubicBezTo>
                    <a:pt x="347532" y="399034"/>
                    <a:pt x="372297" y="361442"/>
                    <a:pt x="371916" y="324866"/>
                  </a:cubicBezTo>
                  <a:cubicBezTo>
                    <a:pt x="371662" y="295402"/>
                    <a:pt x="349564" y="259842"/>
                    <a:pt x="291906" y="196215"/>
                  </a:cubicBezTo>
                  <a:cubicBezTo>
                    <a:pt x="236026" y="134493"/>
                    <a:pt x="200085" y="77597"/>
                    <a:pt x="185099" y="26670"/>
                  </a:cubicBezTo>
                  <a:lnTo>
                    <a:pt x="177352" y="254"/>
                  </a:lnTo>
                  <a:lnTo>
                    <a:pt x="87944" y="254"/>
                  </a:lnTo>
                  <a:cubicBezTo>
                    <a:pt x="72704" y="254"/>
                    <a:pt x="59877" y="127"/>
                    <a:pt x="49082" y="127"/>
                  </a:cubicBezTo>
                  <a:close/>
                  <a:moveTo>
                    <a:pt x="555558" y="473837"/>
                  </a:moveTo>
                  <a:cubicBezTo>
                    <a:pt x="554669" y="473837"/>
                    <a:pt x="553780" y="473837"/>
                    <a:pt x="552891" y="473837"/>
                  </a:cubicBezTo>
                  <a:cubicBezTo>
                    <a:pt x="522157" y="474726"/>
                    <a:pt x="490788" y="490347"/>
                    <a:pt x="476564" y="516890"/>
                  </a:cubicBezTo>
                  <a:cubicBezTo>
                    <a:pt x="455609" y="555879"/>
                    <a:pt x="465134" y="593217"/>
                    <a:pt x="504631" y="626364"/>
                  </a:cubicBezTo>
                  <a:cubicBezTo>
                    <a:pt x="516188" y="636143"/>
                    <a:pt x="561654" y="676402"/>
                    <a:pt x="605850" y="715899"/>
                  </a:cubicBezTo>
                  <a:cubicBezTo>
                    <a:pt x="737168" y="833501"/>
                    <a:pt x="783523" y="869315"/>
                    <a:pt x="824671" y="869315"/>
                  </a:cubicBezTo>
                  <a:cubicBezTo>
                    <a:pt x="835974" y="869315"/>
                    <a:pt x="846896" y="866648"/>
                    <a:pt x="859088" y="862203"/>
                  </a:cubicBezTo>
                  <a:cubicBezTo>
                    <a:pt x="890965" y="850519"/>
                    <a:pt x="904427" y="837311"/>
                    <a:pt x="916492" y="805815"/>
                  </a:cubicBezTo>
                  <a:cubicBezTo>
                    <a:pt x="924621" y="784479"/>
                    <a:pt x="925255" y="774700"/>
                    <a:pt x="919668" y="753872"/>
                  </a:cubicBezTo>
                  <a:cubicBezTo>
                    <a:pt x="911793" y="724662"/>
                    <a:pt x="917635" y="729869"/>
                    <a:pt x="742756" y="595757"/>
                  </a:cubicBezTo>
                  <a:cubicBezTo>
                    <a:pt x="674684" y="543560"/>
                    <a:pt x="612200" y="495554"/>
                    <a:pt x="603691" y="488950"/>
                  </a:cubicBezTo>
                  <a:cubicBezTo>
                    <a:pt x="590229" y="478536"/>
                    <a:pt x="573084" y="473710"/>
                    <a:pt x="555558" y="473710"/>
                  </a:cubicBezTo>
                  <a:close/>
                  <a:moveTo>
                    <a:pt x="1172398" y="848233"/>
                  </a:moveTo>
                  <a:cubicBezTo>
                    <a:pt x="1107755" y="848233"/>
                    <a:pt x="1090483" y="855980"/>
                    <a:pt x="1072194" y="877697"/>
                  </a:cubicBezTo>
                  <a:cubicBezTo>
                    <a:pt x="1042350" y="913257"/>
                    <a:pt x="1043492" y="956818"/>
                    <a:pt x="1075369" y="988568"/>
                  </a:cubicBezTo>
                  <a:cubicBezTo>
                    <a:pt x="1095181" y="1008380"/>
                    <a:pt x="1098991" y="1009396"/>
                    <a:pt x="1196147" y="1020318"/>
                  </a:cubicBezTo>
                  <a:cubicBezTo>
                    <a:pt x="1230310" y="1024128"/>
                    <a:pt x="1288476" y="1031367"/>
                    <a:pt x="1325433" y="1036193"/>
                  </a:cubicBezTo>
                  <a:cubicBezTo>
                    <a:pt x="1366073" y="1041527"/>
                    <a:pt x="1389949" y="1044321"/>
                    <a:pt x="1406205" y="1044321"/>
                  </a:cubicBezTo>
                  <a:cubicBezTo>
                    <a:pt x="1424493" y="1044321"/>
                    <a:pt x="1433129" y="1040765"/>
                    <a:pt x="1445194" y="1033399"/>
                  </a:cubicBezTo>
                  <a:cubicBezTo>
                    <a:pt x="1508313" y="994918"/>
                    <a:pt x="1502344" y="905637"/>
                    <a:pt x="1434399" y="871855"/>
                  </a:cubicBezTo>
                  <a:cubicBezTo>
                    <a:pt x="1408110" y="858774"/>
                    <a:pt x="1391854" y="856742"/>
                    <a:pt x="1271839" y="851154"/>
                  </a:cubicBezTo>
                  <a:cubicBezTo>
                    <a:pt x="1234120" y="849376"/>
                    <a:pt x="1204402" y="848360"/>
                    <a:pt x="1180653" y="848106"/>
                  </a:cubicBezTo>
                  <a:cubicBezTo>
                    <a:pt x="1177859" y="848106"/>
                    <a:pt x="1175192" y="848106"/>
                    <a:pt x="1172525" y="848106"/>
                  </a:cubicBezTo>
                  <a:close/>
                  <a:moveTo>
                    <a:pt x="1626550" y="1039495"/>
                  </a:moveTo>
                  <a:cubicBezTo>
                    <a:pt x="1609024" y="1039495"/>
                    <a:pt x="1591625" y="1043686"/>
                    <a:pt x="1579052" y="1052322"/>
                  </a:cubicBezTo>
                  <a:cubicBezTo>
                    <a:pt x="1537142" y="1080770"/>
                    <a:pt x="1531173" y="1137666"/>
                    <a:pt x="1565844" y="1177290"/>
                  </a:cubicBezTo>
                  <a:cubicBezTo>
                    <a:pt x="1587180" y="1201801"/>
                    <a:pt x="1652839" y="1307846"/>
                    <a:pt x="1693606" y="1383919"/>
                  </a:cubicBezTo>
                  <a:cubicBezTo>
                    <a:pt x="1726626" y="1445641"/>
                    <a:pt x="1741485" y="1464691"/>
                    <a:pt x="1766631" y="1477772"/>
                  </a:cubicBezTo>
                  <a:cubicBezTo>
                    <a:pt x="1776664" y="1482979"/>
                    <a:pt x="1794952" y="1485900"/>
                    <a:pt x="1811716" y="1485900"/>
                  </a:cubicBezTo>
                  <a:cubicBezTo>
                    <a:pt x="1822638" y="1485900"/>
                    <a:pt x="1832925" y="1484630"/>
                    <a:pt x="1840037" y="1482090"/>
                  </a:cubicBezTo>
                  <a:cubicBezTo>
                    <a:pt x="1854515" y="1476756"/>
                    <a:pt x="1877629" y="1454023"/>
                    <a:pt x="1887281" y="1435481"/>
                  </a:cubicBezTo>
                  <a:cubicBezTo>
                    <a:pt x="1900235" y="1410589"/>
                    <a:pt x="1897822" y="1375537"/>
                    <a:pt x="1880550" y="1338453"/>
                  </a:cubicBezTo>
                  <a:cubicBezTo>
                    <a:pt x="1849181" y="1271016"/>
                    <a:pt x="1717482" y="1084580"/>
                    <a:pt x="1680906" y="1055878"/>
                  </a:cubicBezTo>
                  <a:cubicBezTo>
                    <a:pt x="1667952" y="1045718"/>
                    <a:pt x="1649283" y="1040130"/>
                    <a:pt x="1630487" y="1039495"/>
                  </a:cubicBezTo>
                  <a:cubicBezTo>
                    <a:pt x="1629217" y="1039495"/>
                    <a:pt x="1627947" y="1039368"/>
                    <a:pt x="1626677" y="1039368"/>
                  </a:cubicBezTo>
                  <a:close/>
                  <a:moveTo>
                    <a:pt x="719515" y="127"/>
                  </a:moveTo>
                  <a:lnTo>
                    <a:pt x="730691" y="18923"/>
                  </a:lnTo>
                  <a:cubicBezTo>
                    <a:pt x="753424" y="57531"/>
                    <a:pt x="835085" y="154559"/>
                    <a:pt x="899474" y="219837"/>
                  </a:cubicBezTo>
                  <a:cubicBezTo>
                    <a:pt x="1013647" y="335407"/>
                    <a:pt x="1098229" y="397510"/>
                    <a:pt x="1236406" y="466852"/>
                  </a:cubicBezTo>
                  <a:cubicBezTo>
                    <a:pt x="1340038" y="518922"/>
                    <a:pt x="1421953" y="548132"/>
                    <a:pt x="1559367" y="582041"/>
                  </a:cubicBezTo>
                  <a:cubicBezTo>
                    <a:pt x="1751772" y="629412"/>
                    <a:pt x="1806128" y="657352"/>
                    <a:pt x="1883217" y="748157"/>
                  </a:cubicBezTo>
                  <a:cubicBezTo>
                    <a:pt x="1943669" y="819404"/>
                    <a:pt x="1960433" y="847344"/>
                    <a:pt x="2023425" y="982599"/>
                  </a:cubicBezTo>
                  <a:cubicBezTo>
                    <a:pt x="2084893" y="1114679"/>
                    <a:pt x="2117024" y="1173353"/>
                    <a:pt x="2159315" y="1231646"/>
                  </a:cubicBezTo>
                  <a:cubicBezTo>
                    <a:pt x="2308667" y="1437005"/>
                    <a:pt x="2660076" y="1586230"/>
                    <a:pt x="3096321" y="1629410"/>
                  </a:cubicBezTo>
                  <a:cubicBezTo>
                    <a:pt x="3196525" y="1639316"/>
                    <a:pt x="3510469" y="1654556"/>
                    <a:pt x="3615370" y="1654683"/>
                  </a:cubicBezTo>
                  <a:cubicBezTo>
                    <a:pt x="3821873" y="1654810"/>
                    <a:pt x="3966653" y="1669796"/>
                    <a:pt x="4103305" y="1705229"/>
                  </a:cubicBezTo>
                  <a:cubicBezTo>
                    <a:pt x="4173028" y="1723263"/>
                    <a:pt x="4319205" y="1775206"/>
                    <a:pt x="4330762" y="1786001"/>
                  </a:cubicBezTo>
                  <a:cubicBezTo>
                    <a:pt x="4334064" y="1789049"/>
                    <a:pt x="4338890" y="1791462"/>
                    <a:pt x="4341684" y="1791462"/>
                  </a:cubicBezTo>
                  <a:cubicBezTo>
                    <a:pt x="4344478" y="1791462"/>
                    <a:pt x="4346637" y="1745742"/>
                    <a:pt x="4346637" y="1689735"/>
                  </a:cubicBezTo>
                  <a:lnTo>
                    <a:pt x="4346637" y="1688846"/>
                  </a:lnTo>
                  <a:cubicBezTo>
                    <a:pt x="4346637" y="1598168"/>
                    <a:pt x="4345494" y="1586992"/>
                    <a:pt x="4335715" y="1583055"/>
                  </a:cubicBezTo>
                  <a:cubicBezTo>
                    <a:pt x="4295202" y="1566545"/>
                    <a:pt x="4189157" y="1533144"/>
                    <a:pt x="4128959" y="1518031"/>
                  </a:cubicBezTo>
                  <a:cubicBezTo>
                    <a:pt x="3982528" y="1481328"/>
                    <a:pt x="3875975" y="1470660"/>
                    <a:pt x="3600257" y="1464945"/>
                  </a:cubicBezTo>
                  <a:cubicBezTo>
                    <a:pt x="3224973" y="1457325"/>
                    <a:pt x="3007421" y="1437894"/>
                    <a:pt x="2832161" y="1396365"/>
                  </a:cubicBezTo>
                  <a:cubicBezTo>
                    <a:pt x="2629977" y="1348486"/>
                    <a:pt x="2427793" y="1250696"/>
                    <a:pt x="2345751" y="1160780"/>
                  </a:cubicBezTo>
                  <a:cubicBezTo>
                    <a:pt x="2289109" y="1098804"/>
                    <a:pt x="2280092" y="1082548"/>
                    <a:pt x="2147250" y="804164"/>
                  </a:cubicBezTo>
                  <a:cubicBezTo>
                    <a:pt x="2097847" y="700659"/>
                    <a:pt x="1982912" y="564769"/>
                    <a:pt x="1895282" y="506476"/>
                  </a:cubicBezTo>
                  <a:cubicBezTo>
                    <a:pt x="1825178" y="459867"/>
                    <a:pt x="1751518" y="433578"/>
                    <a:pt x="1572575" y="391795"/>
                  </a:cubicBezTo>
                  <a:cubicBezTo>
                    <a:pt x="1493073" y="373126"/>
                    <a:pt x="1367343" y="324993"/>
                    <a:pt x="1289491" y="283083"/>
                  </a:cubicBezTo>
                  <a:cubicBezTo>
                    <a:pt x="1182430" y="225679"/>
                    <a:pt x="1101658" y="160782"/>
                    <a:pt x="992692" y="44704"/>
                  </a:cubicBezTo>
                  <a:lnTo>
                    <a:pt x="950782" y="127"/>
                  </a:lnTo>
                  <a:close/>
                  <a:moveTo>
                    <a:pt x="2179000" y="1549527"/>
                  </a:moveTo>
                  <a:cubicBezTo>
                    <a:pt x="2178365" y="1549527"/>
                    <a:pt x="2177857" y="1549527"/>
                    <a:pt x="2177222" y="1549527"/>
                  </a:cubicBezTo>
                  <a:cubicBezTo>
                    <a:pt x="2166300" y="1549781"/>
                    <a:pt x="2154870" y="1552702"/>
                    <a:pt x="2142551" y="1557909"/>
                  </a:cubicBezTo>
                  <a:cubicBezTo>
                    <a:pt x="2115500" y="1569212"/>
                    <a:pt x="2096069" y="1600581"/>
                    <a:pt x="2095942" y="1632712"/>
                  </a:cubicBezTo>
                  <a:cubicBezTo>
                    <a:pt x="2095942" y="1659509"/>
                    <a:pt x="2128581" y="1712976"/>
                    <a:pt x="2198558" y="1800860"/>
                  </a:cubicBezTo>
                  <a:cubicBezTo>
                    <a:pt x="2293935" y="1920494"/>
                    <a:pt x="2343465" y="1963928"/>
                    <a:pt x="2393630" y="1963928"/>
                  </a:cubicBezTo>
                  <a:cubicBezTo>
                    <a:pt x="2403536" y="1963928"/>
                    <a:pt x="2413315" y="1962277"/>
                    <a:pt x="2423602" y="1959102"/>
                  </a:cubicBezTo>
                  <a:cubicBezTo>
                    <a:pt x="2450780" y="1950847"/>
                    <a:pt x="2480244" y="1919732"/>
                    <a:pt x="2485070" y="1894332"/>
                  </a:cubicBezTo>
                  <a:cubicBezTo>
                    <a:pt x="2492817" y="1853057"/>
                    <a:pt x="2484308" y="1838960"/>
                    <a:pt x="2400996" y="1755140"/>
                  </a:cubicBezTo>
                  <a:cubicBezTo>
                    <a:pt x="2357181" y="1711071"/>
                    <a:pt x="2303841" y="1652905"/>
                    <a:pt x="2282505" y="1625981"/>
                  </a:cubicBezTo>
                  <a:cubicBezTo>
                    <a:pt x="2240087" y="1572387"/>
                    <a:pt x="2211131" y="1549527"/>
                    <a:pt x="2178873" y="1549527"/>
                  </a:cubicBezTo>
                  <a:close/>
                  <a:moveTo>
                    <a:pt x="2650678" y="1950212"/>
                  </a:moveTo>
                  <a:cubicBezTo>
                    <a:pt x="2620198" y="1950212"/>
                    <a:pt x="2600513" y="1959864"/>
                    <a:pt x="2581590" y="1981581"/>
                  </a:cubicBezTo>
                  <a:cubicBezTo>
                    <a:pt x="2566604" y="1998726"/>
                    <a:pt x="2562413" y="2009267"/>
                    <a:pt x="2562413" y="2029714"/>
                  </a:cubicBezTo>
                  <a:cubicBezTo>
                    <a:pt x="2562413" y="2061083"/>
                    <a:pt x="2579812" y="2092325"/>
                    <a:pt x="2604069" y="2104517"/>
                  </a:cubicBezTo>
                  <a:cubicBezTo>
                    <a:pt x="2627310" y="2116201"/>
                    <a:pt x="2717734" y="2136648"/>
                    <a:pt x="2801808" y="2149348"/>
                  </a:cubicBezTo>
                  <a:cubicBezTo>
                    <a:pt x="2839400" y="2154936"/>
                    <a:pt x="2886009" y="2163572"/>
                    <a:pt x="2905313" y="2168398"/>
                  </a:cubicBezTo>
                  <a:cubicBezTo>
                    <a:pt x="2926903" y="2173859"/>
                    <a:pt x="2944810" y="2176526"/>
                    <a:pt x="2960177" y="2176526"/>
                  </a:cubicBezTo>
                  <a:cubicBezTo>
                    <a:pt x="2975544" y="2176526"/>
                    <a:pt x="2988625" y="2173859"/>
                    <a:pt x="3000817" y="2168398"/>
                  </a:cubicBezTo>
                  <a:cubicBezTo>
                    <a:pt x="3032313" y="2154428"/>
                    <a:pt x="3048950" y="2131187"/>
                    <a:pt x="3052252" y="2096516"/>
                  </a:cubicBezTo>
                  <a:cubicBezTo>
                    <a:pt x="3059872" y="2017141"/>
                    <a:pt x="2990911" y="1981200"/>
                    <a:pt x="2808031" y="1969135"/>
                  </a:cubicBezTo>
                  <a:cubicBezTo>
                    <a:pt x="2773868" y="1966849"/>
                    <a:pt x="2724338" y="1960880"/>
                    <a:pt x="2698049" y="1955673"/>
                  </a:cubicBezTo>
                  <a:cubicBezTo>
                    <a:pt x="2682936" y="1952752"/>
                    <a:pt x="2669855" y="1950974"/>
                    <a:pt x="2658298" y="1950466"/>
                  </a:cubicBezTo>
                  <a:cubicBezTo>
                    <a:pt x="2655758" y="1950339"/>
                    <a:pt x="2653218" y="1950339"/>
                    <a:pt x="2650805" y="1950339"/>
                  </a:cubicBezTo>
                  <a:close/>
                  <a:moveTo>
                    <a:pt x="3590224" y="2001012"/>
                  </a:moveTo>
                  <a:cubicBezTo>
                    <a:pt x="3590098" y="2001012"/>
                    <a:pt x="3589970" y="2001012"/>
                    <a:pt x="3589843" y="2001012"/>
                  </a:cubicBezTo>
                  <a:cubicBezTo>
                    <a:pt x="3547680" y="2001139"/>
                    <a:pt x="3341305" y="2039366"/>
                    <a:pt x="3311332" y="2052574"/>
                  </a:cubicBezTo>
                  <a:cubicBezTo>
                    <a:pt x="3242880" y="2082800"/>
                    <a:pt x="3234117" y="2175891"/>
                    <a:pt x="3296728" y="2209546"/>
                  </a:cubicBezTo>
                  <a:cubicBezTo>
                    <a:pt x="3310062" y="2216658"/>
                    <a:pt x="3325430" y="2220468"/>
                    <a:pt x="3339273" y="2220468"/>
                  </a:cubicBezTo>
                  <a:cubicBezTo>
                    <a:pt x="3349687" y="2220468"/>
                    <a:pt x="3359212" y="2218436"/>
                    <a:pt x="3366450" y="2214118"/>
                  </a:cubicBezTo>
                  <a:cubicBezTo>
                    <a:pt x="3372547" y="2210562"/>
                    <a:pt x="3428173" y="2202307"/>
                    <a:pt x="3490022" y="2195576"/>
                  </a:cubicBezTo>
                  <a:cubicBezTo>
                    <a:pt x="3565332" y="2187448"/>
                    <a:pt x="3611433" y="2179574"/>
                    <a:pt x="3629594" y="2171573"/>
                  </a:cubicBezTo>
                  <a:cubicBezTo>
                    <a:pt x="3717987" y="2132457"/>
                    <a:pt x="3687253" y="2001139"/>
                    <a:pt x="3590098" y="2001139"/>
                  </a:cubicBezTo>
                  <a:close/>
                  <a:moveTo>
                    <a:pt x="283905" y="127"/>
                  </a:moveTo>
                  <a:lnTo>
                    <a:pt x="296351" y="20320"/>
                  </a:lnTo>
                  <a:cubicBezTo>
                    <a:pt x="303209" y="31496"/>
                    <a:pt x="323275" y="65786"/>
                    <a:pt x="340928" y="96520"/>
                  </a:cubicBezTo>
                  <a:cubicBezTo>
                    <a:pt x="389188" y="180467"/>
                    <a:pt x="414842" y="212090"/>
                    <a:pt x="517585" y="314325"/>
                  </a:cubicBezTo>
                  <a:cubicBezTo>
                    <a:pt x="622614" y="418719"/>
                    <a:pt x="678494" y="465201"/>
                    <a:pt x="801176" y="550164"/>
                  </a:cubicBezTo>
                  <a:cubicBezTo>
                    <a:pt x="962720" y="662051"/>
                    <a:pt x="981263" y="669798"/>
                    <a:pt x="1242756" y="734441"/>
                  </a:cubicBezTo>
                  <a:cubicBezTo>
                    <a:pt x="1464625" y="789305"/>
                    <a:pt x="1510980" y="808101"/>
                    <a:pt x="1600642" y="878967"/>
                  </a:cubicBezTo>
                  <a:cubicBezTo>
                    <a:pt x="1697670" y="955675"/>
                    <a:pt x="1752915" y="1033399"/>
                    <a:pt x="1849562" y="1228471"/>
                  </a:cubicBezTo>
                  <a:cubicBezTo>
                    <a:pt x="1928175" y="1387221"/>
                    <a:pt x="2011995" y="1503426"/>
                    <a:pt x="2141408" y="1632966"/>
                  </a:cubicBezTo>
                  <a:cubicBezTo>
                    <a:pt x="2251263" y="1742948"/>
                    <a:pt x="2352609" y="1808353"/>
                    <a:pt x="2482022" y="1852803"/>
                  </a:cubicBezTo>
                  <a:cubicBezTo>
                    <a:pt x="2608514" y="1896237"/>
                    <a:pt x="2721544" y="1913128"/>
                    <a:pt x="2947096" y="1922018"/>
                  </a:cubicBezTo>
                  <a:cubicBezTo>
                    <a:pt x="3120959" y="1928876"/>
                    <a:pt x="3248722" y="1938147"/>
                    <a:pt x="3329620" y="1949831"/>
                  </a:cubicBezTo>
                  <a:cubicBezTo>
                    <a:pt x="3363783" y="1954784"/>
                    <a:pt x="3428173" y="1961642"/>
                    <a:pt x="3472623" y="1965325"/>
                  </a:cubicBezTo>
                  <a:cubicBezTo>
                    <a:pt x="3556697" y="1972056"/>
                    <a:pt x="3690174" y="1991741"/>
                    <a:pt x="3839653" y="2019300"/>
                  </a:cubicBezTo>
                  <a:cubicBezTo>
                    <a:pt x="3992180" y="2047367"/>
                    <a:pt x="4048441" y="2065274"/>
                    <a:pt x="4159693" y="2120519"/>
                  </a:cubicBezTo>
                  <a:cubicBezTo>
                    <a:pt x="4229416" y="2155190"/>
                    <a:pt x="4270183" y="2182495"/>
                    <a:pt x="4317046" y="2225929"/>
                  </a:cubicBezTo>
                  <a:lnTo>
                    <a:pt x="4346637" y="2253361"/>
                  </a:lnTo>
                  <a:lnTo>
                    <a:pt x="4346637" y="2009267"/>
                  </a:lnTo>
                  <a:lnTo>
                    <a:pt x="4320221" y="1992503"/>
                  </a:lnTo>
                  <a:cubicBezTo>
                    <a:pt x="4275771" y="1964309"/>
                    <a:pt x="4147120" y="1905000"/>
                    <a:pt x="4086287" y="1884680"/>
                  </a:cubicBezTo>
                  <a:cubicBezTo>
                    <a:pt x="4025835" y="1864487"/>
                    <a:pt x="3903534" y="1837309"/>
                    <a:pt x="3793044" y="1819783"/>
                  </a:cubicBezTo>
                  <a:cubicBezTo>
                    <a:pt x="3757103" y="1814068"/>
                    <a:pt x="3694111" y="1803908"/>
                    <a:pt x="3653089" y="1797304"/>
                  </a:cubicBezTo>
                  <a:cubicBezTo>
                    <a:pt x="3612069" y="1790700"/>
                    <a:pt x="3543488" y="1782318"/>
                    <a:pt x="3500689" y="1778635"/>
                  </a:cubicBezTo>
                  <a:cubicBezTo>
                    <a:pt x="3457891" y="1774952"/>
                    <a:pt x="3390707" y="1767840"/>
                    <a:pt x="3351464" y="1762633"/>
                  </a:cubicBezTo>
                  <a:cubicBezTo>
                    <a:pt x="3250373" y="1749298"/>
                    <a:pt x="3160075" y="1742694"/>
                    <a:pt x="2981386" y="1735709"/>
                  </a:cubicBezTo>
                  <a:cubicBezTo>
                    <a:pt x="2650551" y="1722755"/>
                    <a:pt x="2526472" y="1692148"/>
                    <a:pt x="2371024" y="1585087"/>
                  </a:cubicBezTo>
                  <a:cubicBezTo>
                    <a:pt x="2312604" y="1544955"/>
                    <a:pt x="2210623" y="1439164"/>
                    <a:pt x="2143186" y="1348994"/>
                  </a:cubicBezTo>
                  <a:cubicBezTo>
                    <a:pt x="2079813" y="1264285"/>
                    <a:pt x="2050730" y="1217041"/>
                    <a:pt x="2017583" y="1144524"/>
                  </a:cubicBezTo>
                  <a:cubicBezTo>
                    <a:pt x="1903791" y="895731"/>
                    <a:pt x="1772600" y="744474"/>
                    <a:pt x="1585021" y="645287"/>
                  </a:cubicBezTo>
                  <a:cubicBezTo>
                    <a:pt x="1523045" y="612521"/>
                    <a:pt x="1487358" y="601091"/>
                    <a:pt x="1319972" y="559943"/>
                  </a:cubicBezTo>
                  <a:cubicBezTo>
                    <a:pt x="1102293" y="506476"/>
                    <a:pt x="1094927" y="504444"/>
                    <a:pt x="1052763" y="485394"/>
                  </a:cubicBezTo>
                  <a:cubicBezTo>
                    <a:pt x="1009202" y="465709"/>
                    <a:pt x="928684" y="413004"/>
                    <a:pt x="826195" y="336931"/>
                  </a:cubicBezTo>
                  <a:cubicBezTo>
                    <a:pt x="746312" y="278003"/>
                    <a:pt x="551113" y="86995"/>
                    <a:pt x="515045" y="32766"/>
                  </a:cubicBezTo>
                  <a:lnTo>
                    <a:pt x="493201" y="127"/>
                  </a:lnTo>
                  <a:lnTo>
                    <a:pt x="388553" y="127"/>
                  </a:lnTo>
                  <a:lnTo>
                    <a:pt x="283905" y="127"/>
                  </a:lnTo>
                  <a:close/>
                  <a:moveTo>
                    <a:pt x="3744403" y="2096897"/>
                  </a:moveTo>
                  <a:cubicBezTo>
                    <a:pt x="3738687" y="2096897"/>
                    <a:pt x="3733100" y="2097024"/>
                    <a:pt x="3727638" y="2097151"/>
                  </a:cubicBezTo>
                  <a:cubicBezTo>
                    <a:pt x="3693603" y="2098421"/>
                    <a:pt x="3664393" y="2103374"/>
                    <a:pt x="3646739" y="2112010"/>
                  </a:cubicBezTo>
                  <a:cubicBezTo>
                    <a:pt x="3598606" y="2135632"/>
                    <a:pt x="3580318" y="2188972"/>
                    <a:pt x="3605973" y="2231136"/>
                  </a:cubicBezTo>
                  <a:cubicBezTo>
                    <a:pt x="3624006" y="2260727"/>
                    <a:pt x="3644454" y="2269109"/>
                    <a:pt x="3701731" y="2269109"/>
                  </a:cubicBezTo>
                  <a:cubicBezTo>
                    <a:pt x="3704270" y="2269109"/>
                    <a:pt x="3706811" y="2269109"/>
                    <a:pt x="3709478" y="2269109"/>
                  </a:cubicBezTo>
                  <a:cubicBezTo>
                    <a:pt x="3711001" y="2269109"/>
                    <a:pt x="3712653" y="2269109"/>
                    <a:pt x="3714176" y="2269109"/>
                  </a:cubicBezTo>
                  <a:cubicBezTo>
                    <a:pt x="3771454" y="2269109"/>
                    <a:pt x="3827587" y="2281682"/>
                    <a:pt x="3918901" y="2314956"/>
                  </a:cubicBezTo>
                  <a:cubicBezTo>
                    <a:pt x="3950143" y="2326386"/>
                    <a:pt x="3969574" y="2331720"/>
                    <a:pt x="3985830" y="2331720"/>
                  </a:cubicBezTo>
                  <a:cubicBezTo>
                    <a:pt x="3998784" y="2331720"/>
                    <a:pt x="4009579" y="2328291"/>
                    <a:pt x="4022787" y="2321687"/>
                  </a:cubicBezTo>
                  <a:cubicBezTo>
                    <a:pt x="4091113" y="2287397"/>
                    <a:pt x="4088319" y="2188210"/>
                    <a:pt x="4018088" y="2153158"/>
                  </a:cubicBezTo>
                  <a:cubicBezTo>
                    <a:pt x="3989767" y="2139061"/>
                    <a:pt x="3914964" y="2119122"/>
                    <a:pt x="3837367" y="2105152"/>
                  </a:cubicBezTo>
                  <a:cubicBezTo>
                    <a:pt x="3806379" y="2099564"/>
                    <a:pt x="3773993" y="2096897"/>
                    <a:pt x="3744275" y="2096897"/>
                  </a:cubicBezTo>
                  <a:close/>
                  <a:moveTo>
                    <a:pt x="4234369" y="2295779"/>
                  </a:moveTo>
                  <a:cubicBezTo>
                    <a:pt x="4229543" y="2295779"/>
                    <a:pt x="4224463" y="2296033"/>
                    <a:pt x="4218494" y="2296541"/>
                  </a:cubicBezTo>
                  <a:cubicBezTo>
                    <a:pt x="4111941" y="2305431"/>
                    <a:pt x="4100511" y="2448941"/>
                    <a:pt x="4204778" y="2468499"/>
                  </a:cubicBezTo>
                  <a:cubicBezTo>
                    <a:pt x="4221923" y="2471674"/>
                    <a:pt x="4256340" y="2488057"/>
                    <a:pt x="4289995" y="2508885"/>
                  </a:cubicBezTo>
                  <a:lnTo>
                    <a:pt x="4346383" y="2543937"/>
                  </a:lnTo>
                  <a:lnTo>
                    <a:pt x="4346383" y="2338197"/>
                  </a:lnTo>
                  <a:lnTo>
                    <a:pt x="4299647" y="2315972"/>
                  </a:lnTo>
                  <a:cubicBezTo>
                    <a:pt x="4269167" y="2301494"/>
                    <a:pt x="4255578" y="2296414"/>
                    <a:pt x="4238052" y="2295906"/>
                  </a:cubicBezTo>
                  <a:cubicBezTo>
                    <a:pt x="4236909" y="2295906"/>
                    <a:pt x="4235639" y="2295906"/>
                    <a:pt x="4234369" y="2295906"/>
                  </a:cubicBezTo>
                  <a:close/>
                </a:path>
              </a:pathLst>
            </a:custGeom>
            <a:solidFill>
              <a:srgbClr val="FD6F96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4364376" y="6149092"/>
            <a:ext cx="3990165" cy="4204449"/>
          </a:xfrm>
          <a:custGeom>
            <a:avLst/>
            <a:gdLst/>
            <a:ahLst/>
            <a:cxnLst/>
            <a:rect r="r" b="b" t="t" l="l"/>
            <a:pathLst>
              <a:path h="4204449" w="3990165">
                <a:moveTo>
                  <a:pt x="0" y="0"/>
                </a:moveTo>
                <a:lnTo>
                  <a:pt x="3990166" y="0"/>
                </a:lnTo>
                <a:lnTo>
                  <a:pt x="3990166" y="4204450"/>
                </a:lnTo>
                <a:lnTo>
                  <a:pt x="0" y="42044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0" y="1966912"/>
            <a:ext cx="3855139" cy="6353175"/>
            <a:chOff x="0" y="0"/>
            <a:chExt cx="5140185" cy="84709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40211" cy="8470900"/>
            </a:xfrm>
            <a:custGeom>
              <a:avLst/>
              <a:gdLst/>
              <a:ahLst/>
              <a:cxnLst/>
              <a:rect r="r" b="b" t="t" l="l"/>
              <a:pathLst>
                <a:path h="8470900" w="5140211">
                  <a:moveTo>
                    <a:pt x="0" y="0"/>
                  </a:moveTo>
                  <a:lnTo>
                    <a:pt x="5140211" y="0"/>
                  </a:lnTo>
                  <a:lnTo>
                    <a:pt x="5140211" y="8470900"/>
                  </a:lnTo>
                  <a:lnTo>
                    <a:pt x="0" y="847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300" t="-87600" r="-236925" b="-8763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285977" y="1966912"/>
            <a:ext cx="3124200" cy="6353175"/>
            <a:chOff x="0" y="0"/>
            <a:chExt cx="4165600" cy="8470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65600" cy="8470900"/>
            </a:xfrm>
            <a:custGeom>
              <a:avLst/>
              <a:gdLst/>
              <a:ahLst/>
              <a:cxnLst/>
              <a:rect r="r" b="b" t="t" l="l"/>
              <a:pathLst>
                <a:path h="8470900" w="4165600">
                  <a:moveTo>
                    <a:pt x="0" y="0"/>
                  </a:moveTo>
                  <a:lnTo>
                    <a:pt x="4165600" y="0"/>
                  </a:lnTo>
                  <a:lnTo>
                    <a:pt x="4165600" y="8470900"/>
                  </a:lnTo>
                  <a:lnTo>
                    <a:pt x="0" y="847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9570" t="0" r="-131567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410177" y="1966912"/>
            <a:ext cx="3945693" cy="5972175"/>
            <a:chOff x="0" y="0"/>
            <a:chExt cx="5260924" cy="79629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60937" cy="7962900"/>
            </a:xfrm>
            <a:custGeom>
              <a:avLst/>
              <a:gdLst/>
              <a:ahLst/>
              <a:cxnLst/>
              <a:rect r="r" b="b" t="t" l="l"/>
              <a:pathLst>
                <a:path h="7962900" w="5260937">
                  <a:moveTo>
                    <a:pt x="0" y="0"/>
                  </a:moveTo>
                  <a:lnTo>
                    <a:pt x="5260937" y="0"/>
                  </a:lnTo>
                  <a:lnTo>
                    <a:pt x="5260937" y="7962900"/>
                  </a:lnTo>
                  <a:lnTo>
                    <a:pt x="0" y="796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77927" t="-18858" r="0" b="-18858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933177" y="1966912"/>
            <a:ext cx="3352800" cy="6353175"/>
            <a:chOff x="0" y="0"/>
            <a:chExt cx="4470400" cy="84709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70400" cy="8470900"/>
            </a:xfrm>
            <a:custGeom>
              <a:avLst/>
              <a:gdLst/>
              <a:ahLst/>
              <a:cxnLst/>
              <a:rect r="r" b="b" t="t" l="l"/>
              <a:pathLst>
                <a:path h="8470900" w="4470400">
                  <a:moveTo>
                    <a:pt x="0" y="0"/>
                  </a:moveTo>
                  <a:lnTo>
                    <a:pt x="4470400" y="0"/>
                  </a:lnTo>
                  <a:lnTo>
                    <a:pt x="4470400" y="8470900"/>
                  </a:lnTo>
                  <a:lnTo>
                    <a:pt x="0" y="847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1746" r="-75568" b="-11792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355870" y="2058538"/>
            <a:ext cx="3705225" cy="6353175"/>
            <a:chOff x="0" y="0"/>
            <a:chExt cx="4940300" cy="84709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40300" cy="8470900"/>
            </a:xfrm>
            <a:custGeom>
              <a:avLst/>
              <a:gdLst/>
              <a:ahLst/>
              <a:cxnLst/>
              <a:rect r="r" b="b" t="t" l="l"/>
              <a:pathLst>
                <a:path h="8470900" w="4940300">
                  <a:moveTo>
                    <a:pt x="0" y="0"/>
                  </a:moveTo>
                  <a:lnTo>
                    <a:pt x="4940300" y="0"/>
                  </a:lnTo>
                  <a:lnTo>
                    <a:pt x="4940300" y="8470900"/>
                  </a:lnTo>
                  <a:lnTo>
                    <a:pt x="0" y="847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28684" t="0" r="-107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-63503" y="6472933"/>
            <a:ext cx="3918642" cy="3877561"/>
            <a:chOff x="0" y="0"/>
            <a:chExt cx="3918649" cy="38775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3791588" cy="3750564"/>
            </a:xfrm>
            <a:custGeom>
              <a:avLst/>
              <a:gdLst/>
              <a:ahLst/>
              <a:cxnLst/>
              <a:rect r="r" b="b" t="t" l="l"/>
              <a:pathLst>
                <a:path h="3750564" w="3791588">
                  <a:moveTo>
                    <a:pt x="0" y="0"/>
                  </a:moveTo>
                  <a:lnTo>
                    <a:pt x="0" y="3750564"/>
                  </a:lnTo>
                  <a:lnTo>
                    <a:pt x="3791588" y="3750564"/>
                  </a:lnTo>
                  <a:lnTo>
                    <a:pt x="379158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500" y="771271"/>
              <a:ext cx="2621917" cy="3042793"/>
            </a:xfrm>
            <a:custGeom>
              <a:avLst/>
              <a:gdLst/>
              <a:ahLst/>
              <a:cxnLst/>
              <a:rect r="r" b="b" t="t" l="l"/>
              <a:pathLst>
                <a:path h="3042793" w="2621917">
                  <a:moveTo>
                    <a:pt x="0" y="0"/>
                  </a:moveTo>
                  <a:lnTo>
                    <a:pt x="0" y="3042793"/>
                  </a:lnTo>
                  <a:lnTo>
                    <a:pt x="2621917" y="3042793"/>
                  </a:lnTo>
                  <a:lnTo>
                    <a:pt x="262191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467359" y="1801368"/>
              <a:ext cx="1060832" cy="920115"/>
            </a:xfrm>
            <a:custGeom>
              <a:avLst/>
              <a:gdLst/>
              <a:ahLst/>
              <a:cxnLst/>
              <a:rect r="r" b="b" t="t" l="l"/>
              <a:pathLst>
                <a:path h="920115" w="1060832">
                  <a:moveTo>
                    <a:pt x="0" y="920115"/>
                  </a:moveTo>
                  <a:lnTo>
                    <a:pt x="1060832" y="920115"/>
                  </a:lnTo>
                  <a:lnTo>
                    <a:pt x="10608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-63503" y="-63503"/>
            <a:ext cx="6478133" cy="3558464"/>
            <a:chOff x="0" y="0"/>
            <a:chExt cx="6478143" cy="35584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500" y="63500"/>
              <a:ext cx="3868551" cy="2852418"/>
            </a:xfrm>
            <a:custGeom>
              <a:avLst/>
              <a:gdLst/>
              <a:ahLst/>
              <a:cxnLst/>
              <a:rect r="r" b="b" t="t" l="l"/>
              <a:pathLst>
                <a:path h="2852418" w="3868551">
                  <a:moveTo>
                    <a:pt x="0" y="0"/>
                  </a:moveTo>
                  <a:lnTo>
                    <a:pt x="0" y="2852418"/>
                  </a:lnTo>
                  <a:lnTo>
                    <a:pt x="3868551" y="2852418"/>
                  </a:lnTo>
                  <a:lnTo>
                    <a:pt x="386855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3500" y="63500"/>
              <a:ext cx="3449324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49324">
                  <a:moveTo>
                    <a:pt x="0" y="0"/>
                  </a:moveTo>
                  <a:lnTo>
                    <a:pt x="0" y="3431410"/>
                  </a:lnTo>
                  <a:lnTo>
                    <a:pt x="3449324" y="3431410"/>
                  </a:lnTo>
                  <a:lnTo>
                    <a:pt x="344932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741933" y="63500"/>
              <a:ext cx="3672717" cy="1267713"/>
            </a:xfrm>
            <a:custGeom>
              <a:avLst/>
              <a:gdLst/>
              <a:ahLst/>
              <a:cxnLst/>
              <a:rect r="r" b="b" t="t" l="l"/>
              <a:pathLst>
                <a:path h="1267713" w="3672717">
                  <a:moveTo>
                    <a:pt x="0" y="0"/>
                  </a:moveTo>
                  <a:lnTo>
                    <a:pt x="0" y="1267713"/>
                  </a:lnTo>
                  <a:lnTo>
                    <a:pt x="3672716" y="1267713"/>
                  </a:lnTo>
                  <a:lnTo>
                    <a:pt x="367271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863237" y="-63503"/>
            <a:ext cx="4488256" cy="3558464"/>
            <a:chOff x="0" y="0"/>
            <a:chExt cx="4488256" cy="35584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500" y="63500"/>
              <a:ext cx="4361304" cy="2549904"/>
            </a:xfrm>
            <a:custGeom>
              <a:avLst/>
              <a:gdLst/>
              <a:ahLst/>
              <a:cxnLst/>
              <a:rect r="r" b="b" t="t" l="l"/>
              <a:pathLst>
                <a:path h="2549904" w="4361304">
                  <a:moveTo>
                    <a:pt x="0" y="0"/>
                  </a:moveTo>
                  <a:lnTo>
                    <a:pt x="0" y="2549904"/>
                  </a:lnTo>
                  <a:lnTo>
                    <a:pt x="4361304" y="2549904"/>
                  </a:lnTo>
                  <a:lnTo>
                    <a:pt x="436130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987043" y="63500"/>
              <a:ext cx="3437761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37761">
                  <a:moveTo>
                    <a:pt x="0" y="0"/>
                  </a:moveTo>
                  <a:lnTo>
                    <a:pt x="0" y="3431410"/>
                  </a:lnTo>
                  <a:lnTo>
                    <a:pt x="3437761" y="3431410"/>
                  </a:lnTo>
                  <a:lnTo>
                    <a:pt x="343776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355870" y="6149092"/>
            <a:ext cx="3995623" cy="4201401"/>
            <a:chOff x="0" y="0"/>
            <a:chExt cx="3995623" cy="420140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2476244" y="63500"/>
              <a:ext cx="1455927" cy="2358134"/>
            </a:xfrm>
            <a:custGeom>
              <a:avLst/>
              <a:gdLst/>
              <a:ahLst/>
              <a:cxnLst/>
              <a:rect r="r" b="b" t="t" l="l"/>
              <a:pathLst>
                <a:path h="2358134" w="1455927">
                  <a:moveTo>
                    <a:pt x="0" y="0"/>
                  </a:moveTo>
                  <a:lnTo>
                    <a:pt x="0" y="2358134"/>
                  </a:lnTo>
                  <a:lnTo>
                    <a:pt x="1455927" y="2358134"/>
                  </a:lnTo>
                  <a:lnTo>
                    <a:pt x="145592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63500" y="276352"/>
              <a:ext cx="3868671" cy="3861559"/>
            </a:xfrm>
            <a:custGeom>
              <a:avLst/>
              <a:gdLst/>
              <a:ahLst/>
              <a:cxnLst/>
              <a:rect r="r" b="b" t="t" l="l"/>
              <a:pathLst>
                <a:path h="3861559" w="3868671">
                  <a:moveTo>
                    <a:pt x="0" y="0"/>
                  </a:moveTo>
                  <a:lnTo>
                    <a:pt x="0" y="3861559"/>
                  </a:lnTo>
                  <a:lnTo>
                    <a:pt x="3868671" y="3861559"/>
                  </a:lnTo>
                  <a:lnTo>
                    <a:pt x="386867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974597" y="2798697"/>
              <a:ext cx="2477387" cy="1234566"/>
            </a:xfrm>
            <a:custGeom>
              <a:avLst/>
              <a:gdLst/>
              <a:ahLst/>
              <a:cxnLst/>
              <a:rect r="r" b="b" t="t" l="l"/>
              <a:pathLst>
                <a:path h="1234566" w="2477387">
                  <a:moveTo>
                    <a:pt x="0" y="1234566"/>
                  </a:moveTo>
                  <a:lnTo>
                    <a:pt x="2477388" y="1234566"/>
                  </a:lnTo>
                  <a:lnTo>
                    <a:pt x="24773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000500"/>
            <a:ext cx="18288000" cy="18288000"/>
            <a:chOff x="0" y="0"/>
            <a:chExt cx="24384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6551" y="6472933"/>
            <a:ext cx="3921690" cy="3880609"/>
          </a:xfrm>
          <a:custGeom>
            <a:avLst/>
            <a:gdLst/>
            <a:ahLst/>
            <a:cxnLst/>
            <a:rect r="r" b="b" t="t" l="l"/>
            <a:pathLst>
              <a:path h="3880609" w="3921690">
                <a:moveTo>
                  <a:pt x="0" y="0"/>
                </a:moveTo>
                <a:lnTo>
                  <a:pt x="3921690" y="0"/>
                </a:lnTo>
                <a:lnTo>
                  <a:pt x="3921690" y="3880609"/>
                </a:lnTo>
                <a:lnTo>
                  <a:pt x="0" y="38806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3503" y="-66551"/>
            <a:ext cx="6478133" cy="3561512"/>
          </a:xfrm>
          <a:custGeom>
            <a:avLst/>
            <a:gdLst/>
            <a:ahLst/>
            <a:cxnLst/>
            <a:rect r="r" b="b" t="t" l="l"/>
            <a:pathLst>
              <a:path h="3561512" w="6478133">
                <a:moveTo>
                  <a:pt x="0" y="0"/>
                </a:moveTo>
                <a:lnTo>
                  <a:pt x="6478133" y="0"/>
                </a:lnTo>
                <a:lnTo>
                  <a:pt x="6478133" y="3561512"/>
                </a:lnTo>
                <a:lnTo>
                  <a:pt x="0" y="3561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863237" y="-63503"/>
            <a:ext cx="4488256" cy="3558464"/>
            <a:chOff x="0" y="0"/>
            <a:chExt cx="4488256" cy="3558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94616" y="63500"/>
              <a:ext cx="3429045" cy="3428997"/>
            </a:xfrm>
            <a:custGeom>
              <a:avLst/>
              <a:gdLst/>
              <a:ahLst/>
              <a:cxnLst/>
              <a:rect r="r" b="b" t="t" l="l"/>
              <a:pathLst>
                <a:path h="3428997" w="3429045">
                  <a:moveTo>
                    <a:pt x="47" y="0"/>
                  </a:moveTo>
                  <a:lnTo>
                    <a:pt x="3429045" y="0"/>
                  </a:lnTo>
                  <a:lnTo>
                    <a:pt x="3429045" y="3428997"/>
                  </a:lnTo>
                  <a:cubicBezTo>
                    <a:pt x="3429045" y="3428997"/>
                    <a:pt x="2451781" y="3302124"/>
                    <a:pt x="2540935" y="2678047"/>
                  </a:cubicBezTo>
                  <a:cubicBezTo>
                    <a:pt x="2541570" y="2671824"/>
                    <a:pt x="2542967" y="2664966"/>
                    <a:pt x="2543728" y="2658870"/>
                  </a:cubicBezTo>
                  <a:cubicBezTo>
                    <a:pt x="2569764" y="2453130"/>
                    <a:pt x="2520361" y="2252851"/>
                    <a:pt x="2416221" y="2086862"/>
                  </a:cubicBezTo>
                  <a:cubicBezTo>
                    <a:pt x="2238548" y="1805050"/>
                    <a:pt x="2303064" y="1433321"/>
                    <a:pt x="2559603" y="1220723"/>
                  </a:cubicBezTo>
                  <a:lnTo>
                    <a:pt x="2847004" y="982090"/>
                  </a:lnTo>
                  <a:cubicBezTo>
                    <a:pt x="2934761" y="908684"/>
                    <a:pt x="2955335" y="783843"/>
                    <a:pt x="2898439" y="684402"/>
                  </a:cubicBezTo>
                  <a:cubicBezTo>
                    <a:pt x="2897804" y="683767"/>
                    <a:pt x="2897804" y="683005"/>
                    <a:pt x="2897042" y="682370"/>
                  </a:cubicBezTo>
                  <a:cubicBezTo>
                    <a:pt x="2675554" y="289433"/>
                    <a:pt x="2005503" y="572643"/>
                    <a:pt x="2005503" y="572643"/>
                  </a:cubicBezTo>
                  <a:cubicBezTo>
                    <a:pt x="2005503" y="572643"/>
                    <a:pt x="850439" y="1042415"/>
                    <a:pt x="216074" y="277749"/>
                  </a:cubicBezTo>
                  <a:cubicBezTo>
                    <a:pt x="-8843" y="6223"/>
                    <a:pt x="47" y="0"/>
                    <a:pt x="47" y="0"/>
                  </a:cubicBezTo>
                  <a:close/>
                </a:path>
              </a:pathLst>
            </a:custGeom>
            <a:solidFill>
              <a:srgbClr val="FFB4C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8256" y="70574"/>
              <a:ext cx="4346421" cy="2544100"/>
            </a:xfrm>
            <a:custGeom>
              <a:avLst/>
              <a:gdLst/>
              <a:ahLst/>
              <a:cxnLst/>
              <a:rect r="r" b="b" t="t" l="l"/>
              <a:pathLst>
                <a:path h="2544100" w="4346421">
                  <a:moveTo>
                    <a:pt x="283948" y="165"/>
                  </a:moveTo>
                  <a:lnTo>
                    <a:pt x="388596" y="165"/>
                  </a:lnTo>
                  <a:lnTo>
                    <a:pt x="493244" y="165"/>
                  </a:lnTo>
                  <a:lnTo>
                    <a:pt x="514961" y="32804"/>
                  </a:lnTo>
                  <a:cubicBezTo>
                    <a:pt x="551156" y="87033"/>
                    <a:pt x="746354" y="278041"/>
                    <a:pt x="825983" y="337096"/>
                  </a:cubicBezTo>
                  <a:cubicBezTo>
                    <a:pt x="928472" y="413042"/>
                    <a:pt x="1008990" y="465874"/>
                    <a:pt x="1052551" y="485559"/>
                  </a:cubicBezTo>
                  <a:cubicBezTo>
                    <a:pt x="1094715" y="504609"/>
                    <a:pt x="1102081" y="506641"/>
                    <a:pt x="1319759" y="560108"/>
                  </a:cubicBezTo>
                  <a:cubicBezTo>
                    <a:pt x="1487018" y="601255"/>
                    <a:pt x="1522832" y="612685"/>
                    <a:pt x="1584808" y="645451"/>
                  </a:cubicBezTo>
                  <a:cubicBezTo>
                    <a:pt x="1772387" y="744638"/>
                    <a:pt x="1903451" y="895895"/>
                    <a:pt x="2017370" y="1144688"/>
                  </a:cubicBezTo>
                  <a:cubicBezTo>
                    <a:pt x="2050517" y="1217205"/>
                    <a:pt x="2079599" y="1264449"/>
                    <a:pt x="2142973" y="1349158"/>
                  </a:cubicBezTo>
                  <a:cubicBezTo>
                    <a:pt x="2210410" y="1439328"/>
                    <a:pt x="2312517" y="1544992"/>
                    <a:pt x="2370810" y="1585251"/>
                  </a:cubicBezTo>
                  <a:cubicBezTo>
                    <a:pt x="2526258" y="1692312"/>
                    <a:pt x="2650337" y="1722919"/>
                    <a:pt x="2981172" y="1735873"/>
                  </a:cubicBezTo>
                  <a:cubicBezTo>
                    <a:pt x="3159861" y="1742858"/>
                    <a:pt x="3250158" y="1749462"/>
                    <a:pt x="3351250" y="1762797"/>
                  </a:cubicBezTo>
                  <a:cubicBezTo>
                    <a:pt x="3390620" y="1768004"/>
                    <a:pt x="3457803" y="1775243"/>
                    <a:pt x="3500474" y="1778799"/>
                  </a:cubicBezTo>
                  <a:cubicBezTo>
                    <a:pt x="3543146" y="1782355"/>
                    <a:pt x="3611853" y="1790737"/>
                    <a:pt x="3652874" y="1797468"/>
                  </a:cubicBezTo>
                  <a:cubicBezTo>
                    <a:pt x="3693896" y="1804199"/>
                    <a:pt x="3756887" y="1814232"/>
                    <a:pt x="3792828" y="1819947"/>
                  </a:cubicBezTo>
                  <a:cubicBezTo>
                    <a:pt x="3903191" y="1837473"/>
                    <a:pt x="4025619" y="1864651"/>
                    <a:pt x="4086071" y="1884843"/>
                  </a:cubicBezTo>
                  <a:cubicBezTo>
                    <a:pt x="4146904" y="1905290"/>
                    <a:pt x="4275555" y="1964473"/>
                    <a:pt x="4320005" y="1992667"/>
                  </a:cubicBezTo>
                  <a:lnTo>
                    <a:pt x="4346421" y="2009430"/>
                  </a:lnTo>
                  <a:lnTo>
                    <a:pt x="4346421" y="2131477"/>
                  </a:lnTo>
                  <a:lnTo>
                    <a:pt x="4346421" y="2253524"/>
                  </a:lnTo>
                  <a:lnTo>
                    <a:pt x="4316830" y="2226092"/>
                  </a:lnTo>
                  <a:cubicBezTo>
                    <a:pt x="4269967" y="2182658"/>
                    <a:pt x="4229200" y="2155353"/>
                    <a:pt x="4159477" y="2120682"/>
                  </a:cubicBezTo>
                  <a:cubicBezTo>
                    <a:pt x="4048352" y="2065437"/>
                    <a:pt x="3991965" y="2047530"/>
                    <a:pt x="3839437" y="2019464"/>
                  </a:cubicBezTo>
                  <a:cubicBezTo>
                    <a:pt x="3689958" y="1991904"/>
                    <a:pt x="3556481" y="1972220"/>
                    <a:pt x="3472408" y="1965489"/>
                  </a:cubicBezTo>
                  <a:cubicBezTo>
                    <a:pt x="3427958" y="1961932"/>
                    <a:pt x="3363569" y="1954948"/>
                    <a:pt x="3329406" y="1949995"/>
                  </a:cubicBezTo>
                  <a:cubicBezTo>
                    <a:pt x="3248507" y="1938310"/>
                    <a:pt x="3120745" y="1929039"/>
                    <a:pt x="2946882" y="1922181"/>
                  </a:cubicBezTo>
                  <a:cubicBezTo>
                    <a:pt x="2721330" y="1913292"/>
                    <a:pt x="2608427" y="1896401"/>
                    <a:pt x="2481808" y="1852967"/>
                  </a:cubicBezTo>
                  <a:cubicBezTo>
                    <a:pt x="2352395" y="1808517"/>
                    <a:pt x="2251049" y="1743112"/>
                    <a:pt x="2141195" y="1633130"/>
                  </a:cubicBezTo>
                  <a:cubicBezTo>
                    <a:pt x="2011782" y="1503463"/>
                    <a:pt x="1927962" y="1387385"/>
                    <a:pt x="1849349" y="1228635"/>
                  </a:cubicBezTo>
                  <a:cubicBezTo>
                    <a:pt x="1752702" y="1033563"/>
                    <a:pt x="1697457" y="955966"/>
                    <a:pt x="1600429" y="879131"/>
                  </a:cubicBezTo>
                  <a:cubicBezTo>
                    <a:pt x="1510767" y="808138"/>
                    <a:pt x="1464412" y="789469"/>
                    <a:pt x="1242543" y="734605"/>
                  </a:cubicBezTo>
                  <a:cubicBezTo>
                    <a:pt x="981050" y="669962"/>
                    <a:pt x="962381" y="662088"/>
                    <a:pt x="800964" y="550329"/>
                  </a:cubicBezTo>
                  <a:cubicBezTo>
                    <a:pt x="678283" y="465366"/>
                    <a:pt x="622276" y="418884"/>
                    <a:pt x="517374" y="314490"/>
                  </a:cubicBezTo>
                  <a:cubicBezTo>
                    <a:pt x="414758" y="212128"/>
                    <a:pt x="389104" y="180505"/>
                    <a:pt x="340844" y="96558"/>
                  </a:cubicBezTo>
                  <a:cubicBezTo>
                    <a:pt x="323191" y="65824"/>
                    <a:pt x="303125" y="31534"/>
                    <a:pt x="296267" y="20358"/>
                  </a:cubicBezTo>
                  <a:lnTo>
                    <a:pt x="283821" y="165"/>
                  </a:lnTo>
                  <a:close/>
                  <a:moveTo>
                    <a:pt x="950570" y="165"/>
                  </a:moveTo>
                  <a:lnTo>
                    <a:pt x="992480" y="44742"/>
                  </a:lnTo>
                  <a:cubicBezTo>
                    <a:pt x="1101319" y="160820"/>
                    <a:pt x="1182218" y="225717"/>
                    <a:pt x="1289279" y="283121"/>
                  </a:cubicBezTo>
                  <a:cubicBezTo>
                    <a:pt x="1367257" y="324904"/>
                    <a:pt x="1492987" y="373164"/>
                    <a:pt x="1572362" y="391833"/>
                  </a:cubicBezTo>
                  <a:cubicBezTo>
                    <a:pt x="1751305" y="433743"/>
                    <a:pt x="1824965" y="459905"/>
                    <a:pt x="1895069" y="506514"/>
                  </a:cubicBezTo>
                  <a:cubicBezTo>
                    <a:pt x="1982572" y="564807"/>
                    <a:pt x="2097633" y="700696"/>
                    <a:pt x="2147036" y="804201"/>
                  </a:cubicBezTo>
                  <a:cubicBezTo>
                    <a:pt x="2279878" y="1082712"/>
                    <a:pt x="2288895" y="1098841"/>
                    <a:pt x="2345537" y="1160817"/>
                  </a:cubicBezTo>
                  <a:cubicBezTo>
                    <a:pt x="2427706" y="1250733"/>
                    <a:pt x="2629763" y="1348523"/>
                    <a:pt x="2831947" y="1396402"/>
                  </a:cubicBezTo>
                  <a:cubicBezTo>
                    <a:pt x="3007207" y="1437931"/>
                    <a:pt x="3224885" y="1457362"/>
                    <a:pt x="3600042" y="1464982"/>
                  </a:cubicBezTo>
                  <a:cubicBezTo>
                    <a:pt x="3875759" y="1470570"/>
                    <a:pt x="3982312" y="1481238"/>
                    <a:pt x="4128743" y="1518068"/>
                  </a:cubicBezTo>
                  <a:cubicBezTo>
                    <a:pt x="4188941" y="1533181"/>
                    <a:pt x="4294986" y="1566455"/>
                    <a:pt x="4335499" y="1583092"/>
                  </a:cubicBezTo>
                  <a:cubicBezTo>
                    <a:pt x="4345278" y="1587029"/>
                    <a:pt x="4346421" y="1598205"/>
                    <a:pt x="4346421" y="1689518"/>
                  </a:cubicBezTo>
                  <a:cubicBezTo>
                    <a:pt x="4346421" y="1745652"/>
                    <a:pt x="4344135" y="1791499"/>
                    <a:pt x="4341468" y="1791499"/>
                  </a:cubicBezTo>
                  <a:cubicBezTo>
                    <a:pt x="4338801" y="1791499"/>
                    <a:pt x="4333848" y="1788959"/>
                    <a:pt x="4330546" y="1786038"/>
                  </a:cubicBezTo>
                  <a:cubicBezTo>
                    <a:pt x="4318989" y="1775243"/>
                    <a:pt x="4172812" y="1723300"/>
                    <a:pt x="4103089" y="1705266"/>
                  </a:cubicBezTo>
                  <a:cubicBezTo>
                    <a:pt x="3966564" y="1669833"/>
                    <a:pt x="3821658" y="1654847"/>
                    <a:pt x="3615155" y="1654720"/>
                  </a:cubicBezTo>
                  <a:cubicBezTo>
                    <a:pt x="3510253" y="1654720"/>
                    <a:pt x="3196310" y="1639353"/>
                    <a:pt x="3096107" y="1629447"/>
                  </a:cubicBezTo>
                  <a:cubicBezTo>
                    <a:pt x="2659862" y="1586267"/>
                    <a:pt x="2308453" y="1437042"/>
                    <a:pt x="2159102" y="1231683"/>
                  </a:cubicBezTo>
                  <a:cubicBezTo>
                    <a:pt x="2116683" y="1173390"/>
                    <a:pt x="2084680" y="1114716"/>
                    <a:pt x="2023211" y="982636"/>
                  </a:cubicBezTo>
                  <a:cubicBezTo>
                    <a:pt x="1960220" y="847381"/>
                    <a:pt x="1943456" y="819441"/>
                    <a:pt x="1883004" y="748194"/>
                  </a:cubicBezTo>
                  <a:cubicBezTo>
                    <a:pt x="1805915" y="657389"/>
                    <a:pt x="1751559" y="629449"/>
                    <a:pt x="1559154" y="582079"/>
                  </a:cubicBezTo>
                  <a:cubicBezTo>
                    <a:pt x="1421867" y="548170"/>
                    <a:pt x="1339825" y="518960"/>
                    <a:pt x="1236193" y="466890"/>
                  </a:cubicBezTo>
                  <a:cubicBezTo>
                    <a:pt x="1098144" y="397548"/>
                    <a:pt x="1013435" y="335445"/>
                    <a:pt x="899262" y="219875"/>
                  </a:cubicBezTo>
                  <a:cubicBezTo>
                    <a:pt x="834873" y="154724"/>
                    <a:pt x="753213" y="57569"/>
                    <a:pt x="730479" y="18961"/>
                  </a:cubicBezTo>
                  <a:lnTo>
                    <a:pt x="719304" y="165"/>
                  </a:lnTo>
                  <a:lnTo>
                    <a:pt x="834873" y="165"/>
                  </a:lnTo>
                  <a:lnTo>
                    <a:pt x="950443" y="165"/>
                  </a:lnTo>
                  <a:close/>
                  <a:moveTo>
                    <a:pt x="177014" y="165"/>
                  </a:moveTo>
                  <a:lnTo>
                    <a:pt x="184761" y="26581"/>
                  </a:lnTo>
                  <a:cubicBezTo>
                    <a:pt x="199874" y="77508"/>
                    <a:pt x="235688" y="134404"/>
                    <a:pt x="291568" y="196126"/>
                  </a:cubicBezTo>
                  <a:cubicBezTo>
                    <a:pt x="349226" y="259753"/>
                    <a:pt x="371324" y="295313"/>
                    <a:pt x="371578" y="324777"/>
                  </a:cubicBezTo>
                  <a:cubicBezTo>
                    <a:pt x="371832" y="361480"/>
                    <a:pt x="347194" y="399072"/>
                    <a:pt x="312650" y="414312"/>
                  </a:cubicBezTo>
                  <a:cubicBezTo>
                    <a:pt x="269343" y="433616"/>
                    <a:pt x="241149" y="421932"/>
                    <a:pt x="187301" y="362115"/>
                  </a:cubicBezTo>
                  <a:cubicBezTo>
                    <a:pt x="69572" y="231432"/>
                    <a:pt x="43664" y="189141"/>
                    <a:pt x="14708" y="80937"/>
                  </a:cubicBezTo>
                  <a:cubicBezTo>
                    <a:pt x="-9041" y="-7455"/>
                    <a:pt x="-15899" y="165"/>
                    <a:pt x="87987" y="165"/>
                  </a:cubicBezTo>
                  <a:lnTo>
                    <a:pt x="177141" y="165"/>
                  </a:lnTo>
                  <a:close/>
                  <a:moveTo>
                    <a:pt x="552934" y="473748"/>
                  </a:moveTo>
                  <a:cubicBezTo>
                    <a:pt x="571349" y="473240"/>
                    <a:pt x="589637" y="478066"/>
                    <a:pt x="603734" y="488988"/>
                  </a:cubicBezTo>
                  <a:cubicBezTo>
                    <a:pt x="612116" y="495465"/>
                    <a:pt x="674726" y="543598"/>
                    <a:pt x="742798" y="595795"/>
                  </a:cubicBezTo>
                  <a:cubicBezTo>
                    <a:pt x="917550" y="729906"/>
                    <a:pt x="911835" y="724699"/>
                    <a:pt x="919709" y="753909"/>
                  </a:cubicBezTo>
                  <a:cubicBezTo>
                    <a:pt x="925297" y="774737"/>
                    <a:pt x="924789" y="784389"/>
                    <a:pt x="916534" y="805852"/>
                  </a:cubicBezTo>
                  <a:cubicBezTo>
                    <a:pt x="904596" y="837221"/>
                    <a:pt x="891007" y="850556"/>
                    <a:pt x="859130" y="862240"/>
                  </a:cubicBezTo>
                  <a:cubicBezTo>
                    <a:pt x="802615" y="882941"/>
                    <a:pt x="773278" y="865923"/>
                    <a:pt x="605893" y="715936"/>
                  </a:cubicBezTo>
                  <a:cubicBezTo>
                    <a:pt x="561824" y="676439"/>
                    <a:pt x="516231" y="636053"/>
                    <a:pt x="504674" y="626401"/>
                  </a:cubicBezTo>
                  <a:cubicBezTo>
                    <a:pt x="465304" y="593254"/>
                    <a:pt x="455652" y="556043"/>
                    <a:pt x="476607" y="516928"/>
                  </a:cubicBezTo>
                  <a:cubicBezTo>
                    <a:pt x="490831" y="490385"/>
                    <a:pt x="522200" y="474764"/>
                    <a:pt x="552934" y="473875"/>
                  </a:cubicBezTo>
                  <a:close/>
                  <a:moveTo>
                    <a:pt x="1180567" y="848270"/>
                  </a:moveTo>
                  <a:cubicBezTo>
                    <a:pt x="1204316" y="848524"/>
                    <a:pt x="1234034" y="849540"/>
                    <a:pt x="1271753" y="851318"/>
                  </a:cubicBezTo>
                  <a:cubicBezTo>
                    <a:pt x="1391768" y="856779"/>
                    <a:pt x="1408024" y="858938"/>
                    <a:pt x="1434313" y="872019"/>
                  </a:cubicBezTo>
                  <a:cubicBezTo>
                    <a:pt x="1502258" y="905801"/>
                    <a:pt x="1508354" y="995082"/>
                    <a:pt x="1445108" y="1033563"/>
                  </a:cubicBezTo>
                  <a:cubicBezTo>
                    <a:pt x="1422375" y="1047406"/>
                    <a:pt x="1411707" y="1047660"/>
                    <a:pt x="1325347" y="1036357"/>
                  </a:cubicBezTo>
                  <a:cubicBezTo>
                    <a:pt x="1288390" y="1031531"/>
                    <a:pt x="1230224" y="1024419"/>
                    <a:pt x="1196061" y="1020482"/>
                  </a:cubicBezTo>
                  <a:cubicBezTo>
                    <a:pt x="1098906" y="1009560"/>
                    <a:pt x="1095096" y="1008544"/>
                    <a:pt x="1075284" y="988732"/>
                  </a:cubicBezTo>
                  <a:cubicBezTo>
                    <a:pt x="1043534" y="956982"/>
                    <a:pt x="1042264" y="913421"/>
                    <a:pt x="1072109" y="877861"/>
                  </a:cubicBezTo>
                  <a:cubicBezTo>
                    <a:pt x="1091159" y="855128"/>
                    <a:pt x="1109066" y="847762"/>
                    <a:pt x="1180440" y="848397"/>
                  </a:cubicBezTo>
                  <a:close/>
                  <a:moveTo>
                    <a:pt x="1630147" y="1039786"/>
                  </a:moveTo>
                  <a:cubicBezTo>
                    <a:pt x="1648943" y="1040421"/>
                    <a:pt x="1667612" y="1046009"/>
                    <a:pt x="1680566" y="1056169"/>
                  </a:cubicBezTo>
                  <a:cubicBezTo>
                    <a:pt x="1717015" y="1084871"/>
                    <a:pt x="1848841" y="1271434"/>
                    <a:pt x="1880210" y="1338744"/>
                  </a:cubicBezTo>
                  <a:cubicBezTo>
                    <a:pt x="1897482" y="1375828"/>
                    <a:pt x="1899895" y="1410880"/>
                    <a:pt x="1886941" y="1435772"/>
                  </a:cubicBezTo>
                  <a:cubicBezTo>
                    <a:pt x="1877289" y="1454314"/>
                    <a:pt x="1854175" y="1477047"/>
                    <a:pt x="1839697" y="1482381"/>
                  </a:cubicBezTo>
                  <a:cubicBezTo>
                    <a:pt x="1821663" y="1488985"/>
                    <a:pt x="1782928" y="1486699"/>
                    <a:pt x="1766291" y="1478063"/>
                  </a:cubicBezTo>
                  <a:cubicBezTo>
                    <a:pt x="1741145" y="1464982"/>
                    <a:pt x="1726286" y="1445932"/>
                    <a:pt x="1693266" y="1384210"/>
                  </a:cubicBezTo>
                  <a:cubicBezTo>
                    <a:pt x="1652499" y="1308137"/>
                    <a:pt x="1586967" y="1201965"/>
                    <a:pt x="1565504" y="1177581"/>
                  </a:cubicBezTo>
                  <a:cubicBezTo>
                    <a:pt x="1530833" y="1137957"/>
                    <a:pt x="1536802" y="1081061"/>
                    <a:pt x="1578712" y="1052613"/>
                  </a:cubicBezTo>
                  <a:cubicBezTo>
                    <a:pt x="1592301" y="1043342"/>
                    <a:pt x="1611351" y="1039151"/>
                    <a:pt x="1630147" y="1039913"/>
                  </a:cubicBezTo>
                  <a:close/>
                  <a:moveTo>
                    <a:pt x="1945869" y="1549818"/>
                  </a:moveTo>
                  <a:cubicBezTo>
                    <a:pt x="1978762" y="1548929"/>
                    <a:pt x="2007972" y="1571662"/>
                    <a:pt x="2051151" y="1626272"/>
                  </a:cubicBezTo>
                  <a:cubicBezTo>
                    <a:pt x="2072488" y="1653196"/>
                    <a:pt x="2125827" y="1711362"/>
                    <a:pt x="2169642" y="1755431"/>
                  </a:cubicBezTo>
                  <a:cubicBezTo>
                    <a:pt x="2252954" y="1839378"/>
                    <a:pt x="2261463" y="1853348"/>
                    <a:pt x="2253716" y="1894623"/>
                  </a:cubicBezTo>
                  <a:cubicBezTo>
                    <a:pt x="2248891" y="1920023"/>
                    <a:pt x="2219426" y="1951137"/>
                    <a:pt x="2192248" y="1959392"/>
                  </a:cubicBezTo>
                  <a:cubicBezTo>
                    <a:pt x="2129891" y="1978315"/>
                    <a:pt x="2081377" y="1944279"/>
                    <a:pt x="1967205" y="1801151"/>
                  </a:cubicBezTo>
                  <a:cubicBezTo>
                    <a:pt x="1897228" y="1713394"/>
                    <a:pt x="1864462" y="1659800"/>
                    <a:pt x="1864589" y="1633003"/>
                  </a:cubicBezTo>
                  <a:cubicBezTo>
                    <a:pt x="1864589" y="1600872"/>
                    <a:pt x="1884147" y="1569376"/>
                    <a:pt x="1911198" y="1558200"/>
                  </a:cubicBezTo>
                  <a:cubicBezTo>
                    <a:pt x="1923644" y="1552993"/>
                    <a:pt x="1934947" y="1550199"/>
                    <a:pt x="1945869" y="1549818"/>
                  </a:cubicBezTo>
                  <a:close/>
                  <a:moveTo>
                    <a:pt x="2426944" y="1950629"/>
                  </a:moveTo>
                  <a:cubicBezTo>
                    <a:pt x="2438501" y="1951137"/>
                    <a:pt x="2451582" y="1952915"/>
                    <a:pt x="2466695" y="1955836"/>
                  </a:cubicBezTo>
                  <a:cubicBezTo>
                    <a:pt x="2492984" y="1960917"/>
                    <a:pt x="2542514" y="1967012"/>
                    <a:pt x="2576677" y="1969298"/>
                  </a:cubicBezTo>
                  <a:cubicBezTo>
                    <a:pt x="2759684" y="1981490"/>
                    <a:pt x="2828518" y="2017431"/>
                    <a:pt x="2820898" y="2096679"/>
                  </a:cubicBezTo>
                  <a:cubicBezTo>
                    <a:pt x="2817596" y="2131350"/>
                    <a:pt x="2800959" y="2154591"/>
                    <a:pt x="2769463" y="2168561"/>
                  </a:cubicBezTo>
                  <a:cubicBezTo>
                    <a:pt x="2745079" y="2179356"/>
                    <a:pt x="2717139" y="2179356"/>
                    <a:pt x="2673959" y="2168561"/>
                  </a:cubicBezTo>
                  <a:cubicBezTo>
                    <a:pt x="2654655" y="2163735"/>
                    <a:pt x="2608046" y="2155099"/>
                    <a:pt x="2570454" y="2149511"/>
                  </a:cubicBezTo>
                  <a:cubicBezTo>
                    <a:pt x="2486380" y="2136938"/>
                    <a:pt x="2395956" y="2116491"/>
                    <a:pt x="2372715" y="2104680"/>
                  </a:cubicBezTo>
                  <a:cubicBezTo>
                    <a:pt x="2348458" y="2092489"/>
                    <a:pt x="2331059" y="2061246"/>
                    <a:pt x="2331059" y="2029877"/>
                  </a:cubicBezTo>
                  <a:cubicBezTo>
                    <a:pt x="2331059" y="2009430"/>
                    <a:pt x="2335250" y="1998889"/>
                    <a:pt x="2350236" y="1981745"/>
                  </a:cubicBezTo>
                  <a:cubicBezTo>
                    <a:pt x="2370810" y="1958376"/>
                    <a:pt x="2392146" y="1948851"/>
                    <a:pt x="2426944" y="1950629"/>
                  </a:cubicBezTo>
                  <a:close/>
                  <a:moveTo>
                    <a:pt x="3358489" y="2001176"/>
                  </a:moveTo>
                  <a:cubicBezTo>
                    <a:pt x="3456025" y="2000795"/>
                    <a:pt x="3486758" y="2132493"/>
                    <a:pt x="3398367" y="2171609"/>
                  </a:cubicBezTo>
                  <a:cubicBezTo>
                    <a:pt x="3380206" y="2179610"/>
                    <a:pt x="3334105" y="2187611"/>
                    <a:pt x="3258794" y="2195612"/>
                  </a:cubicBezTo>
                  <a:cubicBezTo>
                    <a:pt x="3196945" y="2202216"/>
                    <a:pt x="3141319" y="2210598"/>
                    <a:pt x="3135223" y="2214154"/>
                  </a:cubicBezTo>
                  <a:cubicBezTo>
                    <a:pt x="3118205" y="2224060"/>
                    <a:pt x="3088868" y="2222155"/>
                    <a:pt x="3065500" y="2209582"/>
                  </a:cubicBezTo>
                  <a:cubicBezTo>
                    <a:pt x="3002889" y="2176054"/>
                    <a:pt x="3011652" y="2082836"/>
                    <a:pt x="3080105" y="2052610"/>
                  </a:cubicBezTo>
                  <a:cubicBezTo>
                    <a:pt x="3110077" y="2039402"/>
                    <a:pt x="3316452" y="2001176"/>
                    <a:pt x="3358616" y="2001048"/>
                  </a:cubicBezTo>
                  <a:close/>
                  <a:moveTo>
                    <a:pt x="3727677" y="2097441"/>
                  </a:moveTo>
                  <a:cubicBezTo>
                    <a:pt x="3761713" y="2096171"/>
                    <a:pt x="3800575" y="2098838"/>
                    <a:pt x="3837533" y="2105442"/>
                  </a:cubicBezTo>
                  <a:cubicBezTo>
                    <a:pt x="3915002" y="2119412"/>
                    <a:pt x="3989933" y="2139224"/>
                    <a:pt x="4018253" y="2153448"/>
                  </a:cubicBezTo>
                  <a:cubicBezTo>
                    <a:pt x="4088484" y="2188627"/>
                    <a:pt x="4091278" y="2287687"/>
                    <a:pt x="4022952" y="2321977"/>
                  </a:cubicBezTo>
                  <a:cubicBezTo>
                    <a:pt x="3993234" y="2336836"/>
                    <a:pt x="3975327" y="2335693"/>
                    <a:pt x="3919066" y="2315246"/>
                  </a:cubicBezTo>
                  <a:cubicBezTo>
                    <a:pt x="3825213" y="2281083"/>
                    <a:pt x="3768698" y="2268764"/>
                    <a:pt x="3709643" y="2269399"/>
                  </a:cubicBezTo>
                  <a:cubicBezTo>
                    <a:pt x="3646397" y="2270161"/>
                    <a:pt x="3624808" y="2262287"/>
                    <a:pt x="3606011" y="2231426"/>
                  </a:cubicBezTo>
                  <a:cubicBezTo>
                    <a:pt x="3580358" y="2189262"/>
                    <a:pt x="3598645" y="2135922"/>
                    <a:pt x="3646778" y="2112300"/>
                  </a:cubicBezTo>
                  <a:cubicBezTo>
                    <a:pt x="3664304" y="2103664"/>
                    <a:pt x="3693514" y="2098711"/>
                    <a:pt x="3727677" y="2097441"/>
                  </a:cubicBezTo>
                  <a:close/>
                  <a:moveTo>
                    <a:pt x="4238090" y="2296069"/>
                  </a:moveTo>
                  <a:cubicBezTo>
                    <a:pt x="4255616" y="2296704"/>
                    <a:pt x="4269205" y="2301657"/>
                    <a:pt x="4299685" y="2316135"/>
                  </a:cubicBezTo>
                  <a:lnTo>
                    <a:pt x="4346421" y="2338360"/>
                  </a:lnTo>
                  <a:lnTo>
                    <a:pt x="4346421" y="2441230"/>
                  </a:lnTo>
                  <a:lnTo>
                    <a:pt x="4346421" y="2544100"/>
                  </a:lnTo>
                  <a:lnTo>
                    <a:pt x="4290033" y="2509048"/>
                  </a:lnTo>
                  <a:cubicBezTo>
                    <a:pt x="4256378" y="2488093"/>
                    <a:pt x="4221961" y="2471837"/>
                    <a:pt x="4204816" y="2468662"/>
                  </a:cubicBezTo>
                  <a:cubicBezTo>
                    <a:pt x="4100549" y="2449231"/>
                    <a:pt x="4112106" y="2305594"/>
                    <a:pt x="4218532" y="2296704"/>
                  </a:cubicBezTo>
                  <a:cubicBezTo>
                    <a:pt x="4226025" y="2296069"/>
                    <a:pt x="4232248" y="2295815"/>
                    <a:pt x="4238090" y="2295942"/>
                  </a:cubicBezTo>
                  <a:close/>
                </a:path>
              </a:pathLst>
            </a:custGeom>
            <a:solidFill>
              <a:srgbClr val="FD6F9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4361304" cy="2549904"/>
            </a:xfrm>
            <a:custGeom>
              <a:avLst/>
              <a:gdLst/>
              <a:ahLst/>
              <a:cxnLst/>
              <a:rect r="r" b="b" t="t" l="l"/>
              <a:pathLst>
                <a:path h="2549904" w="4361304">
                  <a:moveTo>
                    <a:pt x="0" y="0"/>
                  </a:moveTo>
                  <a:lnTo>
                    <a:pt x="0" y="2549904"/>
                  </a:lnTo>
                  <a:lnTo>
                    <a:pt x="4361304" y="2549904"/>
                  </a:lnTo>
                  <a:lnTo>
                    <a:pt x="436130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87043" y="63500"/>
              <a:ext cx="3437761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37761">
                  <a:moveTo>
                    <a:pt x="0" y="0"/>
                  </a:moveTo>
                  <a:lnTo>
                    <a:pt x="0" y="3431410"/>
                  </a:lnTo>
                  <a:lnTo>
                    <a:pt x="3437761" y="3431410"/>
                  </a:lnTo>
                  <a:lnTo>
                    <a:pt x="343776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4355870" y="6149092"/>
            <a:ext cx="3998671" cy="4204449"/>
          </a:xfrm>
          <a:custGeom>
            <a:avLst/>
            <a:gdLst/>
            <a:ahLst/>
            <a:cxnLst/>
            <a:rect r="r" b="b" t="t" l="l"/>
            <a:pathLst>
              <a:path h="4204449" w="3998671">
                <a:moveTo>
                  <a:pt x="0" y="0"/>
                </a:moveTo>
                <a:lnTo>
                  <a:pt x="3998672" y="0"/>
                </a:lnTo>
                <a:lnTo>
                  <a:pt x="3998672" y="4204450"/>
                </a:lnTo>
                <a:lnTo>
                  <a:pt x="0" y="42044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400644" y="4218737"/>
            <a:ext cx="11716417" cy="1676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8"/>
              </a:lnSpc>
            </a:pPr>
            <a:r>
              <a:rPr lang="en-US" sz="9999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Chandras Orange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6551" y="6474628"/>
            <a:ext cx="3913041" cy="3878923"/>
          </a:xfrm>
          <a:custGeom>
            <a:avLst/>
            <a:gdLst/>
            <a:ahLst/>
            <a:cxnLst/>
            <a:rect r="r" b="b" t="t" l="l"/>
            <a:pathLst>
              <a:path h="3878923" w="3913041">
                <a:moveTo>
                  <a:pt x="0" y="0"/>
                </a:moveTo>
                <a:lnTo>
                  <a:pt x="3913041" y="0"/>
                </a:lnTo>
                <a:lnTo>
                  <a:pt x="3913041" y="3878923"/>
                </a:lnTo>
                <a:lnTo>
                  <a:pt x="0" y="3878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0408" y="-66551"/>
            <a:ext cx="6461512" cy="3556978"/>
            <a:chOff x="0" y="0"/>
            <a:chExt cx="6461506" cy="35569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3500" y="66548"/>
              <a:ext cx="3432682" cy="3426964"/>
            </a:xfrm>
            <a:custGeom>
              <a:avLst/>
              <a:gdLst/>
              <a:ahLst/>
              <a:cxnLst/>
              <a:rect r="r" b="b" t="t" l="l"/>
              <a:pathLst>
                <a:path h="3426964" w="3432682">
                  <a:moveTo>
                    <a:pt x="0" y="0"/>
                  </a:moveTo>
                  <a:lnTo>
                    <a:pt x="0" y="3426964"/>
                  </a:lnTo>
                  <a:cubicBezTo>
                    <a:pt x="0" y="3426964"/>
                    <a:pt x="979932" y="3299711"/>
                    <a:pt x="890524" y="2673982"/>
                  </a:cubicBezTo>
                  <a:cubicBezTo>
                    <a:pt x="889889" y="2667759"/>
                    <a:pt x="888492" y="2660901"/>
                    <a:pt x="887730" y="2654678"/>
                  </a:cubicBezTo>
                  <a:cubicBezTo>
                    <a:pt x="861568" y="2448303"/>
                    <a:pt x="911098" y="2247517"/>
                    <a:pt x="1015619" y="2081147"/>
                  </a:cubicBezTo>
                  <a:cubicBezTo>
                    <a:pt x="1193673" y="1798445"/>
                    <a:pt x="1129030" y="1425827"/>
                    <a:pt x="871855" y="1212595"/>
                  </a:cubicBezTo>
                  <a:lnTo>
                    <a:pt x="583819" y="973200"/>
                  </a:lnTo>
                  <a:cubicBezTo>
                    <a:pt x="495808" y="899667"/>
                    <a:pt x="475107" y="774445"/>
                    <a:pt x="532257" y="674750"/>
                  </a:cubicBezTo>
                  <a:cubicBezTo>
                    <a:pt x="532892" y="674115"/>
                    <a:pt x="532892" y="673353"/>
                    <a:pt x="533654" y="672718"/>
                  </a:cubicBezTo>
                  <a:cubicBezTo>
                    <a:pt x="624586" y="511301"/>
                    <a:pt x="791083" y="463676"/>
                    <a:pt x="955929" y="463676"/>
                  </a:cubicBezTo>
                  <a:cubicBezTo>
                    <a:pt x="1193546" y="463676"/>
                    <a:pt x="1427734" y="562736"/>
                    <a:pt x="1427734" y="562736"/>
                  </a:cubicBezTo>
                  <a:cubicBezTo>
                    <a:pt x="1427734" y="562736"/>
                    <a:pt x="1779777" y="705865"/>
                    <a:pt x="2202179" y="705865"/>
                  </a:cubicBezTo>
                  <a:cubicBezTo>
                    <a:pt x="2545968" y="705865"/>
                    <a:pt x="2936493" y="610996"/>
                    <a:pt x="3221989" y="266954"/>
                  </a:cubicBezTo>
                  <a:cubicBezTo>
                    <a:pt x="3372611" y="85090"/>
                    <a:pt x="3418712" y="21971"/>
                    <a:pt x="3432682" y="0"/>
                  </a:cubicBezTo>
                  <a:close/>
                </a:path>
              </a:pathLst>
            </a:custGeom>
            <a:solidFill>
              <a:srgbClr val="C8EBEC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0612" y="66294"/>
              <a:ext cx="4087809" cy="2835145"/>
            </a:xfrm>
            <a:custGeom>
              <a:avLst/>
              <a:gdLst/>
              <a:ahLst/>
              <a:cxnLst/>
              <a:rect r="r" b="b" t="t" l="l"/>
              <a:pathLst>
                <a:path h="2835145" w="4087809">
                  <a:moveTo>
                    <a:pt x="3077717" y="254"/>
                  </a:moveTo>
                  <a:lnTo>
                    <a:pt x="3064763" y="35941"/>
                  </a:lnTo>
                  <a:cubicBezTo>
                    <a:pt x="3040125" y="104140"/>
                    <a:pt x="2975736" y="189357"/>
                    <a:pt x="2925317" y="220599"/>
                  </a:cubicBezTo>
                  <a:cubicBezTo>
                    <a:pt x="2886709" y="244475"/>
                    <a:pt x="2829686" y="265303"/>
                    <a:pt x="2740278" y="287782"/>
                  </a:cubicBezTo>
                  <a:cubicBezTo>
                    <a:pt x="2611373" y="320294"/>
                    <a:pt x="2584576" y="326390"/>
                    <a:pt x="2380487" y="326390"/>
                  </a:cubicBezTo>
                  <a:cubicBezTo>
                    <a:pt x="2336418" y="326390"/>
                    <a:pt x="2284094" y="326136"/>
                    <a:pt x="2220721" y="325755"/>
                  </a:cubicBezTo>
                  <a:cubicBezTo>
                    <a:pt x="2184907" y="325501"/>
                    <a:pt x="2150744" y="325501"/>
                    <a:pt x="2118359" y="325501"/>
                  </a:cubicBezTo>
                  <a:cubicBezTo>
                    <a:pt x="1964562" y="325501"/>
                    <a:pt x="1853437" y="327787"/>
                    <a:pt x="1814956" y="331851"/>
                  </a:cubicBezTo>
                  <a:cubicBezTo>
                    <a:pt x="1566799" y="358013"/>
                    <a:pt x="1335786" y="450468"/>
                    <a:pt x="1193419" y="580516"/>
                  </a:cubicBezTo>
                  <a:cubicBezTo>
                    <a:pt x="1081278" y="683005"/>
                    <a:pt x="993394" y="851280"/>
                    <a:pt x="901573" y="1139189"/>
                  </a:cubicBezTo>
                  <a:cubicBezTo>
                    <a:pt x="826262" y="1375409"/>
                    <a:pt x="722249" y="1572639"/>
                    <a:pt x="584454" y="1740533"/>
                  </a:cubicBezTo>
                  <a:cubicBezTo>
                    <a:pt x="466217" y="1884678"/>
                    <a:pt x="373507" y="1972181"/>
                    <a:pt x="262001" y="2044698"/>
                  </a:cubicBezTo>
                  <a:cubicBezTo>
                    <a:pt x="201295" y="2084195"/>
                    <a:pt x="85852" y="2144647"/>
                    <a:pt x="33782" y="2163951"/>
                  </a:cubicBezTo>
                  <a:lnTo>
                    <a:pt x="0" y="2176524"/>
                  </a:lnTo>
                  <a:lnTo>
                    <a:pt x="0" y="2296539"/>
                  </a:lnTo>
                  <a:cubicBezTo>
                    <a:pt x="0" y="2381121"/>
                    <a:pt x="2413" y="2416554"/>
                    <a:pt x="8001" y="2416554"/>
                  </a:cubicBezTo>
                  <a:cubicBezTo>
                    <a:pt x="29337" y="2416554"/>
                    <a:pt x="154686" y="2368040"/>
                    <a:pt x="228346" y="2331210"/>
                  </a:cubicBezTo>
                  <a:cubicBezTo>
                    <a:pt x="427990" y="2231515"/>
                    <a:pt x="566166" y="2120517"/>
                    <a:pt x="730377" y="1927985"/>
                  </a:cubicBezTo>
                  <a:cubicBezTo>
                    <a:pt x="911098" y="1716022"/>
                    <a:pt x="1034669" y="1488566"/>
                    <a:pt x="1128395" y="1195577"/>
                  </a:cubicBezTo>
                  <a:cubicBezTo>
                    <a:pt x="1175512" y="1048384"/>
                    <a:pt x="1237361" y="900937"/>
                    <a:pt x="1277874" y="839977"/>
                  </a:cubicBezTo>
                  <a:cubicBezTo>
                    <a:pt x="1315085" y="783843"/>
                    <a:pt x="1378966" y="721359"/>
                    <a:pt x="1429004" y="692149"/>
                  </a:cubicBezTo>
                  <a:cubicBezTo>
                    <a:pt x="1487169" y="658113"/>
                    <a:pt x="1599310" y="611377"/>
                    <a:pt x="1663572" y="594359"/>
                  </a:cubicBezTo>
                  <a:cubicBezTo>
                    <a:pt x="1781555" y="563117"/>
                    <a:pt x="1841753" y="559180"/>
                    <a:pt x="2209799" y="559053"/>
                  </a:cubicBezTo>
                  <a:cubicBezTo>
                    <a:pt x="2589402" y="558926"/>
                    <a:pt x="2620771" y="556513"/>
                    <a:pt x="2785617" y="516635"/>
                  </a:cubicBezTo>
                  <a:cubicBezTo>
                    <a:pt x="2965703" y="473074"/>
                    <a:pt x="3054730" y="429006"/>
                    <a:pt x="3136264" y="343281"/>
                  </a:cubicBezTo>
                  <a:cubicBezTo>
                    <a:pt x="3222624" y="252349"/>
                    <a:pt x="3272027" y="167767"/>
                    <a:pt x="3301999" y="59690"/>
                  </a:cubicBezTo>
                  <a:cubicBezTo>
                    <a:pt x="3309238" y="33528"/>
                    <a:pt x="3315334" y="8382"/>
                    <a:pt x="3316223" y="254"/>
                  </a:cubicBezTo>
                  <a:close/>
                  <a:moveTo>
                    <a:pt x="3866133" y="254"/>
                  </a:moveTo>
                  <a:lnTo>
                    <a:pt x="3860926" y="19812"/>
                  </a:lnTo>
                  <a:cubicBezTo>
                    <a:pt x="3842003" y="90551"/>
                    <a:pt x="3794124" y="230632"/>
                    <a:pt x="3777614" y="263525"/>
                  </a:cubicBezTo>
                  <a:cubicBezTo>
                    <a:pt x="3707637" y="402717"/>
                    <a:pt x="3618102" y="482600"/>
                    <a:pt x="3409441" y="591692"/>
                  </a:cubicBezTo>
                  <a:cubicBezTo>
                    <a:pt x="3328923" y="633856"/>
                    <a:pt x="3154679" y="704849"/>
                    <a:pt x="3064255" y="732281"/>
                  </a:cubicBezTo>
                  <a:cubicBezTo>
                    <a:pt x="2981959" y="757300"/>
                    <a:pt x="2811906" y="785240"/>
                    <a:pt x="2687065" y="794257"/>
                  </a:cubicBezTo>
                  <a:cubicBezTo>
                    <a:pt x="2577210" y="802258"/>
                    <a:pt x="2390139" y="822832"/>
                    <a:pt x="2267203" y="840612"/>
                  </a:cubicBezTo>
                  <a:cubicBezTo>
                    <a:pt x="2005837" y="878331"/>
                    <a:pt x="1814575" y="957325"/>
                    <a:pt x="1674367" y="1085341"/>
                  </a:cubicBezTo>
                  <a:cubicBezTo>
                    <a:pt x="1604644" y="1149095"/>
                    <a:pt x="1556385" y="1232661"/>
                    <a:pt x="1460753" y="1456054"/>
                  </a:cubicBezTo>
                  <a:cubicBezTo>
                    <a:pt x="1314704" y="1797048"/>
                    <a:pt x="1244981" y="1904871"/>
                    <a:pt x="1022858" y="2133090"/>
                  </a:cubicBezTo>
                  <a:cubicBezTo>
                    <a:pt x="818261" y="2343402"/>
                    <a:pt x="524764" y="2535553"/>
                    <a:pt x="334645" y="2583813"/>
                  </a:cubicBezTo>
                  <a:cubicBezTo>
                    <a:pt x="296672" y="2593465"/>
                    <a:pt x="259461" y="2601339"/>
                    <a:pt x="252222" y="2601339"/>
                  </a:cubicBezTo>
                  <a:cubicBezTo>
                    <a:pt x="239776" y="2601339"/>
                    <a:pt x="238887" y="2608705"/>
                    <a:pt x="238887" y="2718813"/>
                  </a:cubicBezTo>
                  <a:cubicBezTo>
                    <a:pt x="238887" y="2809999"/>
                    <a:pt x="233807" y="2835145"/>
                    <a:pt x="263779" y="2835145"/>
                  </a:cubicBezTo>
                  <a:cubicBezTo>
                    <a:pt x="278638" y="2835145"/>
                    <a:pt x="302260" y="2828922"/>
                    <a:pt x="339598" y="2821429"/>
                  </a:cubicBezTo>
                  <a:cubicBezTo>
                    <a:pt x="642366" y="2760723"/>
                    <a:pt x="1042035" y="2486277"/>
                    <a:pt x="1331849" y="2140075"/>
                  </a:cubicBezTo>
                  <a:cubicBezTo>
                    <a:pt x="1480946" y="1962021"/>
                    <a:pt x="1540636" y="1859024"/>
                    <a:pt x="1674367" y="1548509"/>
                  </a:cubicBezTo>
                  <a:cubicBezTo>
                    <a:pt x="1772284" y="1321307"/>
                    <a:pt x="1796414" y="1281175"/>
                    <a:pt x="1868677" y="1226184"/>
                  </a:cubicBezTo>
                  <a:cubicBezTo>
                    <a:pt x="1959228" y="1157350"/>
                    <a:pt x="2108072" y="1099946"/>
                    <a:pt x="2252979" y="1078102"/>
                  </a:cubicBezTo>
                  <a:cubicBezTo>
                    <a:pt x="2381249" y="1058798"/>
                    <a:pt x="2533776" y="1041272"/>
                    <a:pt x="2658617" y="1031747"/>
                  </a:cubicBezTo>
                  <a:cubicBezTo>
                    <a:pt x="2846958" y="1017396"/>
                    <a:pt x="3043427" y="985011"/>
                    <a:pt x="3146170" y="951356"/>
                  </a:cubicBezTo>
                  <a:cubicBezTo>
                    <a:pt x="3413886" y="863599"/>
                    <a:pt x="3685158" y="722502"/>
                    <a:pt x="3807713" y="607313"/>
                  </a:cubicBezTo>
                  <a:cubicBezTo>
                    <a:pt x="3942714" y="480314"/>
                    <a:pt x="4028185" y="317119"/>
                    <a:pt x="4071746" y="102616"/>
                  </a:cubicBezTo>
                  <a:cubicBezTo>
                    <a:pt x="4084065" y="41783"/>
                    <a:pt x="4092955" y="13208"/>
                    <a:pt x="4084446" y="0"/>
                  </a:cubicBezTo>
                  <a:close/>
                </a:path>
              </a:pathLst>
            </a:custGeom>
            <a:solidFill>
              <a:srgbClr val="8FCFD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750479" y="66421"/>
              <a:ext cx="3647476" cy="1267840"/>
            </a:xfrm>
            <a:custGeom>
              <a:avLst/>
              <a:gdLst/>
              <a:ahLst/>
              <a:cxnLst/>
              <a:rect r="r" b="b" t="t" l="l"/>
              <a:pathLst>
                <a:path h="1267840" w="3647476">
                  <a:moveTo>
                    <a:pt x="3305260" y="127"/>
                  </a:moveTo>
                  <a:cubicBezTo>
                    <a:pt x="3291925" y="15240"/>
                    <a:pt x="3274780" y="34544"/>
                    <a:pt x="3257762" y="53086"/>
                  </a:cubicBezTo>
                  <a:cubicBezTo>
                    <a:pt x="3177879" y="140843"/>
                    <a:pt x="3167846" y="155956"/>
                    <a:pt x="3172672" y="181356"/>
                  </a:cubicBezTo>
                  <a:cubicBezTo>
                    <a:pt x="3174831" y="193040"/>
                    <a:pt x="3184864" y="209677"/>
                    <a:pt x="3194770" y="218313"/>
                  </a:cubicBezTo>
                  <a:cubicBezTo>
                    <a:pt x="3206835" y="228981"/>
                    <a:pt x="3219535" y="234315"/>
                    <a:pt x="3233378" y="234315"/>
                  </a:cubicBezTo>
                  <a:cubicBezTo>
                    <a:pt x="3251412" y="234315"/>
                    <a:pt x="3271351" y="225171"/>
                    <a:pt x="3294592" y="206883"/>
                  </a:cubicBezTo>
                  <a:cubicBezTo>
                    <a:pt x="3330406" y="178562"/>
                    <a:pt x="3431371" y="71120"/>
                    <a:pt x="3453088" y="38100"/>
                  </a:cubicBezTo>
                  <a:cubicBezTo>
                    <a:pt x="3461216" y="25781"/>
                    <a:pt x="3465407" y="12700"/>
                    <a:pt x="3465661" y="0"/>
                  </a:cubicBezTo>
                  <a:close/>
                  <a:moveTo>
                    <a:pt x="259674" y="28448"/>
                  </a:moveTo>
                  <a:cubicBezTo>
                    <a:pt x="257261" y="28448"/>
                    <a:pt x="254975" y="28575"/>
                    <a:pt x="252562" y="28829"/>
                  </a:cubicBezTo>
                  <a:cubicBezTo>
                    <a:pt x="236179" y="30607"/>
                    <a:pt x="220304" y="38354"/>
                    <a:pt x="208747" y="52832"/>
                  </a:cubicBezTo>
                  <a:cubicBezTo>
                    <a:pt x="189316" y="77089"/>
                    <a:pt x="195539" y="155829"/>
                    <a:pt x="220812" y="206248"/>
                  </a:cubicBezTo>
                  <a:cubicBezTo>
                    <a:pt x="244053" y="252730"/>
                    <a:pt x="257896" y="268224"/>
                    <a:pt x="313014" y="310261"/>
                  </a:cubicBezTo>
                  <a:cubicBezTo>
                    <a:pt x="336255" y="327914"/>
                    <a:pt x="371688" y="357759"/>
                    <a:pt x="391881" y="376428"/>
                  </a:cubicBezTo>
                  <a:cubicBezTo>
                    <a:pt x="421980" y="404368"/>
                    <a:pt x="432521" y="410210"/>
                    <a:pt x="454238" y="410210"/>
                  </a:cubicBezTo>
                  <a:cubicBezTo>
                    <a:pt x="454619" y="410210"/>
                    <a:pt x="454873" y="410210"/>
                    <a:pt x="455254" y="410210"/>
                  </a:cubicBezTo>
                  <a:cubicBezTo>
                    <a:pt x="495259" y="409829"/>
                    <a:pt x="520786" y="383921"/>
                    <a:pt x="520786" y="343662"/>
                  </a:cubicBezTo>
                  <a:cubicBezTo>
                    <a:pt x="520786" y="305435"/>
                    <a:pt x="491703" y="270510"/>
                    <a:pt x="408264" y="208407"/>
                  </a:cubicBezTo>
                  <a:cubicBezTo>
                    <a:pt x="358480" y="171323"/>
                    <a:pt x="330540" y="135890"/>
                    <a:pt x="330540" y="109855"/>
                  </a:cubicBezTo>
                  <a:cubicBezTo>
                    <a:pt x="330540" y="100584"/>
                    <a:pt x="325841" y="81915"/>
                    <a:pt x="320253" y="68453"/>
                  </a:cubicBezTo>
                  <a:cubicBezTo>
                    <a:pt x="309458" y="42545"/>
                    <a:pt x="284693" y="28702"/>
                    <a:pt x="259674" y="28702"/>
                  </a:cubicBezTo>
                  <a:close/>
                  <a:moveTo>
                    <a:pt x="70825" y="187071"/>
                  </a:moveTo>
                  <a:cubicBezTo>
                    <a:pt x="46441" y="187071"/>
                    <a:pt x="20787" y="199136"/>
                    <a:pt x="9611" y="220726"/>
                  </a:cubicBezTo>
                  <a:cubicBezTo>
                    <a:pt x="-11598" y="261747"/>
                    <a:pt x="213" y="299212"/>
                    <a:pt x="65999" y="400177"/>
                  </a:cubicBezTo>
                  <a:cubicBezTo>
                    <a:pt x="109306" y="466597"/>
                    <a:pt x="154391" y="518540"/>
                    <a:pt x="186141" y="538479"/>
                  </a:cubicBezTo>
                  <a:cubicBezTo>
                    <a:pt x="196174" y="544829"/>
                    <a:pt x="207096" y="547623"/>
                    <a:pt x="217891" y="547623"/>
                  </a:cubicBezTo>
                  <a:cubicBezTo>
                    <a:pt x="260817" y="547623"/>
                    <a:pt x="301711" y="503554"/>
                    <a:pt x="279740" y="463930"/>
                  </a:cubicBezTo>
                  <a:cubicBezTo>
                    <a:pt x="274787" y="455041"/>
                    <a:pt x="250530" y="421132"/>
                    <a:pt x="226019" y="388747"/>
                  </a:cubicBezTo>
                  <a:cubicBezTo>
                    <a:pt x="201508" y="356362"/>
                    <a:pt x="168615" y="304292"/>
                    <a:pt x="152994" y="273177"/>
                  </a:cubicBezTo>
                  <a:cubicBezTo>
                    <a:pt x="137373" y="242062"/>
                    <a:pt x="119974" y="211201"/>
                    <a:pt x="114259" y="204724"/>
                  </a:cubicBezTo>
                  <a:cubicBezTo>
                    <a:pt x="104480" y="193675"/>
                    <a:pt x="90002" y="187960"/>
                    <a:pt x="74762" y="187198"/>
                  </a:cubicBezTo>
                  <a:cubicBezTo>
                    <a:pt x="73492" y="187071"/>
                    <a:pt x="72222" y="187071"/>
                    <a:pt x="70952" y="187071"/>
                  </a:cubicBezTo>
                  <a:close/>
                  <a:moveTo>
                    <a:pt x="3035893" y="295148"/>
                  </a:moveTo>
                  <a:cubicBezTo>
                    <a:pt x="3012017" y="295148"/>
                    <a:pt x="2986617" y="311912"/>
                    <a:pt x="2940009" y="354203"/>
                  </a:cubicBezTo>
                  <a:cubicBezTo>
                    <a:pt x="2882859" y="406146"/>
                    <a:pt x="2806404" y="464057"/>
                    <a:pt x="2759287" y="491108"/>
                  </a:cubicBezTo>
                  <a:cubicBezTo>
                    <a:pt x="2717885" y="514857"/>
                    <a:pt x="2704804" y="532764"/>
                    <a:pt x="2704804" y="565657"/>
                  </a:cubicBezTo>
                  <a:cubicBezTo>
                    <a:pt x="2704804" y="590803"/>
                    <a:pt x="2722204" y="614679"/>
                    <a:pt x="2747096" y="623696"/>
                  </a:cubicBezTo>
                  <a:cubicBezTo>
                    <a:pt x="2753573" y="626109"/>
                    <a:pt x="2759415" y="627379"/>
                    <a:pt x="2765765" y="627379"/>
                  </a:cubicBezTo>
                  <a:cubicBezTo>
                    <a:pt x="2780497" y="627379"/>
                    <a:pt x="2798023" y="620140"/>
                    <a:pt x="2833201" y="601979"/>
                  </a:cubicBezTo>
                  <a:cubicBezTo>
                    <a:pt x="2931626" y="551052"/>
                    <a:pt x="3086185" y="425576"/>
                    <a:pt x="3099267" y="385953"/>
                  </a:cubicBezTo>
                  <a:cubicBezTo>
                    <a:pt x="3110696" y="351409"/>
                    <a:pt x="3094060" y="314579"/>
                    <a:pt x="3060912" y="300736"/>
                  </a:cubicBezTo>
                  <a:cubicBezTo>
                    <a:pt x="3052404" y="297180"/>
                    <a:pt x="3044529" y="295275"/>
                    <a:pt x="3036529" y="295148"/>
                  </a:cubicBezTo>
                  <a:cubicBezTo>
                    <a:pt x="3036274" y="295148"/>
                    <a:pt x="3036148" y="295148"/>
                    <a:pt x="3035893" y="295148"/>
                  </a:cubicBezTo>
                  <a:close/>
                  <a:moveTo>
                    <a:pt x="715731" y="463803"/>
                  </a:moveTo>
                  <a:cubicBezTo>
                    <a:pt x="679663" y="463803"/>
                    <a:pt x="654517" y="488568"/>
                    <a:pt x="654517" y="524382"/>
                  </a:cubicBezTo>
                  <a:cubicBezTo>
                    <a:pt x="654517" y="560450"/>
                    <a:pt x="678012" y="584326"/>
                    <a:pt x="780628" y="652652"/>
                  </a:cubicBezTo>
                  <a:cubicBezTo>
                    <a:pt x="835746" y="689355"/>
                    <a:pt x="871179" y="707135"/>
                    <a:pt x="896325" y="707135"/>
                  </a:cubicBezTo>
                  <a:cubicBezTo>
                    <a:pt x="916645" y="707135"/>
                    <a:pt x="930234" y="695578"/>
                    <a:pt x="942172" y="673099"/>
                  </a:cubicBezTo>
                  <a:cubicBezTo>
                    <a:pt x="966683" y="627125"/>
                    <a:pt x="944712" y="597026"/>
                    <a:pt x="834095" y="524255"/>
                  </a:cubicBezTo>
                  <a:cubicBezTo>
                    <a:pt x="761705" y="476630"/>
                    <a:pt x="737067" y="463930"/>
                    <a:pt x="716493" y="463676"/>
                  </a:cubicBezTo>
                  <a:cubicBezTo>
                    <a:pt x="716239" y="463676"/>
                    <a:pt x="715858" y="463676"/>
                    <a:pt x="715604" y="463676"/>
                  </a:cubicBezTo>
                  <a:close/>
                  <a:moveTo>
                    <a:pt x="3583263" y="142494"/>
                  </a:moveTo>
                  <a:cubicBezTo>
                    <a:pt x="3555450" y="142494"/>
                    <a:pt x="3550878" y="146177"/>
                    <a:pt x="3448262" y="250317"/>
                  </a:cubicBezTo>
                  <a:cubicBezTo>
                    <a:pt x="3343741" y="356362"/>
                    <a:pt x="3198834" y="477900"/>
                    <a:pt x="3076660" y="561974"/>
                  </a:cubicBezTo>
                  <a:cubicBezTo>
                    <a:pt x="3043005" y="585088"/>
                    <a:pt x="3010621" y="612393"/>
                    <a:pt x="3004397" y="622680"/>
                  </a:cubicBezTo>
                  <a:cubicBezTo>
                    <a:pt x="2980267" y="663320"/>
                    <a:pt x="3000079" y="714120"/>
                    <a:pt x="3044784" y="726058"/>
                  </a:cubicBezTo>
                  <a:cubicBezTo>
                    <a:pt x="3051515" y="727836"/>
                    <a:pt x="3060150" y="728725"/>
                    <a:pt x="3068278" y="728725"/>
                  </a:cubicBezTo>
                  <a:cubicBezTo>
                    <a:pt x="3074882" y="728725"/>
                    <a:pt x="3081232" y="728090"/>
                    <a:pt x="3085931" y="726820"/>
                  </a:cubicBezTo>
                  <a:cubicBezTo>
                    <a:pt x="3113109" y="719200"/>
                    <a:pt x="3224615" y="642492"/>
                    <a:pt x="3291290" y="585469"/>
                  </a:cubicBezTo>
                  <a:cubicBezTo>
                    <a:pt x="3323167" y="558291"/>
                    <a:pt x="3376761" y="512190"/>
                    <a:pt x="3410670" y="483234"/>
                  </a:cubicBezTo>
                  <a:cubicBezTo>
                    <a:pt x="3468582" y="433578"/>
                    <a:pt x="3608790" y="283718"/>
                    <a:pt x="3636095" y="242443"/>
                  </a:cubicBezTo>
                  <a:cubicBezTo>
                    <a:pt x="3665051" y="198501"/>
                    <a:pt x="3635587" y="142494"/>
                    <a:pt x="3583390" y="142494"/>
                  </a:cubicBezTo>
                  <a:close/>
                  <a:moveTo>
                    <a:pt x="389722" y="565403"/>
                  </a:moveTo>
                  <a:cubicBezTo>
                    <a:pt x="354162" y="565403"/>
                    <a:pt x="323555" y="596899"/>
                    <a:pt x="323555" y="633475"/>
                  </a:cubicBezTo>
                  <a:cubicBezTo>
                    <a:pt x="323555" y="657224"/>
                    <a:pt x="328635" y="665225"/>
                    <a:pt x="368513" y="703325"/>
                  </a:cubicBezTo>
                  <a:cubicBezTo>
                    <a:pt x="393278" y="726947"/>
                    <a:pt x="433283" y="759586"/>
                    <a:pt x="457413" y="775715"/>
                  </a:cubicBezTo>
                  <a:cubicBezTo>
                    <a:pt x="487258" y="795654"/>
                    <a:pt x="510753" y="805433"/>
                    <a:pt x="530819" y="805433"/>
                  </a:cubicBezTo>
                  <a:cubicBezTo>
                    <a:pt x="546440" y="805433"/>
                    <a:pt x="559902" y="799464"/>
                    <a:pt x="572602" y="787780"/>
                  </a:cubicBezTo>
                  <a:cubicBezTo>
                    <a:pt x="586572" y="774826"/>
                    <a:pt x="591144" y="763777"/>
                    <a:pt x="591017" y="743711"/>
                  </a:cubicBezTo>
                  <a:cubicBezTo>
                    <a:pt x="590763" y="712723"/>
                    <a:pt x="585175" y="704468"/>
                    <a:pt x="541868" y="671194"/>
                  </a:cubicBezTo>
                  <a:cubicBezTo>
                    <a:pt x="524469" y="657732"/>
                    <a:pt x="488655" y="628522"/>
                    <a:pt x="462493" y="606170"/>
                  </a:cubicBezTo>
                  <a:cubicBezTo>
                    <a:pt x="423885" y="573277"/>
                    <a:pt x="410042" y="565530"/>
                    <a:pt x="389722" y="565530"/>
                  </a:cubicBezTo>
                  <a:close/>
                  <a:moveTo>
                    <a:pt x="2542879" y="640333"/>
                  </a:moveTo>
                  <a:cubicBezTo>
                    <a:pt x="2542625" y="640333"/>
                    <a:pt x="2542244" y="640333"/>
                    <a:pt x="2541990" y="640333"/>
                  </a:cubicBezTo>
                  <a:cubicBezTo>
                    <a:pt x="2521289" y="640587"/>
                    <a:pt x="2491190" y="649477"/>
                    <a:pt x="2439882" y="667003"/>
                  </a:cubicBezTo>
                  <a:cubicBezTo>
                    <a:pt x="2265892" y="726566"/>
                    <a:pt x="2232872" y="747394"/>
                    <a:pt x="2232872" y="797051"/>
                  </a:cubicBezTo>
                  <a:cubicBezTo>
                    <a:pt x="2232872" y="819530"/>
                    <a:pt x="2237063" y="828420"/>
                    <a:pt x="2254589" y="843152"/>
                  </a:cubicBezTo>
                  <a:cubicBezTo>
                    <a:pt x="2268305" y="854709"/>
                    <a:pt x="2279735" y="860424"/>
                    <a:pt x="2294467" y="860424"/>
                  </a:cubicBezTo>
                  <a:cubicBezTo>
                    <a:pt x="2308691" y="860424"/>
                    <a:pt x="2325963" y="855090"/>
                    <a:pt x="2351109" y="844549"/>
                  </a:cubicBezTo>
                  <a:cubicBezTo>
                    <a:pt x="2373334" y="835278"/>
                    <a:pt x="2429341" y="815847"/>
                    <a:pt x="2475823" y="801369"/>
                  </a:cubicBezTo>
                  <a:cubicBezTo>
                    <a:pt x="2541990" y="780795"/>
                    <a:pt x="2565231" y="770127"/>
                    <a:pt x="2583265" y="752093"/>
                  </a:cubicBezTo>
                  <a:cubicBezTo>
                    <a:pt x="2611967" y="723391"/>
                    <a:pt x="2613618" y="695070"/>
                    <a:pt x="2588472" y="665225"/>
                  </a:cubicBezTo>
                  <a:cubicBezTo>
                    <a:pt x="2574502" y="648715"/>
                    <a:pt x="2563199" y="640333"/>
                    <a:pt x="2543006" y="640333"/>
                  </a:cubicBezTo>
                  <a:close/>
                  <a:moveTo>
                    <a:pt x="1189949" y="709548"/>
                  </a:moveTo>
                  <a:cubicBezTo>
                    <a:pt x="1182075" y="709548"/>
                    <a:pt x="1175725" y="711961"/>
                    <a:pt x="1166200" y="716025"/>
                  </a:cubicBezTo>
                  <a:cubicBezTo>
                    <a:pt x="1120607" y="735075"/>
                    <a:pt x="1108288" y="792860"/>
                    <a:pt x="1143086" y="824356"/>
                  </a:cubicBezTo>
                  <a:cubicBezTo>
                    <a:pt x="1155786" y="835786"/>
                    <a:pt x="1278849" y="887348"/>
                    <a:pt x="1362669" y="916177"/>
                  </a:cubicBezTo>
                  <a:cubicBezTo>
                    <a:pt x="1379560" y="922019"/>
                    <a:pt x="1395562" y="924686"/>
                    <a:pt x="1410040" y="924686"/>
                  </a:cubicBezTo>
                  <a:cubicBezTo>
                    <a:pt x="1452458" y="924686"/>
                    <a:pt x="1482049" y="901318"/>
                    <a:pt x="1482049" y="862202"/>
                  </a:cubicBezTo>
                  <a:cubicBezTo>
                    <a:pt x="1482049" y="821562"/>
                    <a:pt x="1460840" y="802131"/>
                    <a:pt x="1391498" y="779525"/>
                  </a:cubicBezTo>
                  <a:cubicBezTo>
                    <a:pt x="1360129" y="769238"/>
                    <a:pt x="1302344" y="748283"/>
                    <a:pt x="1263228" y="732916"/>
                  </a:cubicBezTo>
                  <a:cubicBezTo>
                    <a:pt x="1228557" y="719327"/>
                    <a:pt x="1210650" y="712342"/>
                    <a:pt x="1198204" y="710183"/>
                  </a:cubicBezTo>
                  <a:cubicBezTo>
                    <a:pt x="1195156" y="709675"/>
                    <a:pt x="1192489" y="709421"/>
                    <a:pt x="1189949" y="709421"/>
                  </a:cubicBezTo>
                  <a:close/>
                  <a:moveTo>
                    <a:pt x="1955504" y="800607"/>
                  </a:moveTo>
                  <a:cubicBezTo>
                    <a:pt x="1927691" y="800607"/>
                    <a:pt x="1893655" y="800988"/>
                    <a:pt x="1851999" y="801623"/>
                  </a:cubicBezTo>
                  <a:lnTo>
                    <a:pt x="1658579" y="804417"/>
                  </a:lnTo>
                  <a:lnTo>
                    <a:pt x="1639148" y="825753"/>
                  </a:lnTo>
                  <a:cubicBezTo>
                    <a:pt x="1628480" y="837437"/>
                    <a:pt x="1619717" y="853566"/>
                    <a:pt x="1619717" y="861440"/>
                  </a:cubicBezTo>
                  <a:cubicBezTo>
                    <a:pt x="1619717" y="873505"/>
                    <a:pt x="1637751" y="917066"/>
                    <a:pt x="1642831" y="917447"/>
                  </a:cubicBezTo>
                  <a:cubicBezTo>
                    <a:pt x="1643720" y="917447"/>
                    <a:pt x="1657055" y="922146"/>
                    <a:pt x="1672549" y="927734"/>
                  </a:cubicBezTo>
                  <a:cubicBezTo>
                    <a:pt x="1693885" y="935481"/>
                    <a:pt x="1740367" y="938021"/>
                    <a:pt x="1865207" y="938148"/>
                  </a:cubicBezTo>
                  <a:cubicBezTo>
                    <a:pt x="1873589" y="938148"/>
                    <a:pt x="1881590" y="938148"/>
                    <a:pt x="1889083" y="938148"/>
                  </a:cubicBezTo>
                  <a:cubicBezTo>
                    <a:pt x="2008209" y="938148"/>
                    <a:pt x="2034625" y="935989"/>
                    <a:pt x="2054437" y="926591"/>
                  </a:cubicBezTo>
                  <a:cubicBezTo>
                    <a:pt x="2087457" y="910970"/>
                    <a:pt x="2102571" y="876553"/>
                    <a:pt x="2091394" y="842517"/>
                  </a:cubicBezTo>
                  <a:cubicBezTo>
                    <a:pt x="2080853" y="810513"/>
                    <a:pt x="2073106" y="801623"/>
                    <a:pt x="1978618" y="800607"/>
                  </a:cubicBezTo>
                  <a:cubicBezTo>
                    <a:pt x="1971379" y="800480"/>
                    <a:pt x="1963632" y="800480"/>
                    <a:pt x="1955377" y="800480"/>
                  </a:cubicBezTo>
                  <a:close/>
                  <a:moveTo>
                    <a:pt x="2724743" y="785367"/>
                  </a:moveTo>
                  <a:cubicBezTo>
                    <a:pt x="2696676" y="785367"/>
                    <a:pt x="2650956" y="806068"/>
                    <a:pt x="2583011" y="849502"/>
                  </a:cubicBezTo>
                  <a:cubicBezTo>
                    <a:pt x="2562691" y="862456"/>
                    <a:pt x="2522305" y="884935"/>
                    <a:pt x="2493349" y="899286"/>
                  </a:cubicBezTo>
                  <a:cubicBezTo>
                    <a:pt x="2464393" y="913637"/>
                    <a:pt x="2435056" y="932433"/>
                    <a:pt x="2428325" y="940688"/>
                  </a:cubicBezTo>
                  <a:cubicBezTo>
                    <a:pt x="2403687" y="971422"/>
                    <a:pt x="2417911" y="1029588"/>
                    <a:pt x="2453598" y="1043939"/>
                  </a:cubicBezTo>
                  <a:cubicBezTo>
                    <a:pt x="2461853" y="1047241"/>
                    <a:pt x="2475188" y="1050162"/>
                    <a:pt x="2482935" y="1050416"/>
                  </a:cubicBezTo>
                  <a:cubicBezTo>
                    <a:pt x="2483062" y="1050416"/>
                    <a:pt x="2483190" y="1050416"/>
                    <a:pt x="2483316" y="1050416"/>
                  </a:cubicBezTo>
                  <a:cubicBezTo>
                    <a:pt x="2503255" y="1050416"/>
                    <a:pt x="2588472" y="1009014"/>
                    <a:pt x="2648797" y="969898"/>
                  </a:cubicBezTo>
                  <a:cubicBezTo>
                    <a:pt x="2675848" y="952372"/>
                    <a:pt x="2713440" y="930274"/>
                    <a:pt x="2732490" y="920622"/>
                  </a:cubicBezTo>
                  <a:cubicBezTo>
                    <a:pt x="2751540" y="910970"/>
                    <a:pt x="2771987" y="895984"/>
                    <a:pt x="2778083" y="887348"/>
                  </a:cubicBezTo>
                  <a:cubicBezTo>
                    <a:pt x="2805134" y="848740"/>
                    <a:pt x="2780242" y="793241"/>
                    <a:pt x="2732236" y="785621"/>
                  </a:cubicBezTo>
                  <a:cubicBezTo>
                    <a:pt x="2729823" y="785240"/>
                    <a:pt x="2727410" y="785113"/>
                    <a:pt x="2724743" y="785113"/>
                  </a:cubicBezTo>
                  <a:close/>
                  <a:moveTo>
                    <a:pt x="762340" y="818260"/>
                  </a:moveTo>
                  <a:cubicBezTo>
                    <a:pt x="760181" y="818260"/>
                    <a:pt x="758022" y="818387"/>
                    <a:pt x="755736" y="818514"/>
                  </a:cubicBezTo>
                  <a:cubicBezTo>
                    <a:pt x="738210" y="819911"/>
                    <a:pt x="717255" y="826515"/>
                    <a:pt x="705317" y="836548"/>
                  </a:cubicBezTo>
                  <a:cubicBezTo>
                    <a:pt x="662518" y="872616"/>
                    <a:pt x="673567" y="926210"/>
                    <a:pt x="729193" y="952245"/>
                  </a:cubicBezTo>
                  <a:cubicBezTo>
                    <a:pt x="746338" y="960246"/>
                    <a:pt x="762086" y="966850"/>
                    <a:pt x="764499" y="966850"/>
                  </a:cubicBezTo>
                  <a:cubicBezTo>
                    <a:pt x="766912" y="966850"/>
                    <a:pt x="851621" y="1007871"/>
                    <a:pt x="952967" y="1057909"/>
                  </a:cubicBezTo>
                  <a:cubicBezTo>
                    <a:pt x="1142070" y="1151381"/>
                    <a:pt x="1217127" y="1181353"/>
                    <a:pt x="1287358" y="1191640"/>
                  </a:cubicBezTo>
                  <a:cubicBezTo>
                    <a:pt x="1309456" y="1194815"/>
                    <a:pt x="1348699" y="1197863"/>
                    <a:pt x="1374480" y="1198371"/>
                  </a:cubicBezTo>
                  <a:cubicBezTo>
                    <a:pt x="1378798" y="1198498"/>
                    <a:pt x="1382608" y="1198498"/>
                    <a:pt x="1386291" y="1198498"/>
                  </a:cubicBezTo>
                  <a:cubicBezTo>
                    <a:pt x="1417152" y="1198498"/>
                    <a:pt x="1426296" y="1195196"/>
                    <a:pt x="1442679" y="1181480"/>
                  </a:cubicBezTo>
                  <a:cubicBezTo>
                    <a:pt x="1468206" y="1160017"/>
                    <a:pt x="1476461" y="1129410"/>
                    <a:pt x="1463634" y="1103248"/>
                  </a:cubicBezTo>
                  <a:cubicBezTo>
                    <a:pt x="1446997" y="1069339"/>
                    <a:pt x="1423375" y="1058290"/>
                    <a:pt x="1344762" y="1048003"/>
                  </a:cubicBezTo>
                  <a:cubicBezTo>
                    <a:pt x="1246337" y="1035049"/>
                    <a:pt x="1149817" y="998727"/>
                    <a:pt x="933028" y="893063"/>
                  </a:cubicBezTo>
                  <a:cubicBezTo>
                    <a:pt x="882609" y="868552"/>
                    <a:pt x="829650" y="844676"/>
                    <a:pt x="815172" y="840104"/>
                  </a:cubicBezTo>
                  <a:cubicBezTo>
                    <a:pt x="800694" y="835532"/>
                    <a:pt x="786978" y="828801"/>
                    <a:pt x="784819" y="825245"/>
                  </a:cubicBezTo>
                  <a:cubicBezTo>
                    <a:pt x="782660" y="821816"/>
                    <a:pt x="777961" y="819657"/>
                    <a:pt x="771865" y="818641"/>
                  </a:cubicBezTo>
                  <a:cubicBezTo>
                    <a:pt x="769071" y="818133"/>
                    <a:pt x="765896" y="818006"/>
                    <a:pt x="762594" y="818006"/>
                  </a:cubicBezTo>
                  <a:close/>
                  <a:moveTo>
                    <a:pt x="2199725" y="1051432"/>
                  </a:moveTo>
                  <a:cubicBezTo>
                    <a:pt x="2185882" y="1051432"/>
                    <a:pt x="2131272" y="1065402"/>
                    <a:pt x="2078441" y="1082420"/>
                  </a:cubicBezTo>
                  <a:cubicBezTo>
                    <a:pt x="1972904" y="1116456"/>
                    <a:pt x="1918421" y="1127632"/>
                    <a:pt x="1828759" y="1127632"/>
                  </a:cubicBezTo>
                  <a:cubicBezTo>
                    <a:pt x="1807041" y="1127632"/>
                    <a:pt x="1783166" y="1126997"/>
                    <a:pt x="1755988" y="1125854"/>
                  </a:cubicBezTo>
                  <a:cubicBezTo>
                    <a:pt x="1728683" y="1124711"/>
                    <a:pt x="1706204" y="1123949"/>
                    <a:pt x="1687662" y="1123949"/>
                  </a:cubicBezTo>
                  <a:cubicBezTo>
                    <a:pt x="1619463" y="1123949"/>
                    <a:pt x="1603969" y="1133474"/>
                    <a:pt x="1587586" y="1165097"/>
                  </a:cubicBezTo>
                  <a:cubicBezTo>
                    <a:pt x="1567520" y="1203959"/>
                    <a:pt x="1583776" y="1244091"/>
                    <a:pt x="1626956" y="1262379"/>
                  </a:cubicBezTo>
                  <a:cubicBezTo>
                    <a:pt x="1635465" y="1265935"/>
                    <a:pt x="1675343" y="1267840"/>
                    <a:pt x="1737700" y="1267840"/>
                  </a:cubicBezTo>
                  <a:cubicBezTo>
                    <a:pt x="1756369" y="1267840"/>
                    <a:pt x="1777070" y="1267713"/>
                    <a:pt x="1799422" y="1267332"/>
                  </a:cubicBezTo>
                  <a:cubicBezTo>
                    <a:pt x="1971760" y="1264665"/>
                    <a:pt x="1987128" y="1261744"/>
                    <a:pt x="2161498" y="1197736"/>
                  </a:cubicBezTo>
                  <a:cubicBezTo>
                    <a:pt x="2227411" y="1173479"/>
                    <a:pt x="2244048" y="1164462"/>
                    <a:pt x="2255097" y="1146809"/>
                  </a:cubicBezTo>
                  <a:cubicBezTo>
                    <a:pt x="2281641" y="1104391"/>
                    <a:pt x="2250906" y="1051432"/>
                    <a:pt x="2199725" y="1051432"/>
                  </a:cubicBezTo>
                  <a:close/>
                </a:path>
              </a:pathLst>
            </a:custGeom>
            <a:solidFill>
              <a:srgbClr val="FFC26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877992" y="-63503"/>
            <a:ext cx="4473512" cy="3555997"/>
            <a:chOff x="0" y="0"/>
            <a:chExt cx="4473512" cy="355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979883" y="63500"/>
              <a:ext cx="3429051" cy="3429000"/>
            </a:xfrm>
            <a:custGeom>
              <a:avLst/>
              <a:gdLst/>
              <a:ahLst/>
              <a:cxnLst/>
              <a:rect r="r" b="b" t="t" l="l"/>
              <a:pathLst>
                <a:path h="3429000" w="3429051">
                  <a:moveTo>
                    <a:pt x="49" y="0"/>
                  </a:moveTo>
                  <a:lnTo>
                    <a:pt x="3429051" y="0"/>
                  </a:lnTo>
                  <a:lnTo>
                    <a:pt x="3429051" y="3429000"/>
                  </a:lnTo>
                  <a:cubicBezTo>
                    <a:pt x="3429051" y="3429000"/>
                    <a:pt x="2451786" y="3302127"/>
                    <a:pt x="2540940" y="2678049"/>
                  </a:cubicBezTo>
                  <a:cubicBezTo>
                    <a:pt x="2541575" y="2671826"/>
                    <a:pt x="2542972" y="2664968"/>
                    <a:pt x="2543734" y="2658872"/>
                  </a:cubicBezTo>
                  <a:cubicBezTo>
                    <a:pt x="2569769" y="2453132"/>
                    <a:pt x="2520366" y="2252853"/>
                    <a:pt x="2416226" y="2086864"/>
                  </a:cubicBezTo>
                  <a:cubicBezTo>
                    <a:pt x="2238552" y="1805051"/>
                    <a:pt x="2303069" y="1433322"/>
                    <a:pt x="2559609" y="1220724"/>
                  </a:cubicBezTo>
                  <a:lnTo>
                    <a:pt x="2847010" y="982091"/>
                  </a:lnTo>
                  <a:cubicBezTo>
                    <a:pt x="2934766" y="908685"/>
                    <a:pt x="2955341" y="783844"/>
                    <a:pt x="2898445" y="684403"/>
                  </a:cubicBezTo>
                  <a:cubicBezTo>
                    <a:pt x="2897810" y="683768"/>
                    <a:pt x="2897810" y="683006"/>
                    <a:pt x="2897047" y="682371"/>
                  </a:cubicBezTo>
                  <a:cubicBezTo>
                    <a:pt x="2675560" y="289433"/>
                    <a:pt x="2005507" y="572643"/>
                    <a:pt x="2005507" y="572643"/>
                  </a:cubicBezTo>
                  <a:cubicBezTo>
                    <a:pt x="2005507" y="572643"/>
                    <a:pt x="850442" y="1042416"/>
                    <a:pt x="216076" y="277749"/>
                  </a:cubicBezTo>
                  <a:cubicBezTo>
                    <a:pt x="-8968" y="6223"/>
                    <a:pt x="49" y="0"/>
                    <a:pt x="49" y="0"/>
                  </a:cubicBezTo>
                  <a:close/>
                </a:path>
              </a:pathLst>
            </a:custGeom>
            <a:solidFill>
              <a:srgbClr val="FFB4C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67" y="70612"/>
              <a:ext cx="4346638" cy="2543937"/>
            </a:xfrm>
            <a:custGeom>
              <a:avLst/>
              <a:gdLst/>
              <a:ahLst/>
              <a:cxnLst/>
              <a:rect r="r" b="b" t="t" l="l"/>
              <a:pathLst>
                <a:path h="2543937" w="4346638">
                  <a:moveTo>
                    <a:pt x="49082" y="0"/>
                  </a:moveTo>
                  <a:cubicBezTo>
                    <a:pt x="-13529" y="0"/>
                    <a:pt x="-5528" y="5588"/>
                    <a:pt x="14665" y="80899"/>
                  </a:cubicBezTo>
                  <a:cubicBezTo>
                    <a:pt x="43621" y="189230"/>
                    <a:pt x="69656" y="231394"/>
                    <a:pt x="187639" y="362204"/>
                  </a:cubicBezTo>
                  <a:cubicBezTo>
                    <a:pt x="225993" y="404749"/>
                    <a:pt x="251266" y="422910"/>
                    <a:pt x="278317" y="422910"/>
                  </a:cubicBezTo>
                  <a:cubicBezTo>
                    <a:pt x="289239" y="422910"/>
                    <a:pt x="300542" y="419989"/>
                    <a:pt x="312988" y="414401"/>
                  </a:cubicBezTo>
                  <a:cubicBezTo>
                    <a:pt x="347532" y="399034"/>
                    <a:pt x="372297" y="361442"/>
                    <a:pt x="371916" y="324866"/>
                  </a:cubicBezTo>
                  <a:cubicBezTo>
                    <a:pt x="371662" y="295402"/>
                    <a:pt x="349564" y="259842"/>
                    <a:pt x="291906" y="196215"/>
                  </a:cubicBezTo>
                  <a:cubicBezTo>
                    <a:pt x="236026" y="134493"/>
                    <a:pt x="200085" y="77597"/>
                    <a:pt x="185099" y="26670"/>
                  </a:cubicBezTo>
                  <a:lnTo>
                    <a:pt x="177352" y="254"/>
                  </a:lnTo>
                  <a:lnTo>
                    <a:pt x="87944" y="254"/>
                  </a:lnTo>
                  <a:cubicBezTo>
                    <a:pt x="72704" y="254"/>
                    <a:pt x="59877" y="127"/>
                    <a:pt x="49082" y="127"/>
                  </a:cubicBezTo>
                  <a:close/>
                  <a:moveTo>
                    <a:pt x="555558" y="473837"/>
                  </a:moveTo>
                  <a:cubicBezTo>
                    <a:pt x="554669" y="473837"/>
                    <a:pt x="553780" y="473837"/>
                    <a:pt x="552891" y="473837"/>
                  </a:cubicBezTo>
                  <a:cubicBezTo>
                    <a:pt x="522157" y="474726"/>
                    <a:pt x="490788" y="490347"/>
                    <a:pt x="476564" y="516890"/>
                  </a:cubicBezTo>
                  <a:cubicBezTo>
                    <a:pt x="455609" y="555879"/>
                    <a:pt x="465134" y="593217"/>
                    <a:pt x="504631" y="626364"/>
                  </a:cubicBezTo>
                  <a:cubicBezTo>
                    <a:pt x="516188" y="636143"/>
                    <a:pt x="561654" y="676402"/>
                    <a:pt x="605850" y="715899"/>
                  </a:cubicBezTo>
                  <a:cubicBezTo>
                    <a:pt x="737168" y="833501"/>
                    <a:pt x="783523" y="869315"/>
                    <a:pt x="824671" y="869315"/>
                  </a:cubicBezTo>
                  <a:cubicBezTo>
                    <a:pt x="835974" y="869315"/>
                    <a:pt x="846896" y="866648"/>
                    <a:pt x="859088" y="862203"/>
                  </a:cubicBezTo>
                  <a:cubicBezTo>
                    <a:pt x="890965" y="850519"/>
                    <a:pt x="904427" y="837311"/>
                    <a:pt x="916492" y="805815"/>
                  </a:cubicBezTo>
                  <a:cubicBezTo>
                    <a:pt x="924621" y="784479"/>
                    <a:pt x="925255" y="774700"/>
                    <a:pt x="919668" y="753872"/>
                  </a:cubicBezTo>
                  <a:cubicBezTo>
                    <a:pt x="911793" y="724662"/>
                    <a:pt x="917635" y="729869"/>
                    <a:pt x="742756" y="595757"/>
                  </a:cubicBezTo>
                  <a:cubicBezTo>
                    <a:pt x="674684" y="543560"/>
                    <a:pt x="612200" y="495554"/>
                    <a:pt x="603691" y="488950"/>
                  </a:cubicBezTo>
                  <a:cubicBezTo>
                    <a:pt x="590229" y="478536"/>
                    <a:pt x="573084" y="473710"/>
                    <a:pt x="555558" y="473710"/>
                  </a:cubicBezTo>
                  <a:close/>
                  <a:moveTo>
                    <a:pt x="1172398" y="848233"/>
                  </a:moveTo>
                  <a:cubicBezTo>
                    <a:pt x="1107755" y="848233"/>
                    <a:pt x="1090483" y="855980"/>
                    <a:pt x="1072194" y="877697"/>
                  </a:cubicBezTo>
                  <a:cubicBezTo>
                    <a:pt x="1042350" y="913257"/>
                    <a:pt x="1043492" y="956818"/>
                    <a:pt x="1075369" y="988568"/>
                  </a:cubicBezTo>
                  <a:cubicBezTo>
                    <a:pt x="1095181" y="1008380"/>
                    <a:pt x="1098991" y="1009396"/>
                    <a:pt x="1196147" y="1020318"/>
                  </a:cubicBezTo>
                  <a:cubicBezTo>
                    <a:pt x="1230310" y="1024128"/>
                    <a:pt x="1288476" y="1031367"/>
                    <a:pt x="1325433" y="1036193"/>
                  </a:cubicBezTo>
                  <a:cubicBezTo>
                    <a:pt x="1366073" y="1041527"/>
                    <a:pt x="1389949" y="1044321"/>
                    <a:pt x="1406205" y="1044321"/>
                  </a:cubicBezTo>
                  <a:cubicBezTo>
                    <a:pt x="1424493" y="1044321"/>
                    <a:pt x="1433129" y="1040765"/>
                    <a:pt x="1445194" y="1033399"/>
                  </a:cubicBezTo>
                  <a:cubicBezTo>
                    <a:pt x="1508313" y="994918"/>
                    <a:pt x="1502344" y="905637"/>
                    <a:pt x="1434399" y="871855"/>
                  </a:cubicBezTo>
                  <a:cubicBezTo>
                    <a:pt x="1408110" y="858774"/>
                    <a:pt x="1391854" y="856742"/>
                    <a:pt x="1271839" y="851154"/>
                  </a:cubicBezTo>
                  <a:cubicBezTo>
                    <a:pt x="1234120" y="849376"/>
                    <a:pt x="1204402" y="848360"/>
                    <a:pt x="1180653" y="848106"/>
                  </a:cubicBezTo>
                  <a:cubicBezTo>
                    <a:pt x="1177859" y="848106"/>
                    <a:pt x="1175192" y="848106"/>
                    <a:pt x="1172525" y="848106"/>
                  </a:cubicBezTo>
                  <a:close/>
                  <a:moveTo>
                    <a:pt x="1626550" y="1039495"/>
                  </a:moveTo>
                  <a:cubicBezTo>
                    <a:pt x="1609024" y="1039495"/>
                    <a:pt x="1591625" y="1043686"/>
                    <a:pt x="1579052" y="1052322"/>
                  </a:cubicBezTo>
                  <a:cubicBezTo>
                    <a:pt x="1537142" y="1080770"/>
                    <a:pt x="1531173" y="1137666"/>
                    <a:pt x="1565844" y="1177290"/>
                  </a:cubicBezTo>
                  <a:cubicBezTo>
                    <a:pt x="1587180" y="1201801"/>
                    <a:pt x="1652839" y="1307846"/>
                    <a:pt x="1693606" y="1383919"/>
                  </a:cubicBezTo>
                  <a:cubicBezTo>
                    <a:pt x="1726626" y="1445641"/>
                    <a:pt x="1741485" y="1464691"/>
                    <a:pt x="1766631" y="1477772"/>
                  </a:cubicBezTo>
                  <a:cubicBezTo>
                    <a:pt x="1776664" y="1482979"/>
                    <a:pt x="1794952" y="1485900"/>
                    <a:pt x="1811716" y="1485900"/>
                  </a:cubicBezTo>
                  <a:cubicBezTo>
                    <a:pt x="1822638" y="1485900"/>
                    <a:pt x="1832925" y="1484630"/>
                    <a:pt x="1840037" y="1482090"/>
                  </a:cubicBezTo>
                  <a:cubicBezTo>
                    <a:pt x="1854515" y="1476756"/>
                    <a:pt x="1877629" y="1454023"/>
                    <a:pt x="1887281" y="1435481"/>
                  </a:cubicBezTo>
                  <a:cubicBezTo>
                    <a:pt x="1900235" y="1410589"/>
                    <a:pt x="1897822" y="1375537"/>
                    <a:pt x="1880550" y="1338453"/>
                  </a:cubicBezTo>
                  <a:cubicBezTo>
                    <a:pt x="1849181" y="1271016"/>
                    <a:pt x="1717482" y="1084580"/>
                    <a:pt x="1680906" y="1055878"/>
                  </a:cubicBezTo>
                  <a:cubicBezTo>
                    <a:pt x="1667952" y="1045718"/>
                    <a:pt x="1649283" y="1040130"/>
                    <a:pt x="1630487" y="1039495"/>
                  </a:cubicBezTo>
                  <a:cubicBezTo>
                    <a:pt x="1629217" y="1039495"/>
                    <a:pt x="1627947" y="1039368"/>
                    <a:pt x="1626677" y="1039368"/>
                  </a:cubicBezTo>
                  <a:close/>
                  <a:moveTo>
                    <a:pt x="719515" y="127"/>
                  </a:moveTo>
                  <a:lnTo>
                    <a:pt x="730691" y="18923"/>
                  </a:lnTo>
                  <a:cubicBezTo>
                    <a:pt x="753424" y="57531"/>
                    <a:pt x="835085" y="154559"/>
                    <a:pt x="899474" y="219837"/>
                  </a:cubicBezTo>
                  <a:cubicBezTo>
                    <a:pt x="1013647" y="335407"/>
                    <a:pt x="1098229" y="397510"/>
                    <a:pt x="1236406" y="466852"/>
                  </a:cubicBezTo>
                  <a:cubicBezTo>
                    <a:pt x="1340038" y="518922"/>
                    <a:pt x="1421953" y="548132"/>
                    <a:pt x="1559367" y="582041"/>
                  </a:cubicBezTo>
                  <a:cubicBezTo>
                    <a:pt x="1751772" y="629412"/>
                    <a:pt x="1806128" y="657352"/>
                    <a:pt x="1883217" y="748157"/>
                  </a:cubicBezTo>
                  <a:cubicBezTo>
                    <a:pt x="1943669" y="819404"/>
                    <a:pt x="1960433" y="847344"/>
                    <a:pt x="2023425" y="982599"/>
                  </a:cubicBezTo>
                  <a:cubicBezTo>
                    <a:pt x="2084893" y="1114679"/>
                    <a:pt x="2117024" y="1173353"/>
                    <a:pt x="2159315" y="1231646"/>
                  </a:cubicBezTo>
                  <a:cubicBezTo>
                    <a:pt x="2308667" y="1437005"/>
                    <a:pt x="2660076" y="1586230"/>
                    <a:pt x="3096321" y="1629410"/>
                  </a:cubicBezTo>
                  <a:cubicBezTo>
                    <a:pt x="3196525" y="1639316"/>
                    <a:pt x="3510469" y="1654556"/>
                    <a:pt x="3615370" y="1654683"/>
                  </a:cubicBezTo>
                  <a:cubicBezTo>
                    <a:pt x="3821873" y="1654810"/>
                    <a:pt x="3966653" y="1669796"/>
                    <a:pt x="4103305" y="1705229"/>
                  </a:cubicBezTo>
                  <a:cubicBezTo>
                    <a:pt x="4173028" y="1723263"/>
                    <a:pt x="4319205" y="1775206"/>
                    <a:pt x="4330762" y="1786001"/>
                  </a:cubicBezTo>
                  <a:cubicBezTo>
                    <a:pt x="4334064" y="1789049"/>
                    <a:pt x="4338890" y="1791462"/>
                    <a:pt x="4341684" y="1791462"/>
                  </a:cubicBezTo>
                  <a:cubicBezTo>
                    <a:pt x="4344478" y="1791462"/>
                    <a:pt x="4346637" y="1745742"/>
                    <a:pt x="4346637" y="1689735"/>
                  </a:cubicBezTo>
                  <a:lnTo>
                    <a:pt x="4346637" y="1688846"/>
                  </a:lnTo>
                  <a:cubicBezTo>
                    <a:pt x="4346637" y="1598168"/>
                    <a:pt x="4345494" y="1586992"/>
                    <a:pt x="4335715" y="1583055"/>
                  </a:cubicBezTo>
                  <a:cubicBezTo>
                    <a:pt x="4295202" y="1566545"/>
                    <a:pt x="4189157" y="1533144"/>
                    <a:pt x="4128959" y="1518031"/>
                  </a:cubicBezTo>
                  <a:cubicBezTo>
                    <a:pt x="3982528" y="1481328"/>
                    <a:pt x="3875975" y="1470660"/>
                    <a:pt x="3600257" y="1464945"/>
                  </a:cubicBezTo>
                  <a:cubicBezTo>
                    <a:pt x="3224973" y="1457325"/>
                    <a:pt x="3007421" y="1437894"/>
                    <a:pt x="2832161" y="1396365"/>
                  </a:cubicBezTo>
                  <a:cubicBezTo>
                    <a:pt x="2629977" y="1348486"/>
                    <a:pt x="2427793" y="1250696"/>
                    <a:pt x="2345751" y="1160780"/>
                  </a:cubicBezTo>
                  <a:cubicBezTo>
                    <a:pt x="2289109" y="1098804"/>
                    <a:pt x="2280092" y="1082548"/>
                    <a:pt x="2147250" y="804164"/>
                  </a:cubicBezTo>
                  <a:cubicBezTo>
                    <a:pt x="2097847" y="700659"/>
                    <a:pt x="1982912" y="564769"/>
                    <a:pt x="1895282" y="506476"/>
                  </a:cubicBezTo>
                  <a:cubicBezTo>
                    <a:pt x="1825178" y="459867"/>
                    <a:pt x="1751518" y="433578"/>
                    <a:pt x="1572575" y="391795"/>
                  </a:cubicBezTo>
                  <a:cubicBezTo>
                    <a:pt x="1493073" y="373126"/>
                    <a:pt x="1367343" y="324993"/>
                    <a:pt x="1289491" y="283083"/>
                  </a:cubicBezTo>
                  <a:cubicBezTo>
                    <a:pt x="1182430" y="225679"/>
                    <a:pt x="1101658" y="160782"/>
                    <a:pt x="992692" y="44704"/>
                  </a:cubicBezTo>
                  <a:lnTo>
                    <a:pt x="950782" y="127"/>
                  </a:lnTo>
                  <a:close/>
                  <a:moveTo>
                    <a:pt x="2179000" y="1549527"/>
                  </a:moveTo>
                  <a:cubicBezTo>
                    <a:pt x="2178365" y="1549527"/>
                    <a:pt x="2177857" y="1549527"/>
                    <a:pt x="2177222" y="1549527"/>
                  </a:cubicBezTo>
                  <a:cubicBezTo>
                    <a:pt x="2166300" y="1549781"/>
                    <a:pt x="2154870" y="1552702"/>
                    <a:pt x="2142551" y="1557909"/>
                  </a:cubicBezTo>
                  <a:cubicBezTo>
                    <a:pt x="2115500" y="1569212"/>
                    <a:pt x="2096069" y="1600581"/>
                    <a:pt x="2095942" y="1632712"/>
                  </a:cubicBezTo>
                  <a:cubicBezTo>
                    <a:pt x="2095942" y="1659509"/>
                    <a:pt x="2128581" y="1712976"/>
                    <a:pt x="2198558" y="1800860"/>
                  </a:cubicBezTo>
                  <a:cubicBezTo>
                    <a:pt x="2293935" y="1920494"/>
                    <a:pt x="2343465" y="1963928"/>
                    <a:pt x="2393630" y="1963928"/>
                  </a:cubicBezTo>
                  <a:cubicBezTo>
                    <a:pt x="2403536" y="1963928"/>
                    <a:pt x="2413315" y="1962277"/>
                    <a:pt x="2423602" y="1959102"/>
                  </a:cubicBezTo>
                  <a:cubicBezTo>
                    <a:pt x="2450780" y="1950847"/>
                    <a:pt x="2480244" y="1919732"/>
                    <a:pt x="2485070" y="1894332"/>
                  </a:cubicBezTo>
                  <a:cubicBezTo>
                    <a:pt x="2492817" y="1853057"/>
                    <a:pt x="2484308" y="1838960"/>
                    <a:pt x="2400996" y="1755140"/>
                  </a:cubicBezTo>
                  <a:cubicBezTo>
                    <a:pt x="2357181" y="1711071"/>
                    <a:pt x="2303841" y="1652905"/>
                    <a:pt x="2282505" y="1625981"/>
                  </a:cubicBezTo>
                  <a:cubicBezTo>
                    <a:pt x="2240087" y="1572387"/>
                    <a:pt x="2211131" y="1549527"/>
                    <a:pt x="2178873" y="1549527"/>
                  </a:cubicBezTo>
                  <a:close/>
                  <a:moveTo>
                    <a:pt x="2650678" y="1950212"/>
                  </a:moveTo>
                  <a:cubicBezTo>
                    <a:pt x="2620198" y="1950212"/>
                    <a:pt x="2600513" y="1959864"/>
                    <a:pt x="2581590" y="1981581"/>
                  </a:cubicBezTo>
                  <a:cubicBezTo>
                    <a:pt x="2566604" y="1998726"/>
                    <a:pt x="2562413" y="2009267"/>
                    <a:pt x="2562413" y="2029714"/>
                  </a:cubicBezTo>
                  <a:cubicBezTo>
                    <a:pt x="2562413" y="2061083"/>
                    <a:pt x="2579812" y="2092325"/>
                    <a:pt x="2604069" y="2104517"/>
                  </a:cubicBezTo>
                  <a:cubicBezTo>
                    <a:pt x="2627310" y="2116201"/>
                    <a:pt x="2717734" y="2136648"/>
                    <a:pt x="2801808" y="2149348"/>
                  </a:cubicBezTo>
                  <a:cubicBezTo>
                    <a:pt x="2839400" y="2154936"/>
                    <a:pt x="2886009" y="2163572"/>
                    <a:pt x="2905313" y="2168398"/>
                  </a:cubicBezTo>
                  <a:cubicBezTo>
                    <a:pt x="2926903" y="2173859"/>
                    <a:pt x="2944810" y="2176526"/>
                    <a:pt x="2960177" y="2176526"/>
                  </a:cubicBezTo>
                  <a:cubicBezTo>
                    <a:pt x="2975544" y="2176526"/>
                    <a:pt x="2988625" y="2173859"/>
                    <a:pt x="3000817" y="2168398"/>
                  </a:cubicBezTo>
                  <a:cubicBezTo>
                    <a:pt x="3032313" y="2154428"/>
                    <a:pt x="3048950" y="2131187"/>
                    <a:pt x="3052252" y="2096516"/>
                  </a:cubicBezTo>
                  <a:cubicBezTo>
                    <a:pt x="3059872" y="2017141"/>
                    <a:pt x="2990911" y="1981200"/>
                    <a:pt x="2808031" y="1969135"/>
                  </a:cubicBezTo>
                  <a:cubicBezTo>
                    <a:pt x="2773868" y="1966849"/>
                    <a:pt x="2724338" y="1960880"/>
                    <a:pt x="2698049" y="1955673"/>
                  </a:cubicBezTo>
                  <a:cubicBezTo>
                    <a:pt x="2682936" y="1952752"/>
                    <a:pt x="2669855" y="1950974"/>
                    <a:pt x="2658298" y="1950466"/>
                  </a:cubicBezTo>
                  <a:cubicBezTo>
                    <a:pt x="2655758" y="1950339"/>
                    <a:pt x="2653218" y="1950339"/>
                    <a:pt x="2650805" y="1950339"/>
                  </a:cubicBezTo>
                  <a:close/>
                  <a:moveTo>
                    <a:pt x="3590224" y="2001012"/>
                  </a:moveTo>
                  <a:cubicBezTo>
                    <a:pt x="3590098" y="2001012"/>
                    <a:pt x="3589970" y="2001012"/>
                    <a:pt x="3589843" y="2001012"/>
                  </a:cubicBezTo>
                  <a:cubicBezTo>
                    <a:pt x="3547680" y="2001139"/>
                    <a:pt x="3341305" y="2039366"/>
                    <a:pt x="3311332" y="2052574"/>
                  </a:cubicBezTo>
                  <a:cubicBezTo>
                    <a:pt x="3242880" y="2082800"/>
                    <a:pt x="3234117" y="2175891"/>
                    <a:pt x="3296728" y="2209546"/>
                  </a:cubicBezTo>
                  <a:cubicBezTo>
                    <a:pt x="3310062" y="2216658"/>
                    <a:pt x="3325430" y="2220468"/>
                    <a:pt x="3339273" y="2220468"/>
                  </a:cubicBezTo>
                  <a:cubicBezTo>
                    <a:pt x="3349687" y="2220468"/>
                    <a:pt x="3359212" y="2218436"/>
                    <a:pt x="3366450" y="2214118"/>
                  </a:cubicBezTo>
                  <a:cubicBezTo>
                    <a:pt x="3372547" y="2210562"/>
                    <a:pt x="3428173" y="2202307"/>
                    <a:pt x="3490022" y="2195576"/>
                  </a:cubicBezTo>
                  <a:cubicBezTo>
                    <a:pt x="3565332" y="2187448"/>
                    <a:pt x="3611433" y="2179574"/>
                    <a:pt x="3629594" y="2171573"/>
                  </a:cubicBezTo>
                  <a:cubicBezTo>
                    <a:pt x="3717987" y="2132457"/>
                    <a:pt x="3687253" y="2001139"/>
                    <a:pt x="3590098" y="2001139"/>
                  </a:cubicBezTo>
                  <a:close/>
                  <a:moveTo>
                    <a:pt x="283905" y="127"/>
                  </a:moveTo>
                  <a:lnTo>
                    <a:pt x="296351" y="20320"/>
                  </a:lnTo>
                  <a:cubicBezTo>
                    <a:pt x="303209" y="31496"/>
                    <a:pt x="323275" y="65786"/>
                    <a:pt x="340928" y="96520"/>
                  </a:cubicBezTo>
                  <a:cubicBezTo>
                    <a:pt x="389188" y="180467"/>
                    <a:pt x="414842" y="212090"/>
                    <a:pt x="517585" y="314325"/>
                  </a:cubicBezTo>
                  <a:cubicBezTo>
                    <a:pt x="622614" y="418719"/>
                    <a:pt x="678494" y="465201"/>
                    <a:pt x="801176" y="550164"/>
                  </a:cubicBezTo>
                  <a:cubicBezTo>
                    <a:pt x="962720" y="662051"/>
                    <a:pt x="981263" y="669798"/>
                    <a:pt x="1242756" y="734441"/>
                  </a:cubicBezTo>
                  <a:cubicBezTo>
                    <a:pt x="1464625" y="789305"/>
                    <a:pt x="1510980" y="808101"/>
                    <a:pt x="1600642" y="878967"/>
                  </a:cubicBezTo>
                  <a:cubicBezTo>
                    <a:pt x="1697670" y="955675"/>
                    <a:pt x="1752915" y="1033399"/>
                    <a:pt x="1849562" y="1228471"/>
                  </a:cubicBezTo>
                  <a:cubicBezTo>
                    <a:pt x="1928175" y="1387221"/>
                    <a:pt x="2011995" y="1503426"/>
                    <a:pt x="2141408" y="1632966"/>
                  </a:cubicBezTo>
                  <a:cubicBezTo>
                    <a:pt x="2251263" y="1742948"/>
                    <a:pt x="2352609" y="1808353"/>
                    <a:pt x="2482022" y="1852803"/>
                  </a:cubicBezTo>
                  <a:cubicBezTo>
                    <a:pt x="2608514" y="1896237"/>
                    <a:pt x="2721544" y="1913128"/>
                    <a:pt x="2947096" y="1922018"/>
                  </a:cubicBezTo>
                  <a:cubicBezTo>
                    <a:pt x="3120959" y="1928876"/>
                    <a:pt x="3248722" y="1938147"/>
                    <a:pt x="3329620" y="1949831"/>
                  </a:cubicBezTo>
                  <a:cubicBezTo>
                    <a:pt x="3363783" y="1954784"/>
                    <a:pt x="3428173" y="1961642"/>
                    <a:pt x="3472623" y="1965325"/>
                  </a:cubicBezTo>
                  <a:cubicBezTo>
                    <a:pt x="3556697" y="1972056"/>
                    <a:pt x="3690174" y="1991741"/>
                    <a:pt x="3839653" y="2019300"/>
                  </a:cubicBezTo>
                  <a:cubicBezTo>
                    <a:pt x="3992180" y="2047367"/>
                    <a:pt x="4048441" y="2065274"/>
                    <a:pt x="4159693" y="2120519"/>
                  </a:cubicBezTo>
                  <a:cubicBezTo>
                    <a:pt x="4229416" y="2155190"/>
                    <a:pt x="4270183" y="2182495"/>
                    <a:pt x="4317046" y="2225929"/>
                  </a:cubicBezTo>
                  <a:lnTo>
                    <a:pt x="4346637" y="2253361"/>
                  </a:lnTo>
                  <a:lnTo>
                    <a:pt x="4346637" y="2009267"/>
                  </a:lnTo>
                  <a:lnTo>
                    <a:pt x="4320221" y="1992503"/>
                  </a:lnTo>
                  <a:cubicBezTo>
                    <a:pt x="4275771" y="1964309"/>
                    <a:pt x="4147120" y="1905000"/>
                    <a:pt x="4086287" y="1884680"/>
                  </a:cubicBezTo>
                  <a:cubicBezTo>
                    <a:pt x="4025835" y="1864487"/>
                    <a:pt x="3903534" y="1837309"/>
                    <a:pt x="3793044" y="1819783"/>
                  </a:cubicBezTo>
                  <a:cubicBezTo>
                    <a:pt x="3757103" y="1814068"/>
                    <a:pt x="3694111" y="1803908"/>
                    <a:pt x="3653089" y="1797304"/>
                  </a:cubicBezTo>
                  <a:cubicBezTo>
                    <a:pt x="3612069" y="1790700"/>
                    <a:pt x="3543488" y="1782318"/>
                    <a:pt x="3500689" y="1778635"/>
                  </a:cubicBezTo>
                  <a:cubicBezTo>
                    <a:pt x="3457891" y="1774952"/>
                    <a:pt x="3390707" y="1767840"/>
                    <a:pt x="3351464" y="1762633"/>
                  </a:cubicBezTo>
                  <a:cubicBezTo>
                    <a:pt x="3250373" y="1749298"/>
                    <a:pt x="3160075" y="1742694"/>
                    <a:pt x="2981386" y="1735709"/>
                  </a:cubicBezTo>
                  <a:cubicBezTo>
                    <a:pt x="2650551" y="1722755"/>
                    <a:pt x="2526472" y="1692148"/>
                    <a:pt x="2371024" y="1585087"/>
                  </a:cubicBezTo>
                  <a:cubicBezTo>
                    <a:pt x="2312604" y="1544955"/>
                    <a:pt x="2210623" y="1439164"/>
                    <a:pt x="2143186" y="1348994"/>
                  </a:cubicBezTo>
                  <a:cubicBezTo>
                    <a:pt x="2079813" y="1264285"/>
                    <a:pt x="2050730" y="1217041"/>
                    <a:pt x="2017583" y="1144524"/>
                  </a:cubicBezTo>
                  <a:cubicBezTo>
                    <a:pt x="1903791" y="895731"/>
                    <a:pt x="1772600" y="744474"/>
                    <a:pt x="1585021" y="645287"/>
                  </a:cubicBezTo>
                  <a:cubicBezTo>
                    <a:pt x="1523045" y="612521"/>
                    <a:pt x="1487358" y="601091"/>
                    <a:pt x="1319972" y="559943"/>
                  </a:cubicBezTo>
                  <a:cubicBezTo>
                    <a:pt x="1102293" y="506476"/>
                    <a:pt x="1094927" y="504444"/>
                    <a:pt x="1052763" y="485394"/>
                  </a:cubicBezTo>
                  <a:cubicBezTo>
                    <a:pt x="1009202" y="465709"/>
                    <a:pt x="928684" y="413004"/>
                    <a:pt x="826195" y="336931"/>
                  </a:cubicBezTo>
                  <a:cubicBezTo>
                    <a:pt x="746312" y="278003"/>
                    <a:pt x="551113" y="86995"/>
                    <a:pt x="515045" y="32766"/>
                  </a:cubicBezTo>
                  <a:lnTo>
                    <a:pt x="493201" y="127"/>
                  </a:lnTo>
                  <a:lnTo>
                    <a:pt x="388553" y="127"/>
                  </a:lnTo>
                  <a:lnTo>
                    <a:pt x="283905" y="127"/>
                  </a:lnTo>
                  <a:close/>
                  <a:moveTo>
                    <a:pt x="3744403" y="2096897"/>
                  </a:moveTo>
                  <a:cubicBezTo>
                    <a:pt x="3738687" y="2096897"/>
                    <a:pt x="3733100" y="2097024"/>
                    <a:pt x="3727638" y="2097151"/>
                  </a:cubicBezTo>
                  <a:cubicBezTo>
                    <a:pt x="3693603" y="2098421"/>
                    <a:pt x="3664393" y="2103374"/>
                    <a:pt x="3646739" y="2112010"/>
                  </a:cubicBezTo>
                  <a:cubicBezTo>
                    <a:pt x="3598606" y="2135632"/>
                    <a:pt x="3580318" y="2188972"/>
                    <a:pt x="3605973" y="2231136"/>
                  </a:cubicBezTo>
                  <a:cubicBezTo>
                    <a:pt x="3624006" y="2260727"/>
                    <a:pt x="3644454" y="2269109"/>
                    <a:pt x="3701731" y="2269109"/>
                  </a:cubicBezTo>
                  <a:cubicBezTo>
                    <a:pt x="3704270" y="2269109"/>
                    <a:pt x="3706811" y="2269109"/>
                    <a:pt x="3709478" y="2269109"/>
                  </a:cubicBezTo>
                  <a:cubicBezTo>
                    <a:pt x="3711001" y="2269109"/>
                    <a:pt x="3712653" y="2269109"/>
                    <a:pt x="3714176" y="2269109"/>
                  </a:cubicBezTo>
                  <a:cubicBezTo>
                    <a:pt x="3771454" y="2269109"/>
                    <a:pt x="3827587" y="2281682"/>
                    <a:pt x="3918901" y="2314956"/>
                  </a:cubicBezTo>
                  <a:cubicBezTo>
                    <a:pt x="3950143" y="2326386"/>
                    <a:pt x="3969574" y="2331720"/>
                    <a:pt x="3985830" y="2331720"/>
                  </a:cubicBezTo>
                  <a:cubicBezTo>
                    <a:pt x="3998784" y="2331720"/>
                    <a:pt x="4009579" y="2328291"/>
                    <a:pt x="4022787" y="2321687"/>
                  </a:cubicBezTo>
                  <a:cubicBezTo>
                    <a:pt x="4091113" y="2287397"/>
                    <a:pt x="4088319" y="2188210"/>
                    <a:pt x="4018088" y="2153158"/>
                  </a:cubicBezTo>
                  <a:cubicBezTo>
                    <a:pt x="3989767" y="2139061"/>
                    <a:pt x="3914964" y="2119122"/>
                    <a:pt x="3837367" y="2105152"/>
                  </a:cubicBezTo>
                  <a:cubicBezTo>
                    <a:pt x="3806379" y="2099564"/>
                    <a:pt x="3773993" y="2096897"/>
                    <a:pt x="3744275" y="2096897"/>
                  </a:cubicBezTo>
                  <a:close/>
                  <a:moveTo>
                    <a:pt x="4234369" y="2295779"/>
                  </a:moveTo>
                  <a:cubicBezTo>
                    <a:pt x="4229543" y="2295779"/>
                    <a:pt x="4224463" y="2296033"/>
                    <a:pt x="4218494" y="2296541"/>
                  </a:cubicBezTo>
                  <a:cubicBezTo>
                    <a:pt x="4111941" y="2305431"/>
                    <a:pt x="4100511" y="2448941"/>
                    <a:pt x="4204778" y="2468499"/>
                  </a:cubicBezTo>
                  <a:cubicBezTo>
                    <a:pt x="4221923" y="2471674"/>
                    <a:pt x="4256340" y="2488057"/>
                    <a:pt x="4289995" y="2508885"/>
                  </a:cubicBezTo>
                  <a:lnTo>
                    <a:pt x="4346383" y="2543937"/>
                  </a:lnTo>
                  <a:lnTo>
                    <a:pt x="4346383" y="2338197"/>
                  </a:lnTo>
                  <a:lnTo>
                    <a:pt x="4299647" y="2315972"/>
                  </a:lnTo>
                  <a:cubicBezTo>
                    <a:pt x="4269167" y="2301494"/>
                    <a:pt x="4255578" y="2296414"/>
                    <a:pt x="4238052" y="2295906"/>
                  </a:cubicBezTo>
                  <a:cubicBezTo>
                    <a:pt x="4236909" y="2295906"/>
                    <a:pt x="4235639" y="2295906"/>
                    <a:pt x="4234369" y="2295906"/>
                  </a:cubicBezTo>
                  <a:close/>
                </a:path>
              </a:pathLst>
            </a:custGeom>
            <a:solidFill>
              <a:srgbClr val="FD6F96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4364376" y="6149092"/>
            <a:ext cx="3990165" cy="4204449"/>
          </a:xfrm>
          <a:custGeom>
            <a:avLst/>
            <a:gdLst/>
            <a:ahLst/>
            <a:cxnLst/>
            <a:rect r="r" b="b" t="t" l="l"/>
            <a:pathLst>
              <a:path h="4204449" w="3990165">
                <a:moveTo>
                  <a:pt x="0" y="0"/>
                </a:moveTo>
                <a:lnTo>
                  <a:pt x="3990166" y="0"/>
                </a:lnTo>
                <a:lnTo>
                  <a:pt x="3990166" y="4204450"/>
                </a:lnTo>
                <a:lnTo>
                  <a:pt x="0" y="42044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442323" y="904875"/>
            <a:ext cx="15403354" cy="8353425"/>
            <a:chOff x="0" y="0"/>
            <a:chExt cx="20537805" cy="111379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537805" cy="11137900"/>
            </a:xfrm>
            <a:custGeom>
              <a:avLst/>
              <a:gdLst/>
              <a:ahLst/>
              <a:cxnLst/>
              <a:rect r="r" b="b" t="t" l="l"/>
              <a:pathLst>
                <a:path h="11137900" w="20537805">
                  <a:moveTo>
                    <a:pt x="0" y="0"/>
                  </a:moveTo>
                  <a:lnTo>
                    <a:pt x="20537805" y="0"/>
                  </a:lnTo>
                  <a:lnTo>
                    <a:pt x="20537805" y="11137900"/>
                  </a:lnTo>
                  <a:lnTo>
                    <a:pt x="0" y="1113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63503" y="6472933"/>
            <a:ext cx="3918642" cy="3877561"/>
            <a:chOff x="0" y="0"/>
            <a:chExt cx="3918649" cy="38775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3791588" cy="3750564"/>
            </a:xfrm>
            <a:custGeom>
              <a:avLst/>
              <a:gdLst/>
              <a:ahLst/>
              <a:cxnLst/>
              <a:rect r="r" b="b" t="t" l="l"/>
              <a:pathLst>
                <a:path h="3750564" w="3791588">
                  <a:moveTo>
                    <a:pt x="0" y="0"/>
                  </a:moveTo>
                  <a:lnTo>
                    <a:pt x="0" y="3750564"/>
                  </a:lnTo>
                  <a:lnTo>
                    <a:pt x="3791588" y="3750564"/>
                  </a:lnTo>
                  <a:lnTo>
                    <a:pt x="379158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771271"/>
              <a:ext cx="2621917" cy="3042793"/>
            </a:xfrm>
            <a:custGeom>
              <a:avLst/>
              <a:gdLst/>
              <a:ahLst/>
              <a:cxnLst/>
              <a:rect r="r" b="b" t="t" l="l"/>
              <a:pathLst>
                <a:path h="3042793" w="2621917">
                  <a:moveTo>
                    <a:pt x="0" y="0"/>
                  </a:moveTo>
                  <a:lnTo>
                    <a:pt x="0" y="3042793"/>
                  </a:lnTo>
                  <a:lnTo>
                    <a:pt x="2621917" y="3042793"/>
                  </a:lnTo>
                  <a:lnTo>
                    <a:pt x="262191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467359" y="1801368"/>
              <a:ext cx="1060832" cy="920115"/>
            </a:xfrm>
            <a:custGeom>
              <a:avLst/>
              <a:gdLst/>
              <a:ahLst/>
              <a:cxnLst/>
              <a:rect r="r" b="b" t="t" l="l"/>
              <a:pathLst>
                <a:path h="920115" w="1060832">
                  <a:moveTo>
                    <a:pt x="0" y="920115"/>
                  </a:moveTo>
                  <a:lnTo>
                    <a:pt x="1060832" y="920115"/>
                  </a:lnTo>
                  <a:lnTo>
                    <a:pt x="10608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63503" y="-63503"/>
            <a:ext cx="6478133" cy="3558464"/>
            <a:chOff x="0" y="0"/>
            <a:chExt cx="6478143" cy="35584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3868551" cy="2852418"/>
            </a:xfrm>
            <a:custGeom>
              <a:avLst/>
              <a:gdLst/>
              <a:ahLst/>
              <a:cxnLst/>
              <a:rect r="r" b="b" t="t" l="l"/>
              <a:pathLst>
                <a:path h="2852418" w="3868551">
                  <a:moveTo>
                    <a:pt x="0" y="0"/>
                  </a:moveTo>
                  <a:lnTo>
                    <a:pt x="0" y="2852418"/>
                  </a:lnTo>
                  <a:lnTo>
                    <a:pt x="3868551" y="2852418"/>
                  </a:lnTo>
                  <a:lnTo>
                    <a:pt x="386855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3449324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49324">
                  <a:moveTo>
                    <a:pt x="0" y="0"/>
                  </a:moveTo>
                  <a:lnTo>
                    <a:pt x="0" y="3431410"/>
                  </a:lnTo>
                  <a:lnTo>
                    <a:pt x="3449324" y="3431410"/>
                  </a:lnTo>
                  <a:lnTo>
                    <a:pt x="344932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741933" y="63500"/>
              <a:ext cx="3672717" cy="1267713"/>
            </a:xfrm>
            <a:custGeom>
              <a:avLst/>
              <a:gdLst/>
              <a:ahLst/>
              <a:cxnLst/>
              <a:rect r="r" b="b" t="t" l="l"/>
              <a:pathLst>
                <a:path h="1267713" w="3672717">
                  <a:moveTo>
                    <a:pt x="0" y="0"/>
                  </a:moveTo>
                  <a:lnTo>
                    <a:pt x="0" y="1267713"/>
                  </a:lnTo>
                  <a:lnTo>
                    <a:pt x="3672716" y="1267713"/>
                  </a:lnTo>
                  <a:lnTo>
                    <a:pt x="367271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863237" y="-63503"/>
            <a:ext cx="4488256" cy="3558464"/>
            <a:chOff x="0" y="0"/>
            <a:chExt cx="4488256" cy="35584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0" y="63500"/>
              <a:ext cx="4361304" cy="2549904"/>
            </a:xfrm>
            <a:custGeom>
              <a:avLst/>
              <a:gdLst/>
              <a:ahLst/>
              <a:cxnLst/>
              <a:rect r="r" b="b" t="t" l="l"/>
              <a:pathLst>
                <a:path h="2549904" w="4361304">
                  <a:moveTo>
                    <a:pt x="0" y="0"/>
                  </a:moveTo>
                  <a:lnTo>
                    <a:pt x="0" y="2549904"/>
                  </a:lnTo>
                  <a:lnTo>
                    <a:pt x="4361304" y="2549904"/>
                  </a:lnTo>
                  <a:lnTo>
                    <a:pt x="436130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987043" y="63500"/>
              <a:ext cx="3437761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37761">
                  <a:moveTo>
                    <a:pt x="0" y="0"/>
                  </a:moveTo>
                  <a:lnTo>
                    <a:pt x="0" y="3431410"/>
                  </a:lnTo>
                  <a:lnTo>
                    <a:pt x="3437761" y="3431410"/>
                  </a:lnTo>
                  <a:lnTo>
                    <a:pt x="343776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355870" y="6149092"/>
            <a:ext cx="3995623" cy="4201401"/>
            <a:chOff x="0" y="0"/>
            <a:chExt cx="3995623" cy="42014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2476244" y="63500"/>
              <a:ext cx="1455927" cy="2358134"/>
            </a:xfrm>
            <a:custGeom>
              <a:avLst/>
              <a:gdLst/>
              <a:ahLst/>
              <a:cxnLst/>
              <a:rect r="r" b="b" t="t" l="l"/>
              <a:pathLst>
                <a:path h="2358134" w="1455927">
                  <a:moveTo>
                    <a:pt x="0" y="0"/>
                  </a:moveTo>
                  <a:lnTo>
                    <a:pt x="0" y="2358134"/>
                  </a:lnTo>
                  <a:lnTo>
                    <a:pt x="1455927" y="2358134"/>
                  </a:lnTo>
                  <a:lnTo>
                    <a:pt x="145592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3500" y="276352"/>
              <a:ext cx="3868671" cy="3861559"/>
            </a:xfrm>
            <a:custGeom>
              <a:avLst/>
              <a:gdLst/>
              <a:ahLst/>
              <a:cxnLst/>
              <a:rect r="r" b="b" t="t" l="l"/>
              <a:pathLst>
                <a:path h="3861559" w="3868671">
                  <a:moveTo>
                    <a:pt x="0" y="0"/>
                  </a:moveTo>
                  <a:lnTo>
                    <a:pt x="0" y="3861559"/>
                  </a:lnTo>
                  <a:lnTo>
                    <a:pt x="3868671" y="3861559"/>
                  </a:lnTo>
                  <a:lnTo>
                    <a:pt x="386867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974597" y="2798697"/>
              <a:ext cx="2477387" cy="1234566"/>
            </a:xfrm>
            <a:custGeom>
              <a:avLst/>
              <a:gdLst/>
              <a:ahLst/>
              <a:cxnLst/>
              <a:rect r="r" b="b" t="t" l="l"/>
              <a:pathLst>
                <a:path h="1234566" w="2477387">
                  <a:moveTo>
                    <a:pt x="0" y="1234566"/>
                  </a:moveTo>
                  <a:lnTo>
                    <a:pt x="2477388" y="1234566"/>
                  </a:lnTo>
                  <a:lnTo>
                    <a:pt x="24773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000500"/>
            <a:ext cx="18288000" cy="18288000"/>
            <a:chOff x="0" y="0"/>
            <a:chExt cx="24384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6551" y="6472933"/>
            <a:ext cx="3921690" cy="3880609"/>
          </a:xfrm>
          <a:custGeom>
            <a:avLst/>
            <a:gdLst/>
            <a:ahLst/>
            <a:cxnLst/>
            <a:rect r="r" b="b" t="t" l="l"/>
            <a:pathLst>
              <a:path h="3880609" w="3921690">
                <a:moveTo>
                  <a:pt x="0" y="0"/>
                </a:moveTo>
                <a:lnTo>
                  <a:pt x="3921690" y="0"/>
                </a:lnTo>
                <a:lnTo>
                  <a:pt x="3921690" y="3880609"/>
                </a:lnTo>
                <a:lnTo>
                  <a:pt x="0" y="38806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3503" y="-66551"/>
            <a:ext cx="6478133" cy="3561512"/>
          </a:xfrm>
          <a:custGeom>
            <a:avLst/>
            <a:gdLst/>
            <a:ahLst/>
            <a:cxnLst/>
            <a:rect r="r" b="b" t="t" l="l"/>
            <a:pathLst>
              <a:path h="3561512" w="6478133">
                <a:moveTo>
                  <a:pt x="0" y="0"/>
                </a:moveTo>
                <a:lnTo>
                  <a:pt x="6478133" y="0"/>
                </a:lnTo>
                <a:lnTo>
                  <a:pt x="6478133" y="3561512"/>
                </a:lnTo>
                <a:lnTo>
                  <a:pt x="0" y="3561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863237" y="-63503"/>
            <a:ext cx="4488256" cy="3558464"/>
            <a:chOff x="0" y="0"/>
            <a:chExt cx="4488256" cy="3558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94616" y="63500"/>
              <a:ext cx="3429045" cy="3428997"/>
            </a:xfrm>
            <a:custGeom>
              <a:avLst/>
              <a:gdLst/>
              <a:ahLst/>
              <a:cxnLst/>
              <a:rect r="r" b="b" t="t" l="l"/>
              <a:pathLst>
                <a:path h="3428997" w="3429045">
                  <a:moveTo>
                    <a:pt x="47" y="0"/>
                  </a:moveTo>
                  <a:lnTo>
                    <a:pt x="3429045" y="0"/>
                  </a:lnTo>
                  <a:lnTo>
                    <a:pt x="3429045" y="3428997"/>
                  </a:lnTo>
                  <a:cubicBezTo>
                    <a:pt x="3429045" y="3428997"/>
                    <a:pt x="2451781" y="3302124"/>
                    <a:pt x="2540935" y="2678047"/>
                  </a:cubicBezTo>
                  <a:cubicBezTo>
                    <a:pt x="2541570" y="2671824"/>
                    <a:pt x="2542967" y="2664966"/>
                    <a:pt x="2543728" y="2658870"/>
                  </a:cubicBezTo>
                  <a:cubicBezTo>
                    <a:pt x="2569764" y="2453130"/>
                    <a:pt x="2520361" y="2252851"/>
                    <a:pt x="2416221" y="2086862"/>
                  </a:cubicBezTo>
                  <a:cubicBezTo>
                    <a:pt x="2238548" y="1805050"/>
                    <a:pt x="2303064" y="1433321"/>
                    <a:pt x="2559603" y="1220723"/>
                  </a:cubicBezTo>
                  <a:lnTo>
                    <a:pt x="2847004" y="982090"/>
                  </a:lnTo>
                  <a:cubicBezTo>
                    <a:pt x="2934761" y="908684"/>
                    <a:pt x="2955335" y="783843"/>
                    <a:pt x="2898439" y="684402"/>
                  </a:cubicBezTo>
                  <a:cubicBezTo>
                    <a:pt x="2897804" y="683767"/>
                    <a:pt x="2897804" y="683005"/>
                    <a:pt x="2897042" y="682370"/>
                  </a:cubicBezTo>
                  <a:cubicBezTo>
                    <a:pt x="2675554" y="289433"/>
                    <a:pt x="2005503" y="572643"/>
                    <a:pt x="2005503" y="572643"/>
                  </a:cubicBezTo>
                  <a:cubicBezTo>
                    <a:pt x="2005503" y="572643"/>
                    <a:pt x="850439" y="1042415"/>
                    <a:pt x="216074" y="277749"/>
                  </a:cubicBezTo>
                  <a:cubicBezTo>
                    <a:pt x="-8843" y="6223"/>
                    <a:pt x="47" y="0"/>
                    <a:pt x="47" y="0"/>
                  </a:cubicBezTo>
                  <a:close/>
                </a:path>
              </a:pathLst>
            </a:custGeom>
            <a:solidFill>
              <a:srgbClr val="FFB4C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8256" y="70574"/>
              <a:ext cx="4346421" cy="2544100"/>
            </a:xfrm>
            <a:custGeom>
              <a:avLst/>
              <a:gdLst/>
              <a:ahLst/>
              <a:cxnLst/>
              <a:rect r="r" b="b" t="t" l="l"/>
              <a:pathLst>
                <a:path h="2544100" w="4346421">
                  <a:moveTo>
                    <a:pt x="283948" y="165"/>
                  </a:moveTo>
                  <a:lnTo>
                    <a:pt x="388596" y="165"/>
                  </a:lnTo>
                  <a:lnTo>
                    <a:pt x="493244" y="165"/>
                  </a:lnTo>
                  <a:lnTo>
                    <a:pt x="514961" y="32804"/>
                  </a:lnTo>
                  <a:cubicBezTo>
                    <a:pt x="551156" y="87033"/>
                    <a:pt x="746354" y="278041"/>
                    <a:pt x="825983" y="337096"/>
                  </a:cubicBezTo>
                  <a:cubicBezTo>
                    <a:pt x="928472" y="413042"/>
                    <a:pt x="1008990" y="465874"/>
                    <a:pt x="1052551" y="485559"/>
                  </a:cubicBezTo>
                  <a:cubicBezTo>
                    <a:pt x="1094715" y="504609"/>
                    <a:pt x="1102081" y="506641"/>
                    <a:pt x="1319759" y="560108"/>
                  </a:cubicBezTo>
                  <a:cubicBezTo>
                    <a:pt x="1487018" y="601255"/>
                    <a:pt x="1522832" y="612685"/>
                    <a:pt x="1584808" y="645451"/>
                  </a:cubicBezTo>
                  <a:cubicBezTo>
                    <a:pt x="1772387" y="744638"/>
                    <a:pt x="1903451" y="895895"/>
                    <a:pt x="2017370" y="1144688"/>
                  </a:cubicBezTo>
                  <a:cubicBezTo>
                    <a:pt x="2050517" y="1217205"/>
                    <a:pt x="2079599" y="1264449"/>
                    <a:pt x="2142973" y="1349158"/>
                  </a:cubicBezTo>
                  <a:cubicBezTo>
                    <a:pt x="2210410" y="1439328"/>
                    <a:pt x="2312517" y="1544992"/>
                    <a:pt x="2370810" y="1585251"/>
                  </a:cubicBezTo>
                  <a:cubicBezTo>
                    <a:pt x="2526258" y="1692312"/>
                    <a:pt x="2650337" y="1722919"/>
                    <a:pt x="2981172" y="1735873"/>
                  </a:cubicBezTo>
                  <a:cubicBezTo>
                    <a:pt x="3159861" y="1742858"/>
                    <a:pt x="3250158" y="1749462"/>
                    <a:pt x="3351250" y="1762797"/>
                  </a:cubicBezTo>
                  <a:cubicBezTo>
                    <a:pt x="3390620" y="1768004"/>
                    <a:pt x="3457803" y="1775243"/>
                    <a:pt x="3500474" y="1778799"/>
                  </a:cubicBezTo>
                  <a:cubicBezTo>
                    <a:pt x="3543146" y="1782355"/>
                    <a:pt x="3611853" y="1790737"/>
                    <a:pt x="3652874" y="1797468"/>
                  </a:cubicBezTo>
                  <a:cubicBezTo>
                    <a:pt x="3693896" y="1804199"/>
                    <a:pt x="3756887" y="1814232"/>
                    <a:pt x="3792828" y="1819947"/>
                  </a:cubicBezTo>
                  <a:cubicBezTo>
                    <a:pt x="3903191" y="1837473"/>
                    <a:pt x="4025619" y="1864651"/>
                    <a:pt x="4086071" y="1884843"/>
                  </a:cubicBezTo>
                  <a:cubicBezTo>
                    <a:pt x="4146904" y="1905290"/>
                    <a:pt x="4275555" y="1964473"/>
                    <a:pt x="4320005" y="1992667"/>
                  </a:cubicBezTo>
                  <a:lnTo>
                    <a:pt x="4346421" y="2009430"/>
                  </a:lnTo>
                  <a:lnTo>
                    <a:pt x="4346421" y="2131477"/>
                  </a:lnTo>
                  <a:lnTo>
                    <a:pt x="4346421" y="2253524"/>
                  </a:lnTo>
                  <a:lnTo>
                    <a:pt x="4316830" y="2226092"/>
                  </a:lnTo>
                  <a:cubicBezTo>
                    <a:pt x="4269967" y="2182658"/>
                    <a:pt x="4229200" y="2155353"/>
                    <a:pt x="4159477" y="2120682"/>
                  </a:cubicBezTo>
                  <a:cubicBezTo>
                    <a:pt x="4048352" y="2065437"/>
                    <a:pt x="3991965" y="2047530"/>
                    <a:pt x="3839437" y="2019464"/>
                  </a:cubicBezTo>
                  <a:cubicBezTo>
                    <a:pt x="3689958" y="1991904"/>
                    <a:pt x="3556481" y="1972220"/>
                    <a:pt x="3472408" y="1965489"/>
                  </a:cubicBezTo>
                  <a:cubicBezTo>
                    <a:pt x="3427958" y="1961932"/>
                    <a:pt x="3363569" y="1954948"/>
                    <a:pt x="3329406" y="1949995"/>
                  </a:cubicBezTo>
                  <a:cubicBezTo>
                    <a:pt x="3248507" y="1938310"/>
                    <a:pt x="3120745" y="1929039"/>
                    <a:pt x="2946882" y="1922181"/>
                  </a:cubicBezTo>
                  <a:cubicBezTo>
                    <a:pt x="2721330" y="1913292"/>
                    <a:pt x="2608427" y="1896401"/>
                    <a:pt x="2481808" y="1852967"/>
                  </a:cubicBezTo>
                  <a:cubicBezTo>
                    <a:pt x="2352395" y="1808517"/>
                    <a:pt x="2251049" y="1743112"/>
                    <a:pt x="2141195" y="1633130"/>
                  </a:cubicBezTo>
                  <a:cubicBezTo>
                    <a:pt x="2011782" y="1503463"/>
                    <a:pt x="1927962" y="1387385"/>
                    <a:pt x="1849349" y="1228635"/>
                  </a:cubicBezTo>
                  <a:cubicBezTo>
                    <a:pt x="1752702" y="1033563"/>
                    <a:pt x="1697457" y="955966"/>
                    <a:pt x="1600429" y="879131"/>
                  </a:cubicBezTo>
                  <a:cubicBezTo>
                    <a:pt x="1510767" y="808138"/>
                    <a:pt x="1464412" y="789469"/>
                    <a:pt x="1242543" y="734605"/>
                  </a:cubicBezTo>
                  <a:cubicBezTo>
                    <a:pt x="981050" y="669962"/>
                    <a:pt x="962381" y="662088"/>
                    <a:pt x="800964" y="550329"/>
                  </a:cubicBezTo>
                  <a:cubicBezTo>
                    <a:pt x="678283" y="465366"/>
                    <a:pt x="622276" y="418884"/>
                    <a:pt x="517374" y="314490"/>
                  </a:cubicBezTo>
                  <a:cubicBezTo>
                    <a:pt x="414758" y="212128"/>
                    <a:pt x="389104" y="180505"/>
                    <a:pt x="340844" y="96558"/>
                  </a:cubicBezTo>
                  <a:cubicBezTo>
                    <a:pt x="323191" y="65824"/>
                    <a:pt x="303125" y="31534"/>
                    <a:pt x="296267" y="20358"/>
                  </a:cubicBezTo>
                  <a:lnTo>
                    <a:pt x="283821" y="165"/>
                  </a:lnTo>
                  <a:close/>
                  <a:moveTo>
                    <a:pt x="950570" y="165"/>
                  </a:moveTo>
                  <a:lnTo>
                    <a:pt x="992480" y="44742"/>
                  </a:lnTo>
                  <a:cubicBezTo>
                    <a:pt x="1101319" y="160820"/>
                    <a:pt x="1182218" y="225717"/>
                    <a:pt x="1289279" y="283121"/>
                  </a:cubicBezTo>
                  <a:cubicBezTo>
                    <a:pt x="1367257" y="324904"/>
                    <a:pt x="1492987" y="373164"/>
                    <a:pt x="1572362" y="391833"/>
                  </a:cubicBezTo>
                  <a:cubicBezTo>
                    <a:pt x="1751305" y="433743"/>
                    <a:pt x="1824965" y="459905"/>
                    <a:pt x="1895069" y="506514"/>
                  </a:cubicBezTo>
                  <a:cubicBezTo>
                    <a:pt x="1982572" y="564807"/>
                    <a:pt x="2097633" y="700696"/>
                    <a:pt x="2147036" y="804201"/>
                  </a:cubicBezTo>
                  <a:cubicBezTo>
                    <a:pt x="2279878" y="1082712"/>
                    <a:pt x="2288895" y="1098841"/>
                    <a:pt x="2345537" y="1160817"/>
                  </a:cubicBezTo>
                  <a:cubicBezTo>
                    <a:pt x="2427706" y="1250733"/>
                    <a:pt x="2629763" y="1348523"/>
                    <a:pt x="2831947" y="1396402"/>
                  </a:cubicBezTo>
                  <a:cubicBezTo>
                    <a:pt x="3007207" y="1437931"/>
                    <a:pt x="3224885" y="1457362"/>
                    <a:pt x="3600042" y="1464982"/>
                  </a:cubicBezTo>
                  <a:cubicBezTo>
                    <a:pt x="3875759" y="1470570"/>
                    <a:pt x="3982312" y="1481238"/>
                    <a:pt x="4128743" y="1518068"/>
                  </a:cubicBezTo>
                  <a:cubicBezTo>
                    <a:pt x="4188941" y="1533181"/>
                    <a:pt x="4294986" y="1566455"/>
                    <a:pt x="4335499" y="1583092"/>
                  </a:cubicBezTo>
                  <a:cubicBezTo>
                    <a:pt x="4345278" y="1587029"/>
                    <a:pt x="4346421" y="1598205"/>
                    <a:pt x="4346421" y="1689518"/>
                  </a:cubicBezTo>
                  <a:cubicBezTo>
                    <a:pt x="4346421" y="1745652"/>
                    <a:pt x="4344135" y="1791499"/>
                    <a:pt x="4341468" y="1791499"/>
                  </a:cubicBezTo>
                  <a:cubicBezTo>
                    <a:pt x="4338801" y="1791499"/>
                    <a:pt x="4333848" y="1788959"/>
                    <a:pt x="4330546" y="1786038"/>
                  </a:cubicBezTo>
                  <a:cubicBezTo>
                    <a:pt x="4318989" y="1775243"/>
                    <a:pt x="4172812" y="1723300"/>
                    <a:pt x="4103089" y="1705266"/>
                  </a:cubicBezTo>
                  <a:cubicBezTo>
                    <a:pt x="3966564" y="1669833"/>
                    <a:pt x="3821658" y="1654847"/>
                    <a:pt x="3615155" y="1654720"/>
                  </a:cubicBezTo>
                  <a:cubicBezTo>
                    <a:pt x="3510253" y="1654720"/>
                    <a:pt x="3196310" y="1639353"/>
                    <a:pt x="3096107" y="1629447"/>
                  </a:cubicBezTo>
                  <a:cubicBezTo>
                    <a:pt x="2659862" y="1586267"/>
                    <a:pt x="2308453" y="1437042"/>
                    <a:pt x="2159102" y="1231683"/>
                  </a:cubicBezTo>
                  <a:cubicBezTo>
                    <a:pt x="2116683" y="1173390"/>
                    <a:pt x="2084680" y="1114716"/>
                    <a:pt x="2023211" y="982636"/>
                  </a:cubicBezTo>
                  <a:cubicBezTo>
                    <a:pt x="1960220" y="847381"/>
                    <a:pt x="1943456" y="819441"/>
                    <a:pt x="1883004" y="748194"/>
                  </a:cubicBezTo>
                  <a:cubicBezTo>
                    <a:pt x="1805915" y="657389"/>
                    <a:pt x="1751559" y="629449"/>
                    <a:pt x="1559154" y="582079"/>
                  </a:cubicBezTo>
                  <a:cubicBezTo>
                    <a:pt x="1421867" y="548170"/>
                    <a:pt x="1339825" y="518960"/>
                    <a:pt x="1236193" y="466890"/>
                  </a:cubicBezTo>
                  <a:cubicBezTo>
                    <a:pt x="1098144" y="397548"/>
                    <a:pt x="1013435" y="335445"/>
                    <a:pt x="899262" y="219875"/>
                  </a:cubicBezTo>
                  <a:cubicBezTo>
                    <a:pt x="834873" y="154724"/>
                    <a:pt x="753213" y="57569"/>
                    <a:pt x="730479" y="18961"/>
                  </a:cubicBezTo>
                  <a:lnTo>
                    <a:pt x="719304" y="165"/>
                  </a:lnTo>
                  <a:lnTo>
                    <a:pt x="834873" y="165"/>
                  </a:lnTo>
                  <a:lnTo>
                    <a:pt x="950443" y="165"/>
                  </a:lnTo>
                  <a:close/>
                  <a:moveTo>
                    <a:pt x="177014" y="165"/>
                  </a:moveTo>
                  <a:lnTo>
                    <a:pt x="184761" y="26581"/>
                  </a:lnTo>
                  <a:cubicBezTo>
                    <a:pt x="199874" y="77508"/>
                    <a:pt x="235688" y="134404"/>
                    <a:pt x="291568" y="196126"/>
                  </a:cubicBezTo>
                  <a:cubicBezTo>
                    <a:pt x="349226" y="259753"/>
                    <a:pt x="371324" y="295313"/>
                    <a:pt x="371578" y="324777"/>
                  </a:cubicBezTo>
                  <a:cubicBezTo>
                    <a:pt x="371832" y="361480"/>
                    <a:pt x="347194" y="399072"/>
                    <a:pt x="312650" y="414312"/>
                  </a:cubicBezTo>
                  <a:cubicBezTo>
                    <a:pt x="269343" y="433616"/>
                    <a:pt x="241149" y="421932"/>
                    <a:pt x="187301" y="362115"/>
                  </a:cubicBezTo>
                  <a:cubicBezTo>
                    <a:pt x="69572" y="231432"/>
                    <a:pt x="43664" y="189141"/>
                    <a:pt x="14708" y="80937"/>
                  </a:cubicBezTo>
                  <a:cubicBezTo>
                    <a:pt x="-9041" y="-7455"/>
                    <a:pt x="-15899" y="165"/>
                    <a:pt x="87987" y="165"/>
                  </a:cubicBezTo>
                  <a:lnTo>
                    <a:pt x="177141" y="165"/>
                  </a:lnTo>
                  <a:close/>
                  <a:moveTo>
                    <a:pt x="552934" y="473748"/>
                  </a:moveTo>
                  <a:cubicBezTo>
                    <a:pt x="571349" y="473240"/>
                    <a:pt x="589637" y="478066"/>
                    <a:pt x="603734" y="488988"/>
                  </a:cubicBezTo>
                  <a:cubicBezTo>
                    <a:pt x="612116" y="495465"/>
                    <a:pt x="674726" y="543598"/>
                    <a:pt x="742798" y="595795"/>
                  </a:cubicBezTo>
                  <a:cubicBezTo>
                    <a:pt x="917550" y="729906"/>
                    <a:pt x="911835" y="724699"/>
                    <a:pt x="919709" y="753909"/>
                  </a:cubicBezTo>
                  <a:cubicBezTo>
                    <a:pt x="925297" y="774737"/>
                    <a:pt x="924789" y="784389"/>
                    <a:pt x="916534" y="805852"/>
                  </a:cubicBezTo>
                  <a:cubicBezTo>
                    <a:pt x="904596" y="837221"/>
                    <a:pt x="891007" y="850556"/>
                    <a:pt x="859130" y="862240"/>
                  </a:cubicBezTo>
                  <a:cubicBezTo>
                    <a:pt x="802615" y="882941"/>
                    <a:pt x="773278" y="865923"/>
                    <a:pt x="605893" y="715936"/>
                  </a:cubicBezTo>
                  <a:cubicBezTo>
                    <a:pt x="561824" y="676439"/>
                    <a:pt x="516231" y="636053"/>
                    <a:pt x="504674" y="626401"/>
                  </a:cubicBezTo>
                  <a:cubicBezTo>
                    <a:pt x="465304" y="593254"/>
                    <a:pt x="455652" y="556043"/>
                    <a:pt x="476607" y="516928"/>
                  </a:cubicBezTo>
                  <a:cubicBezTo>
                    <a:pt x="490831" y="490385"/>
                    <a:pt x="522200" y="474764"/>
                    <a:pt x="552934" y="473875"/>
                  </a:cubicBezTo>
                  <a:close/>
                  <a:moveTo>
                    <a:pt x="1180567" y="848270"/>
                  </a:moveTo>
                  <a:cubicBezTo>
                    <a:pt x="1204316" y="848524"/>
                    <a:pt x="1234034" y="849540"/>
                    <a:pt x="1271753" y="851318"/>
                  </a:cubicBezTo>
                  <a:cubicBezTo>
                    <a:pt x="1391768" y="856779"/>
                    <a:pt x="1408024" y="858938"/>
                    <a:pt x="1434313" y="872019"/>
                  </a:cubicBezTo>
                  <a:cubicBezTo>
                    <a:pt x="1502258" y="905801"/>
                    <a:pt x="1508354" y="995082"/>
                    <a:pt x="1445108" y="1033563"/>
                  </a:cubicBezTo>
                  <a:cubicBezTo>
                    <a:pt x="1422375" y="1047406"/>
                    <a:pt x="1411707" y="1047660"/>
                    <a:pt x="1325347" y="1036357"/>
                  </a:cubicBezTo>
                  <a:cubicBezTo>
                    <a:pt x="1288390" y="1031531"/>
                    <a:pt x="1230224" y="1024419"/>
                    <a:pt x="1196061" y="1020482"/>
                  </a:cubicBezTo>
                  <a:cubicBezTo>
                    <a:pt x="1098906" y="1009560"/>
                    <a:pt x="1095096" y="1008544"/>
                    <a:pt x="1075284" y="988732"/>
                  </a:cubicBezTo>
                  <a:cubicBezTo>
                    <a:pt x="1043534" y="956982"/>
                    <a:pt x="1042264" y="913421"/>
                    <a:pt x="1072109" y="877861"/>
                  </a:cubicBezTo>
                  <a:cubicBezTo>
                    <a:pt x="1091159" y="855128"/>
                    <a:pt x="1109066" y="847762"/>
                    <a:pt x="1180440" y="848397"/>
                  </a:cubicBezTo>
                  <a:close/>
                  <a:moveTo>
                    <a:pt x="1630147" y="1039786"/>
                  </a:moveTo>
                  <a:cubicBezTo>
                    <a:pt x="1648943" y="1040421"/>
                    <a:pt x="1667612" y="1046009"/>
                    <a:pt x="1680566" y="1056169"/>
                  </a:cubicBezTo>
                  <a:cubicBezTo>
                    <a:pt x="1717015" y="1084871"/>
                    <a:pt x="1848841" y="1271434"/>
                    <a:pt x="1880210" y="1338744"/>
                  </a:cubicBezTo>
                  <a:cubicBezTo>
                    <a:pt x="1897482" y="1375828"/>
                    <a:pt x="1899895" y="1410880"/>
                    <a:pt x="1886941" y="1435772"/>
                  </a:cubicBezTo>
                  <a:cubicBezTo>
                    <a:pt x="1877289" y="1454314"/>
                    <a:pt x="1854175" y="1477047"/>
                    <a:pt x="1839697" y="1482381"/>
                  </a:cubicBezTo>
                  <a:cubicBezTo>
                    <a:pt x="1821663" y="1488985"/>
                    <a:pt x="1782928" y="1486699"/>
                    <a:pt x="1766291" y="1478063"/>
                  </a:cubicBezTo>
                  <a:cubicBezTo>
                    <a:pt x="1741145" y="1464982"/>
                    <a:pt x="1726286" y="1445932"/>
                    <a:pt x="1693266" y="1384210"/>
                  </a:cubicBezTo>
                  <a:cubicBezTo>
                    <a:pt x="1652499" y="1308137"/>
                    <a:pt x="1586967" y="1201965"/>
                    <a:pt x="1565504" y="1177581"/>
                  </a:cubicBezTo>
                  <a:cubicBezTo>
                    <a:pt x="1530833" y="1137957"/>
                    <a:pt x="1536802" y="1081061"/>
                    <a:pt x="1578712" y="1052613"/>
                  </a:cubicBezTo>
                  <a:cubicBezTo>
                    <a:pt x="1592301" y="1043342"/>
                    <a:pt x="1611351" y="1039151"/>
                    <a:pt x="1630147" y="1039913"/>
                  </a:cubicBezTo>
                  <a:close/>
                  <a:moveTo>
                    <a:pt x="1945869" y="1549818"/>
                  </a:moveTo>
                  <a:cubicBezTo>
                    <a:pt x="1978762" y="1548929"/>
                    <a:pt x="2007972" y="1571662"/>
                    <a:pt x="2051151" y="1626272"/>
                  </a:cubicBezTo>
                  <a:cubicBezTo>
                    <a:pt x="2072488" y="1653196"/>
                    <a:pt x="2125827" y="1711362"/>
                    <a:pt x="2169642" y="1755431"/>
                  </a:cubicBezTo>
                  <a:cubicBezTo>
                    <a:pt x="2252954" y="1839378"/>
                    <a:pt x="2261463" y="1853348"/>
                    <a:pt x="2253716" y="1894623"/>
                  </a:cubicBezTo>
                  <a:cubicBezTo>
                    <a:pt x="2248891" y="1920023"/>
                    <a:pt x="2219426" y="1951137"/>
                    <a:pt x="2192248" y="1959392"/>
                  </a:cubicBezTo>
                  <a:cubicBezTo>
                    <a:pt x="2129891" y="1978315"/>
                    <a:pt x="2081377" y="1944279"/>
                    <a:pt x="1967205" y="1801151"/>
                  </a:cubicBezTo>
                  <a:cubicBezTo>
                    <a:pt x="1897228" y="1713394"/>
                    <a:pt x="1864462" y="1659800"/>
                    <a:pt x="1864589" y="1633003"/>
                  </a:cubicBezTo>
                  <a:cubicBezTo>
                    <a:pt x="1864589" y="1600872"/>
                    <a:pt x="1884147" y="1569376"/>
                    <a:pt x="1911198" y="1558200"/>
                  </a:cubicBezTo>
                  <a:cubicBezTo>
                    <a:pt x="1923644" y="1552993"/>
                    <a:pt x="1934947" y="1550199"/>
                    <a:pt x="1945869" y="1549818"/>
                  </a:cubicBezTo>
                  <a:close/>
                  <a:moveTo>
                    <a:pt x="2426944" y="1950629"/>
                  </a:moveTo>
                  <a:cubicBezTo>
                    <a:pt x="2438501" y="1951137"/>
                    <a:pt x="2451582" y="1952915"/>
                    <a:pt x="2466695" y="1955836"/>
                  </a:cubicBezTo>
                  <a:cubicBezTo>
                    <a:pt x="2492984" y="1960917"/>
                    <a:pt x="2542514" y="1967012"/>
                    <a:pt x="2576677" y="1969298"/>
                  </a:cubicBezTo>
                  <a:cubicBezTo>
                    <a:pt x="2759684" y="1981490"/>
                    <a:pt x="2828518" y="2017431"/>
                    <a:pt x="2820898" y="2096679"/>
                  </a:cubicBezTo>
                  <a:cubicBezTo>
                    <a:pt x="2817596" y="2131350"/>
                    <a:pt x="2800959" y="2154591"/>
                    <a:pt x="2769463" y="2168561"/>
                  </a:cubicBezTo>
                  <a:cubicBezTo>
                    <a:pt x="2745079" y="2179356"/>
                    <a:pt x="2717139" y="2179356"/>
                    <a:pt x="2673959" y="2168561"/>
                  </a:cubicBezTo>
                  <a:cubicBezTo>
                    <a:pt x="2654655" y="2163735"/>
                    <a:pt x="2608046" y="2155099"/>
                    <a:pt x="2570454" y="2149511"/>
                  </a:cubicBezTo>
                  <a:cubicBezTo>
                    <a:pt x="2486380" y="2136938"/>
                    <a:pt x="2395956" y="2116491"/>
                    <a:pt x="2372715" y="2104680"/>
                  </a:cubicBezTo>
                  <a:cubicBezTo>
                    <a:pt x="2348458" y="2092489"/>
                    <a:pt x="2331059" y="2061246"/>
                    <a:pt x="2331059" y="2029877"/>
                  </a:cubicBezTo>
                  <a:cubicBezTo>
                    <a:pt x="2331059" y="2009430"/>
                    <a:pt x="2335250" y="1998889"/>
                    <a:pt x="2350236" y="1981745"/>
                  </a:cubicBezTo>
                  <a:cubicBezTo>
                    <a:pt x="2370810" y="1958376"/>
                    <a:pt x="2392146" y="1948851"/>
                    <a:pt x="2426944" y="1950629"/>
                  </a:cubicBezTo>
                  <a:close/>
                  <a:moveTo>
                    <a:pt x="3358489" y="2001176"/>
                  </a:moveTo>
                  <a:cubicBezTo>
                    <a:pt x="3456025" y="2000795"/>
                    <a:pt x="3486758" y="2132493"/>
                    <a:pt x="3398367" y="2171609"/>
                  </a:cubicBezTo>
                  <a:cubicBezTo>
                    <a:pt x="3380206" y="2179610"/>
                    <a:pt x="3334105" y="2187611"/>
                    <a:pt x="3258794" y="2195612"/>
                  </a:cubicBezTo>
                  <a:cubicBezTo>
                    <a:pt x="3196945" y="2202216"/>
                    <a:pt x="3141319" y="2210598"/>
                    <a:pt x="3135223" y="2214154"/>
                  </a:cubicBezTo>
                  <a:cubicBezTo>
                    <a:pt x="3118205" y="2224060"/>
                    <a:pt x="3088868" y="2222155"/>
                    <a:pt x="3065500" y="2209582"/>
                  </a:cubicBezTo>
                  <a:cubicBezTo>
                    <a:pt x="3002889" y="2176054"/>
                    <a:pt x="3011652" y="2082836"/>
                    <a:pt x="3080105" y="2052610"/>
                  </a:cubicBezTo>
                  <a:cubicBezTo>
                    <a:pt x="3110077" y="2039402"/>
                    <a:pt x="3316452" y="2001176"/>
                    <a:pt x="3358616" y="2001048"/>
                  </a:cubicBezTo>
                  <a:close/>
                  <a:moveTo>
                    <a:pt x="3727677" y="2097441"/>
                  </a:moveTo>
                  <a:cubicBezTo>
                    <a:pt x="3761713" y="2096171"/>
                    <a:pt x="3800575" y="2098838"/>
                    <a:pt x="3837533" y="2105442"/>
                  </a:cubicBezTo>
                  <a:cubicBezTo>
                    <a:pt x="3915002" y="2119412"/>
                    <a:pt x="3989933" y="2139224"/>
                    <a:pt x="4018253" y="2153448"/>
                  </a:cubicBezTo>
                  <a:cubicBezTo>
                    <a:pt x="4088484" y="2188627"/>
                    <a:pt x="4091278" y="2287687"/>
                    <a:pt x="4022952" y="2321977"/>
                  </a:cubicBezTo>
                  <a:cubicBezTo>
                    <a:pt x="3993234" y="2336836"/>
                    <a:pt x="3975327" y="2335693"/>
                    <a:pt x="3919066" y="2315246"/>
                  </a:cubicBezTo>
                  <a:cubicBezTo>
                    <a:pt x="3825213" y="2281083"/>
                    <a:pt x="3768698" y="2268764"/>
                    <a:pt x="3709643" y="2269399"/>
                  </a:cubicBezTo>
                  <a:cubicBezTo>
                    <a:pt x="3646397" y="2270161"/>
                    <a:pt x="3624808" y="2262287"/>
                    <a:pt x="3606011" y="2231426"/>
                  </a:cubicBezTo>
                  <a:cubicBezTo>
                    <a:pt x="3580358" y="2189262"/>
                    <a:pt x="3598645" y="2135922"/>
                    <a:pt x="3646778" y="2112300"/>
                  </a:cubicBezTo>
                  <a:cubicBezTo>
                    <a:pt x="3664304" y="2103664"/>
                    <a:pt x="3693514" y="2098711"/>
                    <a:pt x="3727677" y="2097441"/>
                  </a:cubicBezTo>
                  <a:close/>
                  <a:moveTo>
                    <a:pt x="4238090" y="2296069"/>
                  </a:moveTo>
                  <a:cubicBezTo>
                    <a:pt x="4255616" y="2296704"/>
                    <a:pt x="4269205" y="2301657"/>
                    <a:pt x="4299685" y="2316135"/>
                  </a:cubicBezTo>
                  <a:lnTo>
                    <a:pt x="4346421" y="2338360"/>
                  </a:lnTo>
                  <a:lnTo>
                    <a:pt x="4346421" y="2441230"/>
                  </a:lnTo>
                  <a:lnTo>
                    <a:pt x="4346421" y="2544100"/>
                  </a:lnTo>
                  <a:lnTo>
                    <a:pt x="4290033" y="2509048"/>
                  </a:lnTo>
                  <a:cubicBezTo>
                    <a:pt x="4256378" y="2488093"/>
                    <a:pt x="4221961" y="2471837"/>
                    <a:pt x="4204816" y="2468662"/>
                  </a:cubicBezTo>
                  <a:cubicBezTo>
                    <a:pt x="4100549" y="2449231"/>
                    <a:pt x="4112106" y="2305594"/>
                    <a:pt x="4218532" y="2296704"/>
                  </a:cubicBezTo>
                  <a:cubicBezTo>
                    <a:pt x="4226025" y="2296069"/>
                    <a:pt x="4232248" y="2295815"/>
                    <a:pt x="4238090" y="2295942"/>
                  </a:cubicBezTo>
                  <a:close/>
                </a:path>
              </a:pathLst>
            </a:custGeom>
            <a:solidFill>
              <a:srgbClr val="FD6F9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4361304" cy="2549904"/>
            </a:xfrm>
            <a:custGeom>
              <a:avLst/>
              <a:gdLst/>
              <a:ahLst/>
              <a:cxnLst/>
              <a:rect r="r" b="b" t="t" l="l"/>
              <a:pathLst>
                <a:path h="2549904" w="4361304">
                  <a:moveTo>
                    <a:pt x="0" y="0"/>
                  </a:moveTo>
                  <a:lnTo>
                    <a:pt x="0" y="2549904"/>
                  </a:lnTo>
                  <a:lnTo>
                    <a:pt x="4361304" y="2549904"/>
                  </a:lnTo>
                  <a:lnTo>
                    <a:pt x="436130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87043" y="63500"/>
              <a:ext cx="3437761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37761">
                  <a:moveTo>
                    <a:pt x="0" y="0"/>
                  </a:moveTo>
                  <a:lnTo>
                    <a:pt x="0" y="3431410"/>
                  </a:lnTo>
                  <a:lnTo>
                    <a:pt x="3437761" y="3431410"/>
                  </a:lnTo>
                  <a:lnTo>
                    <a:pt x="343776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4355870" y="6149092"/>
            <a:ext cx="3998671" cy="4204449"/>
          </a:xfrm>
          <a:custGeom>
            <a:avLst/>
            <a:gdLst/>
            <a:ahLst/>
            <a:cxnLst/>
            <a:rect r="r" b="b" t="t" l="l"/>
            <a:pathLst>
              <a:path h="4204449" w="3998671">
                <a:moveTo>
                  <a:pt x="0" y="0"/>
                </a:moveTo>
                <a:lnTo>
                  <a:pt x="3998672" y="0"/>
                </a:lnTo>
                <a:lnTo>
                  <a:pt x="3998672" y="4204450"/>
                </a:lnTo>
                <a:lnTo>
                  <a:pt x="0" y="42044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02077" y="4218737"/>
            <a:ext cx="12733144" cy="1676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8"/>
              </a:lnSpc>
            </a:pPr>
            <a:r>
              <a:rPr lang="en-US" sz="9999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Sivalatha s yellow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000500"/>
            <a:ext cx="18288000" cy="18288000"/>
            <a:chOff x="0" y="0"/>
            <a:chExt cx="24384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863237" y="-63503"/>
            <a:ext cx="4488256" cy="3558464"/>
            <a:chOff x="0" y="0"/>
            <a:chExt cx="4488256" cy="35584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4361304" cy="2549904"/>
            </a:xfrm>
            <a:custGeom>
              <a:avLst/>
              <a:gdLst/>
              <a:ahLst/>
              <a:cxnLst/>
              <a:rect r="r" b="b" t="t" l="l"/>
              <a:pathLst>
                <a:path h="2549904" w="4361304">
                  <a:moveTo>
                    <a:pt x="0" y="0"/>
                  </a:moveTo>
                  <a:lnTo>
                    <a:pt x="0" y="2549904"/>
                  </a:lnTo>
                  <a:lnTo>
                    <a:pt x="4361304" y="2549904"/>
                  </a:lnTo>
                  <a:lnTo>
                    <a:pt x="436130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87043" y="63500"/>
              <a:ext cx="3437761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37761">
                  <a:moveTo>
                    <a:pt x="0" y="0"/>
                  </a:moveTo>
                  <a:lnTo>
                    <a:pt x="0" y="3431410"/>
                  </a:lnTo>
                  <a:lnTo>
                    <a:pt x="3437761" y="3431410"/>
                  </a:lnTo>
                  <a:lnTo>
                    <a:pt x="343776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66551" y="6474628"/>
            <a:ext cx="3913041" cy="3878923"/>
          </a:xfrm>
          <a:custGeom>
            <a:avLst/>
            <a:gdLst/>
            <a:ahLst/>
            <a:cxnLst/>
            <a:rect r="r" b="b" t="t" l="l"/>
            <a:pathLst>
              <a:path h="3878923" w="3913041">
                <a:moveTo>
                  <a:pt x="0" y="0"/>
                </a:moveTo>
                <a:lnTo>
                  <a:pt x="3913041" y="0"/>
                </a:lnTo>
                <a:lnTo>
                  <a:pt x="3913041" y="3878923"/>
                </a:lnTo>
                <a:lnTo>
                  <a:pt x="0" y="387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60408" y="-66551"/>
            <a:ext cx="6461512" cy="3556978"/>
            <a:chOff x="0" y="0"/>
            <a:chExt cx="6461506" cy="3556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0" y="66548"/>
              <a:ext cx="3432682" cy="3426964"/>
            </a:xfrm>
            <a:custGeom>
              <a:avLst/>
              <a:gdLst/>
              <a:ahLst/>
              <a:cxnLst/>
              <a:rect r="r" b="b" t="t" l="l"/>
              <a:pathLst>
                <a:path h="3426964" w="3432682">
                  <a:moveTo>
                    <a:pt x="0" y="0"/>
                  </a:moveTo>
                  <a:lnTo>
                    <a:pt x="0" y="3426964"/>
                  </a:lnTo>
                  <a:cubicBezTo>
                    <a:pt x="0" y="3426964"/>
                    <a:pt x="979932" y="3299711"/>
                    <a:pt x="890524" y="2673982"/>
                  </a:cubicBezTo>
                  <a:cubicBezTo>
                    <a:pt x="889889" y="2667759"/>
                    <a:pt x="888492" y="2660901"/>
                    <a:pt x="887730" y="2654678"/>
                  </a:cubicBezTo>
                  <a:cubicBezTo>
                    <a:pt x="861568" y="2448303"/>
                    <a:pt x="911098" y="2247517"/>
                    <a:pt x="1015619" y="2081147"/>
                  </a:cubicBezTo>
                  <a:cubicBezTo>
                    <a:pt x="1193673" y="1798445"/>
                    <a:pt x="1129030" y="1425827"/>
                    <a:pt x="871855" y="1212595"/>
                  </a:cubicBezTo>
                  <a:lnTo>
                    <a:pt x="583819" y="973200"/>
                  </a:lnTo>
                  <a:cubicBezTo>
                    <a:pt x="495808" y="899667"/>
                    <a:pt x="475107" y="774445"/>
                    <a:pt x="532257" y="674750"/>
                  </a:cubicBezTo>
                  <a:cubicBezTo>
                    <a:pt x="532892" y="674115"/>
                    <a:pt x="532892" y="673353"/>
                    <a:pt x="533654" y="672718"/>
                  </a:cubicBezTo>
                  <a:cubicBezTo>
                    <a:pt x="624586" y="511301"/>
                    <a:pt x="791083" y="463676"/>
                    <a:pt x="955929" y="463676"/>
                  </a:cubicBezTo>
                  <a:cubicBezTo>
                    <a:pt x="1193546" y="463676"/>
                    <a:pt x="1427734" y="562736"/>
                    <a:pt x="1427734" y="562736"/>
                  </a:cubicBezTo>
                  <a:cubicBezTo>
                    <a:pt x="1427734" y="562736"/>
                    <a:pt x="1779777" y="705865"/>
                    <a:pt x="2202179" y="705865"/>
                  </a:cubicBezTo>
                  <a:cubicBezTo>
                    <a:pt x="2545968" y="705865"/>
                    <a:pt x="2936493" y="610996"/>
                    <a:pt x="3221989" y="266954"/>
                  </a:cubicBezTo>
                  <a:cubicBezTo>
                    <a:pt x="3372611" y="85090"/>
                    <a:pt x="3418712" y="21971"/>
                    <a:pt x="3432682" y="0"/>
                  </a:cubicBezTo>
                  <a:close/>
                </a:path>
              </a:pathLst>
            </a:custGeom>
            <a:solidFill>
              <a:srgbClr val="C8EBEC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70612" y="66294"/>
              <a:ext cx="4087809" cy="2835145"/>
            </a:xfrm>
            <a:custGeom>
              <a:avLst/>
              <a:gdLst/>
              <a:ahLst/>
              <a:cxnLst/>
              <a:rect r="r" b="b" t="t" l="l"/>
              <a:pathLst>
                <a:path h="2835145" w="4087809">
                  <a:moveTo>
                    <a:pt x="3077717" y="254"/>
                  </a:moveTo>
                  <a:lnTo>
                    <a:pt x="3064763" y="35941"/>
                  </a:lnTo>
                  <a:cubicBezTo>
                    <a:pt x="3040125" y="104140"/>
                    <a:pt x="2975736" y="189357"/>
                    <a:pt x="2925317" y="220599"/>
                  </a:cubicBezTo>
                  <a:cubicBezTo>
                    <a:pt x="2886709" y="244475"/>
                    <a:pt x="2829686" y="265303"/>
                    <a:pt x="2740278" y="287782"/>
                  </a:cubicBezTo>
                  <a:cubicBezTo>
                    <a:pt x="2611373" y="320294"/>
                    <a:pt x="2584576" y="326390"/>
                    <a:pt x="2380487" y="326390"/>
                  </a:cubicBezTo>
                  <a:cubicBezTo>
                    <a:pt x="2336418" y="326390"/>
                    <a:pt x="2284094" y="326136"/>
                    <a:pt x="2220721" y="325755"/>
                  </a:cubicBezTo>
                  <a:cubicBezTo>
                    <a:pt x="2184907" y="325501"/>
                    <a:pt x="2150744" y="325501"/>
                    <a:pt x="2118359" y="325501"/>
                  </a:cubicBezTo>
                  <a:cubicBezTo>
                    <a:pt x="1964562" y="325501"/>
                    <a:pt x="1853437" y="327787"/>
                    <a:pt x="1814956" y="331851"/>
                  </a:cubicBezTo>
                  <a:cubicBezTo>
                    <a:pt x="1566799" y="358013"/>
                    <a:pt x="1335786" y="450468"/>
                    <a:pt x="1193419" y="580516"/>
                  </a:cubicBezTo>
                  <a:cubicBezTo>
                    <a:pt x="1081278" y="683005"/>
                    <a:pt x="993394" y="851280"/>
                    <a:pt x="901573" y="1139189"/>
                  </a:cubicBezTo>
                  <a:cubicBezTo>
                    <a:pt x="826262" y="1375409"/>
                    <a:pt x="722249" y="1572639"/>
                    <a:pt x="584454" y="1740533"/>
                  </a:cubicBezTo>
                  <a:cubicBezTo>
                    <a:pt x="466217" y="1884678"/>
                    <a:pt x="373507" y="1972181"/>
                    <a:pt x="262001" y="2044698"/>
                  </a:cubicBezTo>
                  <a:cubicBezTo>
                    <a:pt x="201295" y="2084195"/>
                    <a:pt x="85852" y="2144647"/>
                    <a:pt x="33782" y="2163951"/>
                  </a:cubicBezTo>
                  <a:lnTo>
                    <a:pt x="0" y="2176524"/>
                  </a:lnTo>
                  <a:lnTo>
                    <a:pt x="0" y="2296539"/>
                  </a:lnTo>
                  <a:cubicBezTo>
                    <a:pt x="0" y="2381121"/>
                    <a:pt x="2413" y="2416554"/>
                    <a:pt x="8001" y="2416554"/>
                  </a:cubicBezTo>
                  <a:cubicBezTo>
                    <a:pt x="29337" y="2416554"/>
                    <a:pt x="154686" y="2368040"/>
                    <a:pt x="228346" y="2331210"/>
                  </a:cubicBezTo>
                  <a:cubicBezTo>
                    <a:pt x="427990" y="2231515"/>
                    <a:pt x="566166" y="2120517"/>
                    <a:pt x="730377" y="1927985"/>
                  </a:cubicBezTo>
                  <a:cubicBezTo>
                    <a:pt x="911098" y="1716022"/>
                    <a:pt x="1034669" y="1488566"/>
                    <a:pt x="1128395" y="1195577"/>
                  </a:cubicBezTo>
                  <a:cubicBezTo>
                    <a:pt x="1175512" y="1048384"/>
                    <a:pt x="1237361" y="900937"/>
                    <a:pt x="1277874" y="839977"/>
                  </a:cubicBezTo>
                  <a:cubicBezTo>
                    <a:pt x="1315085" y="783843"/>
                    <a:pt x="1378966" y="721359"/>
                    <a:pt x="1429004" y="692149"/>
                  </a:cubicBezTo>
                  <a:cubicBezTo>
                    <a:pt x="1487169" y="658113"/>
                    <a:pt x="1599310" y="611377"/>
                    <a:pt x="1663572" y="594359"/>
                  </a:cubicBezTo>
                  <a:cubicBezTo>
                    <a:pt x="1781555" y="563117"/>
                    <a:pt x="1841753" y="559180"/>
                    <a:pt x="2209799" y="559053"/>
                  </a:cubicBezTo>
                  <a:cubicBezTo>
                    <a:pt x="2589402" y="558926"/>
                    <a:pt x="2620771" y="556513"/>
                    <a:pt x="2785617" y="516635"/>
                  </a:cubicBezTo>
                  <a:cubicBezTo>
                    <a:pt x="2965703" y="473074"/>
                    <a:pt x="3054730" y="429006"/>
                    <a:pt x="3136264" y="343281"/>
                  </a:cubicBezTo>
                  <a:cubicBezTo>
                    <a:pt x="3222624" y="252349"/>
                    <a:pt x="3272027" y="167767"/>
                    <a:pt x="3301999" y="59690"/>
                  </a:cubicBezTo>
                  <a:cubicBezTo>
                    <a:pt x="3309238" y="33528"/>
                    <a:pt x="3315334" y="8382"/>
                    <a:pt x="3316223" y="254"/>
                  </a:cubicBezTo>
                  <a:close/>
                  <a:moveTo>
                    <a:pt x="3866133" y="254"/>
                  </a:moveTo>
                  <a:lnTo>
                    <a:pt x="3860926" y="19812"/>
                  </a:lnTo>
                  <a:cubicBezTo>
                    <a:pt x="3842003" y="90551"/>
                    <a:pt x="3794124" y="230632"/>
                    <a:pt x="3777614" y="263525"/>
                  </a:cubicBezTo>
                  <a:cubicBezTo>
                    <a:pt x="3707637" y="402717"/>
                    <a:pt x="3618102" y="482600"/>
                    <a:pt x="3409441" y="591692"/>
                  </a:cubicBezTo>
                  <a:cubicBezTo>
                    <a:pt x="3328923" y="633856"/>
                    <a:pt x="3154679" y="704849"/>
                    <a:pt x="3064255" y="732281"/>
                  </a:cubicBezTo>
                  <a:cubicBezTo>
                    <a:pt x="2981959" y="757300"/>
                    <a:pt x="2811906" y="785240"/>
                    <a:pt x="2687065" y="794257"/>
                  </a:cubicBezTo>
                  <a:cubicBezTo>
                    <a:pt x="2577210" y="802258"/>
                    <a:pt x="2390139" y="822832"/>
                    <a:pt x="2267203" y="840612"/>
                  </a:cubicBezTo>
                  <a:cubicBezTo>
                    <a:pt x="2005837" y="878331"/>
                    <a:pt x="1814575" y="957325"/>
                    <a:pt x="1674367" y="1085341"/>
                  </a:cubicBezTo>
                  <a:cubicBezTo>
                    <a:pt x="1604644" y="1149095"/>
                    <a:pt x="1556385" y="1232661"/>
                    <a:pt x="1460753" y="1456054"/>
                  </a:cubicBezTo>
                  <a:cubicBezTo>
                    <a:pt x="1314704" y="1797048"/>
                    <a:pt x="1244981" y="1904871"/>
                    <a:pt x="1022858" y="2133090"/>
                  </a:cubicBezTo>
                  <a:cubicBezTo>
                    <a:pt x="818261" y="2343402"/>
                    <a:pt x="524764" y="2535553"/>
                    <a:pt x="334645" y="2583813"/>
                  </a:cubicBezTo>
                  <a:cubicBezTo>
                    <a:pt x="296672" y="2593465"/>
                    <a:pt x="259461" y="2601339"/>
                    <a:pt x="252222" y="2601339"/>
                  </a:cubicBezTo>
                  <a:cubicBezTo>
                    <a:pt x="239776" y="2601339"/>
                    <a:pt x="238887" y="2608705"/>
                    <a:pt x="238887" y="2718813"/>
                  </a:cubicBezTo>
                  <a:cubicBezTo>
                    <a:pt x="238887" y="2809999"/>
                    <a:pt x="233807" y="2835145"/>
                    <a:pt x="263779" y="2835145"/>
                  </a:cubicBezTo>
                  <a:cubicBezTo>
                    <a:pt x="278638" y="2835145"/>
                    <a:pt x="302260" y="2828922"/>
                    <a:pt x="339598" y="2821429"/>
                  </a:cubicBezTo>
                  <a:cubicBezTo>
                    <a:pt x="642366" y="2760723"/>
                    <a:pt x="1042035" y="2486277"/>
                    <a:pt x="1331849" y="2140075"/>
                  </a:cubicBezTo>
                  <a:cubicBezTo>
                    <a:pt x="1480946" y="1962021"/>
                    <a:pt x="1540636" y="1859024"/>
                    <a:pt x="1674367" y="1548509"/>
                  </a:cubicBezTo>
                  <a:cubicBezTo>
                    <a:pt x="1772284" y="1321307"/>
                    <a:pt x="1796414" y="1281175"/>
                    <a:pt x="1868677" y="1226184"/>
                  </a:cubicBezTo>
                  <a:cubicBezTo>
                    <a:pt x="1959228" y="1157350"/>
                    <a:pt x="2108072" y="1099946"/>
                    <a:pt x="2252979" y="1078102"/>
                  </a:cubicBezTo>
                  <a:cubicBezTo>
                    <a:pt x="2381249" y="1058798"/>
                    <a:pt x="2533776" y="1041272"/>
                    <a:pt x="2658617" y="1031747"/>
                  </a:cubicBezTo>
                  <a:cubicBezTo>
                    <a:pt x="2846958" y="1017396"/>
                    <a:pt x="3043427" y="985011"/>
                    <a:pt x="3146170" y="951356"/>
                  </a:cubicBezTo>
                  <a:cubicBezTo>
                    <a:pt x="3413886" y="863599"/>
                    <a:pt x="3685158" y="722502"/>
                    <a:pt x="3807713" y="607313"/>
                  </a:cubicBezTo>
                  <a:cubicBezTo>
                    <a:pt x="3942714" y="480314"/>
                    <a:pt x="4028185" y="317119"/>
                    <a:pt x="4071746" y="102616"/>
                  </a:cubicBezTo>
                  <a:cubicBezTo>
                    <a:pt x="4084065" y="41783"/>
                    <a:pt x="4092955" y="13208"/>
                    <a:pt x="4084446" y="0"/>
                  </a:cubicBezTo>
                  <a:close/>
                </a:path>
              </a:pathLst>
            </a:custGeom>
            <a:solidFill>
              <a:srgbClr val="8FCFD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50479" y="66421"/>
              <a:ext cx="3647476" cy="1267840"/>
            </a:xfrm>
            <a:custGeom>
              <a:avLst/>
              <a:gdLst/>
              <a:ahLst/>
              <a:cxnLst/>
              <a:rect r="r" b="b" t="t" l="l"/>
              <a:pathLst>
                <a:path h="1267840" w="3647476">
                  <a:moveTo>
                    <a:pt x="3305260" y="127"/>
                  </a:moveTo>
                  <a:cubicBezTo>
                    <a:pt x="3291925" y="15240"/>
                    <a:pt x="3274780" y="34544"/>
                    <a:pt x="3257762" y="53086"/>
                  </a:cubicBezTo>
                  <a:cubicBezTo>
                    <a:pt x="3177879" y="140843"/>
                    <a:pt x="3167846" y="155956"/>
                    <a:pt x="3172672" y="181356"/>
                  </a:cubicBezTo>
                  <a:cubicBezTo>
                    <a:pt x="3174831" y="193040"/>
                    <a:pt x="3184864" y="209677"/>
                    <a:pt x="3194770" y="218313"/>
                  </a:cubicBezTo>
                  <a:cubicBezTo>
                    <a:pt x="3206835" y="228981"/>
                    <a:pt x="3219535" y="234315"/>
                    <a:pt x="3233378" y="234315"/>
                  </a:cubicBezTo>
                  <a:cubicBezTo>
                    <a:pt x="3251412" y="234315"/>
                    <a:pt x="3271351" y="225171"/>
                    <a:pt x="3294592" y="206883"/>
                  </a:cubicBezTo>
                  <a:cubicBezTo>
                    <a:pt x="3330406" y="178562"/>
                    <a:pt x="3431371" y="71120"/>
                    <a:pt x="3453088" y="38100"/>
                  </a:cubicBezTo>
                  <a:cubicBezTo>
                    <a:pt x="3461216" y="25781"/>
                    <a:pt x="3465407" y="12700"/>
                    <a:pt x="3465661" y="0"/>
                  </a:cubicBezTo>
                  <a:close/>
                  <a:moveTo>
                    <a:pt x="259674" y="28448"/>
                  </a:moveTo>
                  <a:cubicBezTo>
                    <a:pt x="257261" y="28448"/>
                    <a:pt x="254975" y="28575"/>
                    <a:pt x="252562" y="28829"/>
                  </a:cubicBezTo>
                  <a:cubicBezTo>
                    <a:pt x="236179" y="30607"/>
                    <a:pt x="220304" y="38354"/>
                    <a:pt x="208747" y="52832"/>
                  </a:cubicBezTo>
                  <a:cubicBezTo>
                    <a:pt x="189316" y="77089"/>
                    <a:pt x="195539" y="155829"/>
                    <a:pt x="220812" y="206248"/>
                  </a:cubicBezTo>
                  <a:cubicBezTo>
                    <a:pt x="244053" y="252730"/>
                    <a:pt x="257896" y="268224"/>
                    <a:pt x="313014" y="310261"/>
                  </a:cubicBezTo>
                  <a:cubicBezTo>
                    <a:pt x="336255" y="327914"/>
                    <a:pt x="371688" y="357759"/>
                    <a:pt x="391881" y="376428"/>
                  </a:cubicBezTo>
                  <a:cubicBezTo>
                    <a:pt x="421980" y="404368"/>
                    <a:pt x="432521" y="410210"/>
                    <a:pt x="454238" y="410210"/>
                  </a:cubicBezTo>
                  <a:cubicBezTo>
                    <a:pt x="454619" y="410210"/>
                    <a:pt x="454873" y="410210"/>
                    <a:pt x="455254" y="410210"/>
                  </a:cubicBezTo>
                  <a:cubicBezTo>
                    <a:pt x="495259" y="409829"/>
                    <a:pt x="520786" y="383921"/>
                    <a:pt x="520786" y="343662"/>
                  </a:cubicBezTo>
                  <a:cubicBezTo>
                    <a:pt x="520786" y="305435"/>
                    <a:pt x="491703" y="270510"/>
                    <a:pt x="408264" y="208407"/>
                  </a:cubicBezTo>
                  <a:cubicBezTo>
                    <a:pt x="358480" y="171323"/>
                    <a:pt x="330540" y="135890"/>
                    <a:pt x="330540" y="109855"/>
                  </a:cubicBezTo>
                  <a:cubicBezTo>
                    <a:pt x="330540" y="100584"/>
                    <a:pt x="325841" y="81915"/>
                    <a:pt x="320253" y="68453"/>
                  </a:cubicBezTo>
                  <a:cubicBezTo>
                    <a:pt x="309458" y="42545"/>
                    <a:pt x="284693" y="28702"/>
                    <a:pt x="259674" y="28702"/>
                  </a:cubicBezTo>
                  <a:close/>
                  <a:moveTo>
                    <a:pt x="70825" y="187071"/>
                  </a:moveTo>
                  <a:cubicBezTo>
                    <a:pt x="46441" y="187071"/>
                    <a:pt x="20787" y="199136"/>
                    <a:pt x="9611" y="220726"/>
                  </a:cubicBezTo>
                  <a:cubicBezTo>
                    <a:pt x="-11598" y="261747"/>
                    <a:pt x="213" y="299212"/>
                    <a:pt x="65999" y="400177"/>
                  </a:cubicBezTo>
                  <a:cubicBezTo>
                    <a:pt x="109306" y="466597"/>
                    <a:pt x="154391" y="518540"/>
                    <a:pt x="186141" y="538479"/>
                  </a:cubicBezTo>
                  <a:cubicBezTo>
                    <a:pt x="196174" y="544829"/>
                    <a:pt x="207096" y="547623"/>
                    <a:pt x="217891" y="547623"/>
                  </a:cubicBezTo>
                  <a:cubicBezTo>
                    <a:pt x="260817" y="547623"/>
                    <a:pt x="301711" y="503554"/>
                    <a:pt x="279740" y="463930"/>
                  </a:cubicBezTo>
                  <a:cubicBezTo>
                    <a:pt x="274787" y="455041"/>
                    <a:pt x="250530" y="421132"/>
                    <a:pt x="226019" y="388747"/>
                  </a:cubicBezTo>
                  <a:cubicBezTo>
                    <a:pt x="201508" y="356362"/>
                    <a:pt x="168615" y="304292"/>
                    <a:pt x="152994" y="273177"/>
                  </a:cubicBezTo>
                  <a:cubicBezTo>
                    <a:pt x="137373" y="242062"/>
                    <a:pt x="119974" y="211201"/>
                    <a:pt x="114259" y="204724"/>
                  </a:cubicBezTo>
                  <a:cubicBezTo>
                    <a:pt x="104480" y="193675"/>
                    <a:pt x="90002" y="187960"/>
                    <a:pt x="74762" y="187198"/>
                  </a:cubicBezTo>
                  <a:cubicBezTo>
                    <a:pt x="73492" y="187071"/>
                    <a:pt x="72222" y="187071"/>
                    <a:pt x="70952" y="187071"/>
                  </a:cubicBezTo>
                  <a:close/>
                  <a:moveTo>
                    <a:pt x="3035893" y="295148"/>
                  </a:moveTo>
                  <a:cubicBezTo>
                    <a:pt x="3012017" y="295148"/>
                    <a:pt x="2986617" y="311912"/>
                    <a:pt x="2940009" y="354203"/>
                  </a:cubicBezTo>
                  <a:cubicBezTo>
                    <a:pt x="2882859" y="406146"/>
                    <a:pt x="2806404" y="464057"/>
                    <a:pt x="2759287" y="491108"/>
                  </a:cubicBezTo>
                  <a:cubicBezTo>
                    <a:pt x="2717885" y="514857"/>
                    <a:pt x="2704804" y="532764"/>
                    <a:pt x="2704804" y="565657"/>
                  </a:cubicBezTo>
                  <a:cubicBezTo>
                    <a:pt x="2704804" y="590803"/>
                    <a:pt x="2722204" y="614679"/>
                    <a:pt x="2747096" y="623696"/>
                  </a:cubicBezTo>
                  <a:cubicBezTo>
                    <a:pt x="2753573" y="626109"/>
                    <a:pt x="2759415" y="627379"/>
                    <a:pt x="2765765" y="627379"/>
                  </a:cubicBezTo>
                  <a:cubicBezTo>
                    <a:pt x="2780497" y="627379"/>
                    <a:pt x="2798023" y="620140"/>
                    <a:pt x="2833201" y="601979"/>
                  </a:cubicBezTo>
                  <a:cubicBezTo>
                    <a:pt x="2931626" y="551052"/>
                    <a:pt x="3086185" y="425576"/>
                    <a:pt x="3099267" y="385953"/>
                  </a:cubicBezTo>
                  <a:cubicBezTo>
                    <a:pt x="3110696" y="351409"/>
                    <a:pt x="3094060" y="314579"/>
                    <a:pt x="3060912" y="300736"/>
                  </a:cubicBezTo>
                  <a:cubicBezTo>
                    <a:pt x="3052404" y="297180"/>
                    <a:pt x="3044529" y="295275"/>
                    <a:pt x="3036529" y="295148"/>
                  </a:cubicBezTo>
                  <a:cubicBezTo>
                    <a:pt x="3036274" y="295148"/>
                    <a:pt x="3036148" y="295148"/>
                    <a:pt x="3035893" y="295148"/>
                  </a:cubicBezTo>
                  <a:close/>
                  <a:moveTo>
                    <a:pt x="715731" y="463803"/>
                  </a:moveTo>
                  <a:cubicBezTo>
                    <a:pt x="679663" y="463803"/>
                    <a:pt x="654517" y="488568"/>
                    <a:pt x="654517" y="524382"/>
                  </a:cubicBezTo>
                  <a:cubicBezTo>
                    <a:pt x="654517" y="560450"/>
                    <a:pt x="678012" y="584326"/>
                    <a:pt x="780628" y="652652"/>
                  </a:cubicBezTo>
                  <a:cubicBezTo>
                    <a:pt x="835746" y="689355"/>
                    <a:pt x="871179" y="707135"/>
                    <a:pt x="896325" y="707135"/>
                  </a:cubicBezTo>
                  <a:cubicBezTo>
                    <a:pt x="916645" y="707135"/>
                    <a:pt x="930234" y="695578"/>
                    <a:pt x="942172" y="673099"/>
                  </a:cubicBezTo>
                  <a:cubicBezTo>
                    <a:pt x="966683" y="627125"/>
                    <a:pt x="944712" y="597026"/>
                    <a:pt x="834095" y="524255"/>
                  </a:cubicBezTo>
                  <a:cubicBezTo>
                    <a:pt x="761705" y="476630"/>
                    <a:pt x="737067" y="463930"/>
                    <a:pt x="716493" y="463676"/>
                  </a:cubicBezTo>
                  <a:cubicBezTo>
                    <a:pt x="716239" y="463676"/>
                    <a:pt x="715858" y="463676"/>
                    <a:pt x="715604" y="463676"/>
                  </a:cubicBezTo>
                  <a:close/>
                  <a:moveTo>
                    <a:pt x="3583263" y="142494"/>
                  </a:moveTo>
                  <a:cubicBezTo>
                    <a:pt x="3555450" y="142494"/>
                    <a:pt x="3550878" y="146177"/>
                    <a:pt x="3448262" y="250317"/>
                  </a:cubicBezTo>
                  <a:cubicBezTo>
                    <a:pt x="3343741" y="356362"/>
                    <a:pt x="3198834" y="477900"/>
                    <a:pt x="3076660" y="561974"/>
                  </a:cubicBezTo>
                  <a:cubicBezTo>
                    <a:pt x="3043005" y="585088"/>
                    <a:pt x="3010621" y="612393"/>
                    <a:pt x="3004397" y="622680"/>
                  </a:cubicBezTo>
                  <a:cubicBezTo>
                    <a:pt x="2980267" y="663320"/>
                    <a:pt x="3000079" y="714120"/>
                    <a:pt x="3044784" y="726058"/>
                  </a:cubicBezTo>
                  <a:cubicBezTo>
                    <a:pt x="3051515" y="727836"/>
                    <a:pt x="3060150" y="728725"/>
                    <a:pt x="3068278" y="728725"/>
                  </a:cubicBezTo>
                  <a:cubicBezTo>
                    <a:pt x="3074882" y="728725"/>
                    <a:pt x="3081232" y="728090"/>
                    <a:pt x="3085931" y="726820"/>
                  </a:cubicBezTo>
                  <a:cubicBezTo>
                    <a:pt x="3113109" y="719200"/>
                    <a:pt x="3224615" y="642492"/>
                    <a:pt x="3291290" y="585469"/>
                  </a:cubicBezTo>
                  <a:cubicBezTo>
                    <a:pt x="3323167" y="558291"/>
                    <a:pt x="3376761" y="512190"/>
                    <a:pt x="3410670" y="483234"/>
                  </a:cubicBezTo>
                  <a:cubicBezTo>
                    <a:pt x="3468582" y="433578"/>
                    <a:pt x="3608790" y="283718"/>
                    <a:pt x="3636095" y="242443"/>
                  </a:cubicBezTo>
                  <a:cubicBezTo>
                    <a:pt x="3665051" y="198501"/>
                    <a:pt x="3635587" y="142494"/>
                    <a:pt x="3583390" y="142494"/>
                  </a:cubicBezTo>
                  <a:close/>
                  <a:moveTo>
                    <a:pt x="389722" y="565403"/>
                  </a:moveTo>
                  <a:cubicBezTo>
                    <a:pt x="354162" y="565403"/>
                    <a:pt x="323555" y="596899"/>
                    <a:pt x="323555" y="633475"/>
                  </a:cubicBezTo>
                  <a:cubicBezTo>
                    <a:pt x="323555" y="657224"/>
                    <a:pt x="328635" y="665225"/>
                    <a:pt x="368513" y="703325"/>
                  </a:cubicBezTo>
                  <a:cubicBezTo>
                    <a:pt x="393278" y="726947"/>
                    <a:pt x="433283" y="759586"/>
                    <a:pt x="457413" y="775715"/>
                  </a:cubicBezTo>
                  <a:cubicBezTo>
                    <a:pt x="487258" y="795654"/>
                    <a:pt x="510753" y="805433"/>
                    <a:pt x="530819" y="805433"/>
                  </a:cubicBezTo>
                  <a:cubicBezTo>
                    <a:pt x="546440" y="805433"/>
                    <a:pt x="559902" y="799464"/>
                    <a:pt x="572602" y="787780"/>
                  </a:cubicBezTo>
                  <a:cubicBezTo>
                    <a:pt x="586572" y="774826"/>
                    <a:pt x="591144" y="763777"/>
                    <a:pt x="591017" y="743711"/>
                  </a:cubicBezTo>
                  <a:cubicBezTo>
                    <a:pt x="590763" y="712723"/>
                    <a:pt x="585175" y="704468"/>
                    <a:pt x="541868" y="671194"/>
                  </a:cubicBezTo>
                  <a:cubicBezTo>
                    <a:pt x="524469" y="657732"/>
                    <a:pt x="488655" y="628522"/>
                    <a:pt x="462493" y="606170"/>
                  </a:cubicBezTo>
                  <a:cubicBezTo>
                    <a:pt x="423885" y="573277"/>
                    <a:pt x="410042" y="565530"/>
                    <a:pt x="389722" y="565530"/>
                  </a:cubicBezTo>
                  <a:close/>
                  <a:moveTo>
                    <a:pt x="2542879" y="640333"/>
                  </a:moveTo>
                  <a:cubicBezTo>
                    <a:pt x="2542625" y="640333"/>
                    <a:pt x="2542244" y="640333"/>
                    <a:pt x="2541990" y="640333"/>
                  </a:cubicBezTo>
                  <a:cubicBezTo>
                    <a:pt x="2521289" y="640587"/>
                    <a:pt x="2491190" y="649477"/>
                    <a:pt x="2439882" y="667003"/>
                  </a:cubicBezTo>
                  <a:cubicBezTo>
                    <a:pt x="2265892" y="726566"/>
                    <a:pt x="2232872" y="747394"/>
                    <a:pt x="2232872" y="797051"/>
                  </a:cubicBezTo>
                  <a:cubicBezTo>
                    <a:pt x="2232872" y="819530"/>
                    <a:pt x="2237063" y="828420"/>
                    <a:pt x="2254589" y="843152"/>
                  </a:cubicBezTo>
                  <a:cubicBezTo>
                    <a:pt x="2268305" y="854709"/>
                    <a:pt x="2279735" y="860424"/>
                    <a:pt x="2294467" y="860424"/>
                  </a:cubicBezTo>
                  <a:cubicBezTo>
                    <a:pt x="2308691" y="860424"/>
                    <a:pt x="2325963" y="855090"/>
                    <a:pt x="2351109" y="844549"/>
                  </a:cubicBezTo>
                  <a:cubicBezTo>
                    <a:pt x="2373334" y="835278"/>
                    <a:pt x="2429341" y="815847"/>
                    <a:pt x="2475823" y="801369"/>
                  </a:cubicBezTo>
                  <a:cubicBezTo>
                    <a:pt x="2541990" y="780795"/>
                    <a:pt x="2565231" y="770127"/>
                    <a:pt x="2583265" y="752093"/>
                  </a:cubicBezTo>
                  <a:cubicBezTo>
                    <a:pt x="2611967" y="723391"/>
                    <a:pt x="2613618" y="695070"/>
                    <a:pt x="2588472" y="665225"/>
                  </a:cubicBezTo>
                  <a:cubicBezTo>
                    <a:pt x="2574502" y="648715"/>
                    <a:pt x="2563199" y="640333"/>
                    <a:pt x="2543006" y="640333"/>
                  </a:cubicBezTo>
                  <a:close/>
                  <a:moveTo>
                    <a:pt x="1189949" y="709548"/>
                  </a:moveTo>
                  <a:cubicBezTo>
                    <a:pt x="1182075" y="709548"/>
                    <a:pt x="1175725" y="711961"/>
                    <a:pt x="1166200" y="716025"/>
                  </a:cubicBezTo>
                  <a:cubicBezTo>
                    <a:pt x="1120607" y="735075"/>
                    <a:pt x="1108288" y="792860"/>
                    <a:pt x="1143086" y="824356"/>
                  </a:cubicBezTo>
                  <a:cubicBezTo>
                    <a:pt x="1155786" y="835786"/>
                    <a:pt x="1278849" y="887348"/>
                    <a:pt x="1362669" y="916177"/>
                  </a:cubicBezTo>
                  <a:cubicBezTo>
                    <a:pt x="1379560" y="922019"/>
                    <a:pt x="1395562" y="924686"/>
                    <a:pt x="1410040" y="924686"/>
                  </a:cubicBezTo>
                  <a:cubicBezTo>
                    <a:pt x="1452458" y="924686"/>
                    <a:pt x="1482049" y="901318"/>
                    <a:pt x="1482049" y="862202"/>
                  </a:cubicBezTo>
                  <a:cubicBezTo>
                    <a:pt x="1482049" y="821562"/>
                    <a:pt x="1460840" y="802131"/>
                    <a:pt x="1391498" y="779525"/>
                  </a:cubicBezTo>
                  <a:cubicBezTo>
                    <a:pt x="1360129" y="769238"/>
                    <a:pt x="1302344" y="748283"/>
                    <a:pt x="1263228" y="732916"/>
                  </a:cubicBezTo>
                  <a:cubicBezTo>
                    <a:pt x="1228557" y="719327"/>
                    <a:pt x="1210650" y="712342"/>
                    <a:pt x="1198204" y="710183"/>
                  </a:cubicBezTo>
                  <a:cubicBezTo>
                    <a:pt x="1195156" y="709675"/>
                    <a:pt x="1192489" y="709421"/>
                    <a:pt x="1189949" y="709421"/>
                  </a:cubicBezTo>
                  <a:close/>
                  <a:moveTo>
                    <a:pt x="1955504" y="800607"/>
                  </a:moveTo>
                  <a:cubicBezTo>
                    <a:pt x="1927691" y="800607"/>
                    <a:pt x="1893655" y="800988"/>
                    <a:pt x="1851999" y="801623"/>
                  </a:cubicBezTo>
                  <a:lnTo>
                    <a:pt x="1658579" y="804417"/>
                  </a:lnTo>
                  <a:lnTo>
                    <a:pt x="1639148" y="825753"/>
                  </a:lnTo>
                  <a:cubicBezTo>
                    <a:pt x="1628480" y="837437"/>
                    <a:pt x="1619717" y="853566"/>
                    <a:pt x="1619717" y="861440"/>
                  </a:cubicBezTo>
                  <a:cubicBezTo>
                    <a:pt x="1619717" y="873505"/>
                    <a:pt x="1637751" y="917066"/>
                    <a:pt x="1642831" y="917447"/>
                  </a:cubicBezTo>
                  <a:cubicBezTo>
                    <a:pt x="1643720" y="917447"/>
                    <a:pt x="1657055" y="922146"/>
                    <a:pt x="1672549" y="927734"/>
                  </a:cubicBezTo>
                  <a:cubicBezTo>
                    <a:pt x="1693885" y="935481"/>
                    <a:pt x="1740367" y="938021"/>
                    <a:pt x="1865207" y="938148"/>
                  </a:cubicBezTo>
                  <a:cubicBezTo>
                    <a:pt x="1873589" y="938148"/>
                    <a:pt x="1881590" y="938148"/>
                    <a:pt x="1889083" y="938148"/>
                  </a:cubicBezTo>
                  <a:cubicBezTo>
                    <a:pt x="2008209" y="938148"/>
                    <a:pt x="2034625" y="935989"/>
                    <a:pt x="2054437" y="926591"/>
                  </a:cubicBezTo>
                  <a:cubicBezTo>
                    <a:pt x="2087457" y="910970"/>
                    <a:pt x="2102571" y="876553"/>
                    <a:pt x="2091394" y="842517"/>
                  </a:cubicBezTo>
                  <a:cubicBezTo>
                    <a:pt x="2080853" y="810513"/>
                    <a:pt x="2073106" y="801623"/>
                    <a:pt x="1978618" y="800607"/>
                  </a:cubicBezTo>
                  <a:cubicBezTo>
                    <a:pt x="1971379" y="800480"/>
                    <a:pt x="1963632" y="800480"/>
                    <a:pt x="1955377" y="800480"/>
                  </a:cubicBezTo>
                  <a:close/>
                  <a:moveTo>
                    <a:pt x="2724743" y="785367"/>
                  </a:moveTo>
                  <a:cubicBezTo>
                    <a:pt x="2696676" y="785367"/>
                    <a:pt x="2650956" y="806068"/>
                    <a:pt x="2583011" y="849502"/>
                  </a:cubicBezTo>
                  <a:cubicBezTo>
                    <a:pt x="2562691" y="862456"/>
                    <a:pt x="2522305" y="884935"/>
                    <a:pt x="2493349" y="899286"/>
                  </a:cubicBezTo>
                  <a:cubicBezTo>
                    <a:pt x="2464393" y="913637"/>
                    <a:pt x="2435056" y="932433"/>
                    <a:pt x="2428325" y="940688"/>
                  </a:cubicBezTo>
                  <a:cubicBezTo>
                    <a:pt x="2403687" y="971422"/>
                    <a:pt x="2417911" y="1029588"/>
                    <a:pt x="2453598" y="1043939"/>
                  </a:cubicBezTo>
                  <a:cubicBezTo>
                    <a:pt x="2461853" y="1047241"/>
                    <a:pt x="2475188" y="1050162"/>
                    <a:pt x="2482935" y="1050416"/>
                  </a:cubicBezTo>
                  <a:cubicBezTo>
                    <a:pt x="2483062" y="1050416"/>
                    <a:pt x="2483190" y="1050416"/>
                    <a:pt x="2483316" y="1050416"/>
                  </a:cubicBezTo>
                  <a:cubicBezTo>
                    <a:pt x="2503255" y="1050416"/>
                    <a:pt x="2588472" y="1009014"/>
                    <a:pt x="2648797" y="969898"/>
                  </a:cubicBezTo>
                  <a:cubicBezTo>
                    <a:pt x="2675848" y="952372"/>
                    <a:pt x="2713440" y="930274"/>
                    <a:pt x="2732490" y="920622"/>
                  </a:cubicBezTo>
                  <a:cubicBezTo>
                    <a:pt x="2751540" y="910970"/>
                    <a:pt x="2771987" y="895984"/>
                    <a:pt x="2778083" y="887348"/>
                  </a:cubicBezTo>
                  <a:cubicBezTo>
                    <a:pt x="2805134" y="848740"/>
                    <a:pt x="2780242" y="793241"/>
                    <a:pt x="2732236" y="785621"/>
                  </a:cubicBezTo>
                  <a:cubicBezTo>
                    <a:pt x="2729823" y="785240"/>
                    <a:pt x="2727410" y="785113"/>
                    <a:pt x="2724743" y="785113"/>
                  </a:cubicBezTo>
                  <a:close/>
                  <a:moveTo>
                    <a:pt x="762340" y="818260"/>
                  </a:moveTo>
                  <a:cubicBezTo>
                    <a:pt x="760181" y="818260"/>
                    <a:pt x="758022" y="818387"/>
                    <a:pt x="755736" y="818514"/>
                  </a:cubicBezTo>
                  <a:cubicBezTo>
                    <a:pt x="738210" y="819911"/>
                    <a:pt x="717255" y="826515"/>
                    <a:pt x="705317" y="836548"/>
                  </a:cubicBezTo>
                  <a:cubicBezTo>
                    <a:pt x="662518" y="872616"/>
                    <a:pt x="673567" y="926210"/>
                    <a:pt x="729193" y="952245"/>
                  </a:cubicBezTo>
                  <a:cubicBezTo>
                    <a:pt x="746338" y="960246"/>
                    <a:pt x="762086" y="966850"/>
                    <a:pt x="764499" y="966850"/>
                  </a:cubicBezTo>
                  <a:cubicBezTo>
                    <a:pt x="766912" y="966850"/>
                    <a:pt x="851621" y="1007871"/>
                    <a:pt x="952967" y="1057909"/>
                  </a:cubicBezTo>
                  <a:cubicBezTo>
                    <a:pt x="1142070" y="1151381"/>
                    <a:pt x="1217127" y="1181353"/>
                    <a:pt x="1287358" y="1191640"/>
                  </a:cubicBezTo>
                  <a:cubicBezTo>
                    <a:pt x="1309456" y="1194815"/>
                    <a:pt x="1348699" y="1197863"/>
                    <a:pt x="1374480" y="1198371"/>
                  </a:cubicBezTo>
                  <a:cubicBezTo>
                    <a:pt x="1378798" y="1198498"/>
                    <a:pt x="1382608" y="1198498"/>
                    <a:pt x="1386291" y="1198498"/>
                  </a:cubicBezTo>
                  <a:cubicBezTo>
                    <a:pt x="1417152" y="1198498"/>
                    <a:pt x="1426296" y="1195196"/>
                    <a:pt x="1442679" y="1181480"/>
                  </a:cubicBezTo>
                  <a:cubicBezTo>
                    <a:pt x="1468206" y="1160017"/>
                    <a:pt x="1476461" y="1129410"/>
                    <a:pt x="1463634" y="1103248"/>
                  </a:cubicBezTo>
                  <a:cubicBezTo>
                    <a:pt x="1446997" y="1069339"/>
                    <a:pt x="1423375" y="1058290"/>
                    <a:pt x="1344762" y="1048003"/>
                  </a:cubicBezTo>
                  <a:cubicBezTo>
                    <a:pt x="1246337" y="1035049"/>
                    <a:pt x="1149817" y="998727"/>
                    <a:pt x="933028" y="893063"/>
                  </a:cubicBezTo>
                  <a:cubicBezTo>
                    <a:pt x="882609" y="868552"/>
                    <a:pt x="829650" y="844676"/>
                    <a:pt x="815172" y="840104"/>
                  </a:cubicBezTo>
                  <a:cubicBezTo>
                    <a:pt x="800694" y="835532"/>
                    <a:pt x="786978" y="828801"/>
                    <a:pt x="784819" y="825245"/>
                  </a:cubicBezTo>
                  <a:cubicBezTo>
                    <a:pt x="782660" y="821816"/>
                    <a:pt x="777961" y="819657"/>
                    <a:pt x="771865" y="818641"/>
                  </a:cubicBezTo>
                  <a:cubicBezTo>
                    <a:pt x="769071" y="818133"/>
                    <a:pt x="765896" y="818006"/>
                    <a:pt x="762594" y="818006"/>
                  </a:cubicBezTo>
                  <a:close/>
                  <a:moveTo>
                    <a:pt x="2199725" y="1051432"/>
                  </a:moveTo>
                  <a:cubicBezTo>
                    <a:pt x="2185882" y="1051432"/>
                    <a:pt x="2131272" y="1065402"/>
                    <a:pt x="2078441" y="1082420"/>
                  </a:cubicBezTo>
                  <a:cubicBezTo>
                    <a:pt x="1972904" y="1116456"/>
                    <a:pt x="1918421" y="1127632"/>
                    <a:pt x="1828759" y="1127632"/>
                  </a:cubicBezTo>
                  <a:cubicBezTo>
                    <a:pt x="1807041" y="1127632"/>
                    <a:pt x="1783166" y="1126997"/>
                    <a:pt x="1755988" y="1125854"/>
                  </a:cubicBezTo>
                  <a:cubicBezTo>
                    <a:pt x="1728683" y="1124711"/>
                    <a:pt x="1706204" y="1123949"/>
                    <a:pt x="1687662" y="1123949"/>
                  </a:cubicBezTo>
                  <a:cubicBezTo>
                    <a:pt x="1619463" y="1123949"/>
                    <a:pt x="1603969" y="1133474"/>
                    <a:pt x="1587586" y="1165097"/>
                  </a:cubicBezTo>
                  <a:cubicBezTo>
                    <a:pt x="1567520" y="1203959"/>
                    <a:pt x="1583776" y="1244091"/>
                    <a:pt x="1626956" y="1262379"/>
                  </a:cubicBezTo>
                  <a:cubicBezTo>
                    <a:pt x="1635465" y="1265935"/>
                    <a:pt x="1675343" y="1267840"/>
                    <a:pt x="1737700" y="1267840"/>
                  </a:cubicBezTo>
                  <a:cubicBezTo>
                    <a:pt x="1756369" y="1267840"/>
                    <a:pt x="1777070" y="1267713"/>
                    <a:pt x="1799422" y="1267332"/>
                  </a:cubicBezTo>
                  <a:cubicBezTo>
                    <a:pt x="1971760" y="1264665"/>
                    <a:pt x="1987128" y="1261744"/>
                    <a:pt x="2161498" y="1197736"/>
                  </a:cubicBezTo>
                  <a:cubicBezTo>
                    <a:pt x="2227411" y="1173479"/>
                    <a:pt x="2244048" y="1164462"/>
                    <a:pt x="2255097" y="1146809"/>
                  </a:cubicBezTo>
                  <a:cubicBezTo>
                    <a:pt x="2281641" y="1104391"/>
                    <a:pt x="2250906" y="1051432"/>
                    <a:pt x="2199725" y="1051432"/>
                  </a:cubicBezTo>
                  <a:close/>
                </a:path>
              </a:pathLst>
            </a:custGeom>
            <a:solidFill>
              <a:srgbClr val="FFC26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877992" y="-63503"/>
            <a:ext cx="4473512" cy="3555997"/>
            <a:chOff x="0" y="0"/>
            <a:chExt cx="4473512" cy="355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979883" y="63500"/>
              <a:ext cx="3429051" cy="3429000"/>
            </a:xfrm>
            <a:custGeom>
              <a:avLst/>
              <a:gdLst/>
              <a:ahLst/>
              <a:cxnLst/>
              <a:rect r="r" b="b" t="t" l="l"/>
              <a:pathLst>
                <a:path h="3429000" w="3429051">
                  <a:moveTo>
                    <a:pt x="49" y="0"/>
                  </a:moveTo>
                  <a:lnTo>
                    <a:pt x="3429051" y="0"/>
                  </a:lnTo>
                  <a:lnTo>
                    <a:pt x="3429051" y="3429000"/>
                  </a:lnTo>
                  <a:cubicBezTo>
                    <a:pt x="3429051" y="3429000"/>
                    <a:pt x="2451786" y="3302127"/>
                    <a:pt x="2540940" y="2678049"/>
                  </a:cubicBezTo>
                  <a:cubicBezTo>
                    <a:pt x="2541575" y="2671826"/>
                    <a:pt x="2542972" y="2664968"/>
                    <a:pt x="2543734" y="2658872"/>
                  </a:cubicBezTo>
                  <a:cubicBezTo>
                    <a:pt x="2569769" y="2453132"/>
                    <a:pt x="2520366" y="2252853"/>
                    <a:pt x="2416226" y="2086864"/>
                  </a:cubicBezTo>
                  <a:cubicBezTo>
                    <a:pt x="2238552" y="1805051"/>
                    <a:pt x="2303069" y="1433322"/>
                    <a:pt x="2559609" y="1220724"/>
                  </a:cubicBezTo>
                  <a:lnTo>
                    <a:pt x="2847010" y="982091"/>
                  </a:lnTo>
                  <a:cubicBezTo>
                    <a:pt x="2934766" y="908685"/>
                    <a:pt x="2955341" y="783844"/>
                    <a:pt x="2898445" y="684403"/>
                  </a:cubicBezTo>
                  <a:cubicBezTo>
                    <a:pt x="2897810" y="683768"/>
                    <a:pt x="2897810" y="683006"/>
                    <a:pt x="2897047" y="682371"/>
                  </a:cubicBezTo>
                  <a:cubicBezTo>
                    <a:pt x="2675560" y="289433"/>
                    <a:pt x="2005507" y="572643"/>
                    <a:pt x="2005507" y="572643"/>
                  </a:cubicBezTo>
                  <a:cubicBezTo>
                    <a:pt x="2005507" y="572643"/>
                    <a:pt x="850442" y="1042416"/>
                    <a:pt x="216076" y="277749"/>
                  </a:cubicBezTo>
                  <a:cubicBezTo>
                    <a:pt x="-8968" y="6223"/>
                    <a:pt x="49" y="0"/>
                    <a:pt x="49" y="0"/>
                  </a:cubicBezTo>
                  <a:close/>
                </a:path>
              </a:pathLst>
            </a:custGeom>
            <a:solidFill>
              <a:srgbClr val="FFB4C9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67" y="70612"/>
              <a:ext cx="4346638" cy="2543937"/>
            </a:xfrm>
            <a:custGeom>
              <a:avLst/>
              <a:gdLst/>
              <a:ahLst/>
              <a:cxnLst/>
              <a:rect r="r" b="b" t="t" l="l"/>
              <a:pathLst>
                <a:path h="2543937" w="4346638">
                  <a:moveTo>
                    <a:pt x="49082" y="0"/>
                  </a:moveTo>
                  <a:cubicBezTo>
                    <a:pt x="-13529" y="0"/>
                    <a:pt x="-5528" y="5588"/>
                    <a:pt x="14665" y="80899"/>
                  </a:cubicBezTo>
                  <a:cubicBezTo>
                    <a:pt x="43621" y="189230"/>
                    <a:pt x="69656" y="231394"/>
                    <a:pt x="187639" y="362204"/>
                  </a:cubicBezTo>
                  <a:cubicBezTo>
                    <a:pt x="225993" y="404749"/>
                    <a:pt x="251266" y="422910"/>
                    <a:pt x="278317" y="422910"/>
                  </a:cubicBezTo>
                  <a:cubicBezTo>
                    <a:pt x="289239" y="422910"/>
                    <a:pt x="300542" y="419989"/>
                    <a:pt x="312988" y="414401"/>
                  </a:cubicBezTo>
                  <a:cubicBezTo>
                    <a:pt x="347532" y="399034"/>
                    <a:pt x="372297" y="361442"/>
                    <a:pt x="371916" y="324866"/>
                  </a:cubicBezTo>
                  <a:cubicBezTo>
                    <a:pt x="371662" y="295402"/>
                    <a:pt x="349564" y="259842"/>
                    <a:pt x="291906" y="196215"/>
                  </a:cubicBezTo>
                  <a:cubicBezTo>
                    <a:pt x="236026" y="134493"/>
                    <a:pt x="200085" y="77597"/>
                    <a:pt x="185099" y="26670"/>
                  </a:cubicBezTo>
                  <a:lnTo>
                    <a:pt x="177352" y="254"/>
                  </a:lnTo>
                  <a:lnTo>
                    <a:pt x="87944" y="254"/>
                  </a:lnTo>
                  <a:cubicBezTo>
                    <a:pt x="72704" y="254"/>
                    <a:pt x="59877" y="127"/>
                    <a:pt x="49082" y="127"/>
                  </a:cubicBezTo>
                  <a:close/>
                  <a:moveTo>
                    <a:pt x="555558" y="473837"/>
                  </a:moveTo>
                  <a:cubicBezTo>
                    <a:pt x="554669" y="473837"/>
                    <a:pt x="553780" y="473837"/>
                    <a:pt x="552891" y="473837"/>
                  </a:cubicBezTo>
                  <a:cubicBezTo>
                    <a:pt x="522157" y="474726"/>
                    <a:pt x="490788" y="490347"/>
                    <a:pt x="476564" y="516890"/>
                  </a:cubicBezTo>
                  <a:cubicBezTo>
                    <a:pt x="455609" y="555879"/>
                    <a:pt x="465134" y="593217"/>
                    <a:pt x="504631" y="626364"/>
                  </a:cubicBezTo>
                  <a:cubicBezTo>
                    <a:pt x="516188" y="636143"/>
                    <a:pt x="561654" y="676402"/>
                    <a:pt x="605850" y="715899"/>
                  </a:cubicBezTo>
                  <a:cubicBezTo>
                    <a:pt x="737168" y="833501"/>
                    <a:pt x="783523" y="869315"/>
                    <a:pt x="824671" y="869315"/>
                  </a:cubicBezTo>
                  <a:cubicBezTo>
                    <a:pt x="835974" y="869315"/>
                    <a:pt x="846896" y="866648"/>
                    <a:pt x="859088" y="862203"/>
                  </a:cubicBezTo>
                  <a:cubicBezTo>
                    <a:pt x="890965" y="850519"/>
                    <a:pt x="904427" y="837311"/>
                    <a:pt x="916492" y="805815"/>
                  </a:cubicBezTo>
                  <a:cubicBezTo>
                    <a:pt x="924621" y="784479"/>
                    <a:pt x="925255" y="774700"/>
                    <a:pt x="919668" y="753872"/>
                  </a:cubicBezTo>
                  <a:cubicBezTo>
                    <a:pt x="911793" y="724662"/>
                    <a:pt x="917635" y="729869"/>
                    <a:pt x="742756" y="595757"/>
                  </a:cubicBezTo>
                  <a:cubicBezTo>
                    <a:pt x="674684" y="543560"/>
                    <a:pt x="612200" y="495554"/>
                    <a:pt x="603691" y="488950"/>
                  </a:cubicBezTo>
                  <a:cubicBezTo>
                    <a:pt x="590229" y="478536"/>
                    <a:pt x="573084" y="473710"/>
                    <a:pt x="555558" y="473710"/>
                  </a:cubicBezTo>
                  <a:close/>
                  <a:moveTo>
                    <a:pt x="1172398" y="848233"/>
                  </a:moveTo>
                  <a:cubicBezTo>
                    <a:pt x="1107755" y="848233"/>
                    <a:pt x="1090483" y="855980"/>
                    <a:pt x="1072194" y="877697"/>
                  </a:cubicBezTo>
                  <a:cubicBezTo>
                    <a:pt x="1042350" y="913257"/>
                    <a:pt x="1043492" y="956818"/>
                    <a:pt x="1075369" y="988568"/>
                  </a:cubicBezTo>
                  <a:cubicBezTo>
                    <a:pt x="1095181" y="1008380"/>
                    <a:pt x="1098991" y="1009396"/>
                    <a:pt x="1196147" y="1020318"/>
                  </a:cubicBezTo>
                  <a:cubicBezTo>
                    <a:pt x="1230310" y="1024128"/>
                    <a:pt x="1288476" y="1031367"/>
                    <a:pt x="1325433" y="1036193"/>
                  </a:cubicBezTo>
                  <a:cubicBezTo>
                    <a:pt x="1366073" y="1041527"/>
                    <a:pt x="1389949" y="1044321"/>
                    <a:pt x="1406205" y="1044321"/>
                  </a:cubicBezTo>
                  <a:cubicBezTo>
                    <a:pt x="1424493" y="1044321"/>
                    <a:pt x="1433129" y="1040765"/>
                    <a:pt x="1445194" y="1033399"/>
                  </a:cubicBezTo>
                  <a:cubicBezTo>
                    <a:pt x="1508313" y="994918"/>
                    <a:pt x="1502344" y="905637"/>
                    <a:pt x="1434399" y="871855"/>
                  </a:cubicBezTo>
                  <a:cubicBezTo>
                    <a:pt x="1408110" y="858774"/>
                    <a:pt x="1391854" y="856742"/>
                    <a:pt x="1271839" y="851154"/>
                  </a:cubicBezTo>
                  <a:cubicBezTo>
                    <a:pt x="1234120" y="849376"/>
                    <a:pt x="1204402" y="848360"/>
                    <a:pt x="1180653" y="848106"/>
                  </a:cubicBezTo>
                  <a:cubicBezTo>
                    <a:pt x="1177859" y="848106"/>
                    <a:pt x="1175192" y="848106"/>
                    <a:pt x="1172525" y="848106"/>
                  </a:cubicBezTo>
                  <a:close/>
                  <a:moveTo>
                    <a:pt x="1626550" y="1039495"/>
                  </a:moveTo>
                  <a:cubicBezTo>
                    <a:pt x="1609024" y="1039495"/>
                    <a:pt x="1591625" y="1043686"/>
                    <a:pt x="1579052" y="1052322"/>
                  </a:cubicBezTo>
                  <a:cubicBezTo>
                    <a:pt x="1537142" y="1080770"/>
                    <a:pt x="1531173" y="1137666"/>
                    <a:pt x="1565844" y="1177290"/>
                  </a:cubicBezTo>
                  <a:cubicBezTo>
                    <a:pt x="1587180" y="1201801"/>
                    <a:pt x="1652839" y="1307846"/>
                    <a:pt x="1693606" y="1383919"/>
                  </a:cubicBezTo>
                  <a:cubicBezTo>
                    <a:pt x="1726626" y="1445641"/>
                    <a:pt x="1741485" y="1464691"/>
                    <a:pt x="1766631" y="1477772"/>
                  </a:cubicBezTo>
                  <a:cubicBezTo>
                    <a:pt x="1776664" y="1482979"/>
                    <a:pt x="1794952" y="1485900"/>
                    <a:pt x="1811716" y="1485900"/>
                  </a:cubicBezTo>
                  <a:cubicBezTo>
                    <a:pt x="1822638" y="1485900"/>
                    <a:pt x="1832925" y="1484630"/>
                    <a:pt x="1840037" y="1482090"/>
                  </a:cubicBezTo>
                  <a:cubicBezTo>
                    <a:pt x="1854515" y="1476756"/>
                    <a:pt x="1877629" y="1454023"/>
                    <a:pt x="1887281" y="1435481"/>
                  </a:cubicBezTo>
                  <a:cubicBezTo>
                    <a:pt x="1900235" y="1410589"/>
                    <a:pt x="1897822" y="1375537"/>
                    <a:pt x="1880550" y="1338453"/>
                  </a:cubicBezTo>
                  <a:cubicBezTo>
                    <a:pt x="1849181" y="1271016"/>
                    <a:pt x="1717482" y="1084580"/>
                    <a:pt x="1680906" y="1055878"/>
                  </a:cubicBezTo>
                  <a:cubicBezTo>
                    <a:pt x="1667952" y="1045718"/>
                    <a:pt x="1649283" y="1040130"/>
                    <a:pt x="1630487" y="1039495"/>
                  </a:cubicBezTo>
                  <a:cubicBezTo>
                    <a:pt x="1629217" y="1039495"/>
                    <a:pt x="1627947" y="1039368"/>
                    <a:pt x="1626677" y="1039368"/>
                  </a:cubicBezTo>
                  <a:close/>
                  <a:moveTo>
                    <a:pt x="719515" y="127"/>
                  </a:moveTo>
                  <a:lnTo>
                    <a:pt x="730691" y="18923"/>
                  </a:lnTo>
                  <a:cubicBezTo>
                    <a:pt x="753424" y="57531"/>
                    <a:pt x="835085" y="154559"/>
                    <a:pt x="899474" y="219837"/>
                  </a:cubicBezTo>
                  <a:cubicBezTo>
                    <a:pt x="1013647" y="335407"/>
                    <a:pt x="1098229" y="397510"/>
                    <a:pt x="1236406" y="466852"/>
                  </a:cubicBezTo>
                  <a:cubicBezTo>
                    <a:pt x="1340038" y="518922"/>
                    <a:pt x="1421953" y="548132"/>
                    <a:pt x="1559367" y="582041"/>
                  </a:cubicBezTo>
                  <a:cubicBezTo>
                    <a:pt x="1751772" y="629412"/>
                    <a:pt x="1806128" y="657352"/>
                    <a:pt x="1883217" y="748157"/>
                  </a:cubicBezTo>
                  <a:cubicBezTo>
                    <a:pt x="1943669" y="819404"/>
                    <a:pt x="1960433" y="847344"/>
                    <a:pt x="2023425" y="982599"/>
                  </a:cubicBezTo>
                  <a:cubicBezTo>
                    <a:pt x="2084893" y="1114679"/>
                    <a:pt x="2117024" y="1173353"/>
                    <a:pt x="2159315" y="1231646"/>
                  </a:cubicBezTo>
                  <a:cubicBezTo>
                    <a:pt x="2308667" y="1437005"/>
                    <a:pt x="2660076" y="1586230"/>
                    <a:pt x="3096321" y="1629410"/>
                  </a:cubicBezTo>
                  <a:cubicBezTo>
                    <a:pt x="3196525" y="1639316"/>
                    <a:pt x="3510469" y="1654556"/>
                    <a:pt x="3615370" y="1654683"/>
                  </a:cubicBezTo>
                  <a:cubicBezTo>
                    <a:pt x="3821873" y="1654810"/>
                    <a:pt x="3966653" y="1669796"/>
                    <a:pt x="4103305" y="1705229"/>
                  </a:cubicBezTo>
                  <a:cubicBezTo>
                    <a:pt x="4173028" y="1723263"/>
                    <a:pt x="4319205" y="1775206"/>
                    <a:pt x="4330762" y="1786001"/>
                  </a:cubicBezTo>
                  <a:cubicBezTo>
                    <a:pt x="4334064" y="1789049"/>
                    <a:pt x="4338890" y="1791462"/>
                    <a:pt x="4341684" y="1791462"/>
                  </a:cubicBezTo>
                  <a:cubicBezTo>
                    <a:pt x="4344478" y="1791462"/>
                    <a:pt x="4346637" y="1745742"/>
                    <a:pt x="4346637" y="1689735"/>
                  </a:cubicBezTo>
                  <a:lnTo>
                    <a:pt x="4346637" y="1688846"/>
                  </a:lnTo>
                  <a:cubicBezTo>
                    <a:pt x="4346637" y="1598168"/>
                    <a:pt x="4345494" y="1586992"/>
                    <a:pt x="4335715" y="1583055"/>
                  </a:cubicBezTo>
                  <a:cubicBezTo>
                    <a:pt x="4295202" y="1566545"/>
                    <a:pt x="4189157" y="1533144"/>
                    <a:pt x="4128959" y="1518031"/>
                  </a:cubicBezTo>
                  <a:cubicBezTo>
                    <a:pt x="3982528" y="1481328"/>
                    <a:pt x="3875975" y="1470660"/>
                    <a:pt x="3600257" y="1464945"/>
                  </a:cubicBezTo>
                  <a:cubicBezTo>
                    <a:pt x="3224973" y="1457325"/>
                    <a:pt x="3007421" y="1437894"/>
                    <a:pt x="2832161" y="1396365"/>
                  </a:cubicBezTo>
                  <a:cubicBezTo>
                    <a:pt x="2629977" y="1348486"/>
                    <a:pt x="2427793" y="1250696"/>
                    <a:pt x="2345751" y="1160780"/>
                  </a:cubicBezTo>
                  <a:cubicBezTo>
                    <a:pt x="2289109" y="1098804"/>
                    <a:pt x="2280092" y="1082548"/>
                    <a:pt x="2147250" y="804164"/>
                  </a:cubicBezTo>
                  <a:cubicBezTo>
                    <a:pt x="2097847" y="700659"/>
                    <a:pt x="1982912" y="564769"/>
                    <a:pt x="1895282" y="506476"/>
                  </a:cubicBezTo>
                  <a:cubicBezTo>
                    <a:pt x="1825178" y="459867"/>
                    <a:pt x="1751518" y="433578"/>
                    <a:pt x="1572575" y="391795"/>
                  </a:cubicBezTo>
                  <a:cubicBezTo>
                    <a:pt x="1493073" y="373126"/>
                    <a:pt x="1367343" y="324993"/>
                    <a:pt x="1289491" y="283083"/>
                  </a:cubicBezTo>
                  <a:cubicBezTo>
                    <a:pt x="1182430" y="225679"/>
                    <a:pt x="1101658" y="160782"/>
                    <a:pt x="992692" y="44704"/>
                  </a:cubicBezTo>
                  <a:lnTo>
                    <a:pt x="950782" y="127"/>
                  </a:lnTo>
                  <a:close/>
                  <a:moveTo>
                    <a:pt x="2179000" y="1549527"/>
                  </a:moveTo>
                  <a:cubicBezTo>
                    <a:pt x="2178365" y="1549527"/>
                    <a:pt x="2177857" y="1549527"/>
                    <a:pt x="2177222" y="1549527"/>
                  </a:cubicBezTo>
                  <a:cubicBezTo>
                    <a:pt x="2166300" y="1549781"/>
                    <a:pt x="2154870" y="1552702"/>
                    <a:pt x="2142551" y="1557909"/>
                  </a:cubicBezTo>
                  <a:cubicBezTo>
                    <a:pt x="2115500" y="1569212"/>
                    <a:pt x="2096069" y="1600581"/>
                    <a:pt x="2095942" y="1632712"/>
                  </a:cubicBezTo>
                  <a:cubicBezTo>
                    <a:pt x="2095942" y="1659509"/>
                    <a:pt x="2128581" y="1712976"/>
                    <a:pt x="2198558" y="1800860"/>
                  </a:cubicBezTo>
                  <a:cubicBezTo>
                    <a:pt x="2293935" y="1920494"/>
                    <a:pt x="2343465" y="1963928"/>
                    <a:pt x="2393630" y="1963928"/>
                  </a:cubicBezTo>
                  <a:cubicBezTo>
                    <a:pt x="2403536" y="1963928"/>
                    <a:pt x="2413315" y="1962277"/>
                    <a:pt x="2423602" y="1959102"/>
                  </a:cubicBezTo>
                  <a:cubicBezTo>
                    <a:pt x="2450780" y="1950847"/>
                    <a:pt x="2480244" y="1919732"/>
                    <a:pt x="2485070" y="1894332"/>
                  </a:cubicBezTo>
                  <a:cubicBezTo>
                    <a:pt x="2492817" y="1853057"/>
                    <a:pt x="2484308" y="1838960"/>
                    <a:pt x="2400996" y="1755140"/>
                  </a:cubicBezTo>
                  <a:cubicBezTo>
                    <a:pt x="2357181" y="1711071"/>
                    <a:pt x="2303841" y="1652905"/>
                    <a:pt x="2282505" y="1625981"/>
                  </a:cubicBezTo>
                  <a:cubicBezTo>
                    <a:pt x="2240087" y="1572387"/>
                    <a:pt x="2211131" y="1549527"/>
                    <a:pt x="2178873" y="1549527"/>
                  </a:cubicBezTo>
                  <a:close/>
                  <a:moveTo>
                    <a:pt x="2650678" y="1950212"/>
                  </a:moveTo>
                  <a:cubicBezTo>
                    <a:pt x="2620198" y="1950212"/>
                    <a:pt x="2600513" y="1959864"/>
                    <a:pt x="2581590" y="1981581"/>
                  </a:cubicBezTo>
                  <a:cubicBezTo>
                    <a:pt x="2566604" y="1998726"/>
                    <a:pt x="2562413" y="2009267"/>
                    <a:pt x="2562413" y="2029714"/>
                  </a:cubicBezTo>
                  <a:cubicBezTo>
                    <a:pt x="2562413" y="2061083"/>
                    <a:pt x="2579812" y="2092325"/>
                    <a:pt x="2604069" y="2104517"/>
                  </a:cubicBezTo>
                  <a:cubicBezTo>
                    <a:pt x="2627310" y="2116201"/>
                    <a:pt x="2717734" y="2136648"/>
                    <a:pt x="2801808" y="2149348"/>
                  </a:cubicBezTo>
                  <a:cubicBezTo>
                    <a:pt x="2839400" y="2154936"/>
                    <a:pt x="2886009" y="2163572"/>
                    <a:pt x="2905313" y="2168398"/>
                  </a:cubicBezTo>
                  <a:cubicBezTo>
                    <a:pt x="2926903" y="2173859"/>
                    <a:pt x="2944810" y="2176526"/>
                    <a:pt x="2960177" y="2176526"/>
                  </a:cubicBezTo>
                  <a:cubicBezTo>
                    <a:pt x="2975544" y="2176526"/>
                    <a:pt x="2988625" y="2173859"/>
                    <a:pt x="3000817" y="2168398"/>
                  </a:cubicBezTo>
                  <a:cubicBezTo>
                    <a:pt x="3032313" y="2154428"/>
                    <a:pt x="3048950" y="2131187"/>
                    <a:pt x="3052252" y="2096516"/>
                  </a:cubicBezTo>
                  <a:cubicBezTo>
                    <a:pt x="3059872" y="2017141"/>
                    <a:pt x="2990911" y="1981200"/>
                    <a:pt x="2808031" y="1969135"/>
                  </a:cubicBezTo>
                  <a:cubicBezTo>
                    <a:pt x="2773868" y="1966849"/>
                    <a:pt x="2724338" y="1960880"/>
                    <a:pt x="2698049" y="1955673"/>
                  </a:cubicBezTo>
                  <a:cubicBezTo>
                    <a:pt x="2682936" y="1952752"/>
                    <a:pt x="2669855" y="1950974"/>
                    <a:pt x="2658298" y="1950466"/>
                  </a:cubicBezTo>
                  <a:cubicBezTo>
                    <a:pt x="2655758" y="1950339"/>
                    <a:pt x="2653218" y="1950339"/>
                    <a:pt x="2650805" y="1950339"/>
                  </a:cubicBezTo>
                  <a:close/>
                  <a:moveTo>
                    <a:pt x="3590224" y="2001012"/>
                  </a:moveTo>
                  <a:cubicBezTo>
                    <a:pt x="3590098" y="2001012"/>
                    <a:pt x="3589970" y="2001012"/>
                    <a:pt x="3589843" y="2001012"/>
                  </a:cubicBezTo>
                  <a:cubicBezTo>
                    <a:pt x="3547680" y="2001139"/>
                    <a:pt x="3341305" y="2039366"/>
                    <a:pt x="3311332" y="2052574"/>
                  </a:cubicBezTo>
                  <a:cubicBezTo>
                    <a:pt x="3242880" y="2082800"/>
                    <a:pt x="3234117" y="2175891"/>
                    <a:pt x="3296728" y="2209546"/>
                  </a:cubicBezTo>
                  <a:cubicBezTo>
                    <a:pt x="3310062" y="2216658"/>
                    <a:pt x="3325430" y="2220468"/>
                    <a:pt x="3339273" y="2220468"/>
                  </a:cubicBezTo>
                  <a:cubicBezTo>
                    <a:pt x="3349687" y="2220468"/>
                    <a:pt x="3359212" y="2218436"/>
                    <a:pt x="3366450" y="2214118"/>
                  </a:cubicBezTo>
                  <a:cubicBezTo>
                    <a:pt x="3372547" y="2210562"/>
                    <a:pt x="3428173" y="2202307"/>
                    <a:pt x="3490022" y="2195576"/>
                  </a:cubicBezTo>
                  <a:cubicBezTo>
                    <a:pt x="3565332" y="2187448"/>
                    <a:pt x="3611433" y="2179574"/>
                    <a:pt x="3629594" y="2171573"/>
                  </a:cubicBezTo>
                  <a:cubicBezTo>
                    <a:pt x="3717987" y="2132457"/>
                    <a:pt x="3687253" y="2001139"/>
                    <a:pt x="3590098" y="2001139"/>
                  </a:cubicBezTo>
                  <a:close/>
                  <a:moveTo>
                    <a:pt x="283905" y="127"/>
                  </a:moveTo>
                  <a:lnTo>
                    <a:pt x="296351" y="20320"/>
                  </a:lnTo>
                  <a:cubicBezTo>
                    <a:pt x="303209" y="31496"/>
                    <a:pt x="323275" y="65786"/>
                    <a:pt x="340928" y="96520"/>
                  </a:cubicBezTo>
                  <a:cubicBezTo>
                    <a:pt x="389188" y="180467"/>
                    <a:pt x="414842" y="212090"/>
                    <a:pt x="517585" y="314325"/>
                  </a:cubicBezTo>
                  <a:cubicBezTo>
                    <a:pt x="622614" y="418719"/>
                    <a:pt x="678494" y="465201"/>
                    <a:pt x="801176" y="550164"/>
                  </a:cubicBezTo>
                  <a:cubicBezTo>
                    <a:pt x="962720" y="662051"/>
                    <a:pt x="981263" y="669798"/>
                    <a:pt x="1242756" y="734441"/>
                  </a:cubicBezTo>
                  <a:cubicBezTo>
                    <a:pt x="1464625" y="789305"/>
                    <a:pt x="1510980" y="808101"/>
                    <a:pt x="1600642" y="878967"/>
                  </a:cubicBezTo>
                  <a:cubicBezTo>
                    <a:pt x="1697670" y="955675"/>
                    <a:pt x="1752915" y="1033399"/>
                    <a:pt x="1849562" y="1228471"/>
                  </a:cubicBezTo>
                  <a:cubicBezTo>
                    <a:pt x="1928175" y="1387221"/>
                    <a:pt x="2011995" y="1503426"/>
                    <a:pt x="2141408" y="1632966"/>
                  </a:cubicBezTo>
                  <a:cubicBezTo>
                    <a:pt x="2251263" y="1742948"/>
                    <a:pt x="2352609" y="1808353"/>
                    <a:pt x="2482022" y="1852803"/>
                  </a:cubicBezTo>
                  <a:cubicBezTo>
                    <a:pt x="2608514" y="1896237"/>
                    <a:pt x="2721544" y="1913128"/>
                    <a:pt x="2947096" y="1922018"/>
                  </a:cubicBezTo>
                  <a:cubicBezTo>
                    <a:pt x="3120959" y="1928876"/>
                    <a:pt x="3248722" y="1938147"/>
                    <a:pt x="3329620" y="1949831"/>
                  </a:cubicBezTo>
                  <a:cubicBezTo>
                    <a:pt x="3363783" y="1954784"/>
                    <a:pt x="3428173" y="1961642"/>
                    <a:pt x="3472623" y="1965325"/>
                  </a:cubicBezTo>
                  <a:cubicBezTo>
                    <a:pt x="3556697" y="1972056"/>
                    <a:pt x="3690174" y="1991741"/>
                    <a:pt x="3839653" y="2019300"/>
                  </a:cubicBezTo>
                  <a:cubicBezTo>
                    <a:pt x="3992180" y="2047367"/>
                    <a:pt x="4048441" y="2065274"/>
                    <a:pt x="4159693" y="2120519"/>
                  </a:cubicBezTo>
                  <a:cubicBezTo>
                    <a:pt x="4229416" y="2155190"/>
                    <a:pt x="4270183" y="2182495"/>
                    <a:pt x="4317046" y="2225929"/>
                  </a:cubicBezTo>
                  <a:lnTo>
                    <a:pt x="4346637" y="2253361"/>
                  </a:lnTo>
                  <a:lnTo>
                    <a:pt x="4346637" y="2009267"/>
                  </a:lnTo>
                  <a:lnTo>
                    <a:pt x="4320221" y="1992503"/>
                  </a:lnTo>
                  <a:cubicBezTo>
                    <a:pt x="4275771" y="1964309"/>
                    <a:pt x="4147120" y="1905000"/>
                    <a:pt x="4086287" y="1884680"/>
                  </a:cubicBezTo>
                  <a:cubicBezTo>
                    <a:pt x="4025835" y="1864487"/>
                    <a:pt x="3903534" y="1837309"/>
                    <a:pt x="3793044" y="1819783"/>
                  </a:cubicBezTo>
                  <a:cubicBezTo>
                    <a:pt x="3757103" y="1814068"/>
                    <a:pt x="3694111" y="1803908"/>
                    <a:pt x="3653089" y="1797304"/>
                  </a:cubicBezTo>
                  <a:cubicBezTo>
                    <a:pt x="3612069" y="1790700"/>
                    <a:pt x="3543488" y="1782318"/>
                    <a:pt x="3500689" y="1778635"/>
                  </a:cubicBezTo>
                  <a:cubicBezTo>
                    <a:pt x="3457891" y="1774952"/>
                    <a:pt x="3390707" y="1767840"/>
                    <a:pt x="3351464" y="1762633"/>
                  </a:cubicBezTo>
                  <a:cubicBezTo>
                    <a:pt x="3250373" y="1749298"/>
                    <a:pt x="3160075" y="1742694"/>
                    <a:pt x="2981386" y="1735709"/>
                  </a:cubicBezTo>
                  <a:cubicBezTo>
                    <a:pt x="2650551" y="1722755"/>
                    <a:pt x="2526472" y="1692148"/>
                    <a:pt x="2371024" y="1585087"/>
                  </a:cubicBezTo>
                  <a:cubicBezTo>
                    <a:pt x="2312604" y="1544955"/>
                    <a:pt x="2210623" y="1439164"/>
                    <a:pt x="2143186" y="1348994"/>
                  </a:cubicBezTo>
                  <a:cubicBezTo>
                    <a:pt x="2079813" y="1264285"/>
                    <a:pt x="2050730" y="1217041"/>
                    <a:pt x="2017583" y="1144524"/>
                  </a:cubicBezTo>
                  <a:cubicBezTo>
                    <a:pt x="1903791" y="895731"/>
                    <a:pt x="1772600" y="744474"/>
                    <a:pt x="1585021" y="645287"/>
                  </a:cubicBezTo>
                  <a:cubicBezTo>
                    <a:pt x="1523045" y="612521"/>
                    <a:pt x="1487358" y="601091"/>
                    <a:pt x="1319972" y="559943"/>
                  </a:cubicBezTo>
                  <a:cubicBezTo>
                    <a:pt x="1102293" y="506476"/>
                    <a:pt x="1094927" y="504444"/>
                    <a:pt x="1052763" y="485394"/>
                  </a:cubicBezTo>
                  <a:cubicBezTo>
                    <a:pt x="1009202" y="465709"/>
                    <a:pt x="928684" y="413004"/>
                    <a:pt x="826195" y="336931"/>
                  </a:cubicBezTo>
                  <a:cubicBezTo>
                    <a:pt x="746312" y="278003"/>
                    <a:pt x="551113" y="86995"/>
                    <a:pt x="515045" y="32766"/>
                  </a:cubicBezTo>
                  <a:lnTo>
                    <a:pt x="493201" y="127"/>
                  </a:lnTo>
                  <a:lnTo>
                    <a:pt x="388553" y="127"/>
                  </a:lnTo>
                  <a:lnTo>
                    <a:pt x="283905" y="127"/>
                  </a:lnTo>
                  <a:close/>
                  <a:moveTo>
                    <a:pt x="3744403" y="2096897"/>
                  </a:moveTo>
                  <a:cubicBezTo>
                    <a:pt x="3738687" y="2096897"/>
                    <a:pt x="3733100" y="2097024"/>
                    <a:pt x="3727638" y="2097151"/>
                  </a:cubicBezTo>
                  <a:cubicBezTo>
                    <a:pt x="3693603" y="2098421"/>
                    <a:pt x="3664393" y="2103374"/>
                    <a:pt x="3646739" y="2112010"/>
                  </a:cubicBezTo>
                  <a:cubicBezTo>
                    <a:pt x="3598606" y="2135632"/>
                    <a:pt x="3580318" y="2188972"/>
                    <a:pt x="3605973" y="2231136"/>
                  </a:cubicBezTo>
                  <a:cubicBezTo>
                    <a:pt x="3624006" y="2260727"/>
                    <a:pt x="3644454" y="2269109"/>
                    <a:pt x="3701731" y="2269109"/>
                  </a:cubicBezTo>
                  <a:cubicBezTo>
                    <a:pt x="3704270" y="2269109"/>
                    <a:pt x="3706811" y="2269109"/>
                    <a:pt x="3709478" y="2269109"/>
                  </a:cubicBezTo>
                  <a:cubicBezTo>
                    <a:pt x="3711001" y="2269109"/>
                    <a:pt x="3712653" y="2269109"/>
                    <a:pt x="3714176" y="2269109"/>
                  </a:cubicBezTo>
                  <a:cubicBezTo>
                    <a:pt x="3771454" y="2269109"/>
                    <a:pt x="3827587" y="2281682"/>
                    <a:pt x="3918901" y="2314956"/>
                  </a:cubicBezTo>
                  <a:cubicBezTo>
                    <a:pt x="3950143" y="2326386"/>
                    <a:pt x="3969574" y="2331720"/>
                    <a:pt x="3985830" y="2331720"/>
                  </a:cubicBezTo>
                  <a:cubicBezTo>
                    <a:pt x="3998784" y="2331720"/>
                    <a:pt x="4009579" y="2328291"/>
                    <a:pt x="4022787" y="2321687"/>
                  </a:cubicBezTo>
                  <a:cubicBezTo>
                    <a:pt x="4091113" y="2287397"/>
                    <a:pt x="4088319" y="2188210"/>
                    <a:pt x="4018088" y="2153158"/>
                  </a:cubicBezTo>
                  <a:cubicBezTo>
                    <a:pt x="3989767" y="2139061"/>
                    <a:pt x="3914964" y="2119122"/>
                    <a:pt x="3837367" y="2105152"/>
                  </a:cubicBezTo>
                  <a:cubicBezTo>
                    <a:pt x="3806379" y="2099564"/>
                    <a:pt x="3773993" y="2096897"/>
                    <a:pt x="3744275" y="2096897"/>
                  </a:cubicBezTo>
                  <a:close/>
                  <a:moveTo>
                    <a:pt x="4234369" y="2295779"/>
                  </a:moveTo>
                  <a:cubicBezTo>
                    <a:pt x="4229543" y="2295779"/>
                    <a:pt x="4224463" y="2296033"/>
                    <a:pt x="4218494" y="2296541"/>
                  </a:cubicBezTo>
                  <a:cubicBezTo>
                    <a:pt x="4111941" y="2305431"/>
                    <a:pt x="4100511" y="2448941"/>
                    <a:pt x="4204778" y="2468499"/>
                  </a:cubicBezTo>
                  <a:cubicBezTo>
                    <a:pt x="4221923" y="2471674"/>
                    <a:pt x="4256340" y="2488057"/>
                    <a:pt x="4289995" y="2508885"/>
                  </a:cubicBezTo>
                  <a:lnTo>
                    <a:pt x="4346383" y="2543937"/>
                  </a:lnTo>
                  <a:lnTo>
                    <a:pt x="4346383" y="2338197"/>
                  </a:lnTo>
                  <a:lnTo>
                    <a:pt x="4299647" y="2315972"/>
                  </a:lnTo>
                  <a:cubicBezTo>
                    <a:pt x="4269167" y="2301494"/>
                    <a:pt x="4255578" y="2296414"/>
                    <a:pt x="4238052" y="2295906"/>
                  </a:cubicBezTo>
                  <a:cubicBezTo>
                    <a:pt x="4236909" y="2295906"/>
                    <a:pt x="4235639" y="2295906"/>
                    <a:pt x="4234369" y="2295906"/>
                  </a:cubicBezTo>
                  <a:close/>
                </a:path>
              </a:pathLst>
            </a:custGeom>
            <a:solidFill>
              <a:srgbClr val="FD6F96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4364376" y="6149092"/>
            <a:ext cx="3990165" cy="4204449"/>
          </a:xfrm>
          <a:custGeom>
            <a:avLst/>
            <a:gdLst/>
            <a:ahLst/>
            <a:cxnLst/>
            <a:rect r="r" b="b" t="t" l="l"/>
            <a:pathLst>
              <a:path h="4204449" w="3990165">
                <a:moveTo>
                  <a:pt x="0" y="0"/>
                </a:moveTo>
                <a:lnTo>
                  <a:pt x="3990166" y="0"/>
                </a:lnTo>
                <a:lnTo>
                  <a:pt x="3990166" y="4204450"/>
                </a:lnTo>
                <a:lnTo>
                  <a:pt x="0" y="42044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895818" y="0"/>
            <a:ext cx="4854517" cy="10177891"/>
            <a:chOff x="0" y="0"/>
            <a:chExt cx="6472689" cy="135705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72670" cy="13570458"/>
            </a:xfrm>
            <a:custGeom>
              <a:avLst/>
              <a:gdLst/>
              <a:ahLst/>
              <a:cxnLst/>
              <a:rect r="r" b="b" t="t" l="l"/>
              <a:pathLst>
                <a:path h="13570458" w="6472670">
                  <a:moveTo>
                    <a:pt x="0" y="0"/>
                  </a:moveTo>
                  <a:lnTo>
                    <a:pt x="6472670" y="0"/>
                  </a:lnTo>
                  <a:lnTo>
                    <a:pt x="6472670" y="13570458"/>
                  </a:lnTo>
                  <a:lnTo>
                    <a:pt x="0" y="13570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23987" t="-697" r="-51684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750335" y="-179865"/>
            <a:ext cx="4432300" cy="10177891"/>
            <a:chOff x="0" y="0"/>
            <a:chExt cx="5909733" cy="1357052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909733" cy="13570458"/>
            </a:xfrm>
            <a:custGeom>
              <a:avLst/>
              <a:gdLst/>
              <a:ahLst/>
              <a:cxnLst/>
              <a:rect r="r" b="b" t="t" l="l"/>
              <a:pathLst>
                <a:path h="13570458" w="5909733">
                  <a:moveTo>
                    <a:pt x="0" y="0"/>
                  </a:moveTo>
                  <a:lnTo>
                    <a:pt x="5909733" y="0"/>
                  </a:lnTo>
                  <a:lnTo>
                    <a:pt x="5909733" y="13570458"/>
                  </a:lnTo>
                  <a:lnTo>
                    <a:pt x="0" y="13570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9979" t="-697" r="-95763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516010" y="-66551"/>
            <a:ext cx="5176824" cy="9818160"/>
            <a:chOff x="0" y="0"/>
            <a:chExt cx="6902432" cy="130908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02496" cy="13090906"/>
            </a:xfrm>
            <a:custGeom>
              <a:avLst/>
              <a:gdLst/>
              <a:ahLst/>
              <a:cxnLst/>
              <a:rect r="r" b="b" t="t" l="l"/>
              <a:pathLst>
                <a:path h="13090906" w="6902496">
                  <a:moveTo>
                    <a:pt x="0" y="0"/>
                  </a:moveTo>
                  <a:lnTo>
                    <a:pt x="6902496" y="0"/>
                  </a:lnTo>
                  <a:lnTo>
                    <a:pt x="6902496" y="13090906"/>
                  </a:lnTo>
                  <a:lnTo>
                    <a:pt x="0" y="13090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53068" t="0" r="-6043" b="-11861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-63503" y="6472933"/>
            <a:ext cx="3918642" cy="3877561"/>
            <a:chOff x="0" y="0"/>
            <a:chExt cx="3918649" cy="38775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0" y="63500"/>
              <a:ext cx="3791588" cy="3750564"/>
            </a:xfrm>
            <a:custGeom>
              <a:avLst/>
              <a:gdLst/>
              <a:ahLst/>
              <a:cxnLst/>
              <a:rect r="r" b="b" t="t" l="l"/>
              <a:pathLst>
                <a:path h="3750564" w="3791588">
                  <a:moveTo>
                    <a:pt x="0" y="0"/>
                  </a:moveTo>
                  <a:lnTo>
                    <a:pt x="0" y="3750564"/>
                  </a:lnTo>
                  <a:lnTo>
                    <a:pt x="3791588" y="3750564"/>
                  </a:lnTo>
                  <a:lnTo>
                    <a:pt x="379158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00" y="771271"/>
              <a:ext cx="2621917" cy="3042793"/>
            </a:xfrm>
            <a:custGeom>
              <a:avLst/>
              <a:gdLst/>
              <a:ahLst/>
              <a:cxnLst/>
              <a:rect r="r" b="b" t="t" l="l"/>
              <a:pathLst>
                <a:path h="3042793" w="2621917">
                  <a:moveTo>
                    <a:pt x="0" y="0"/>
                  </a:moveTo>
                  <a:lnTo>
                    <a:pt x="0" y="3042793"/>
                  </a:lnTo>
                  <a:lnTo>
                    <a:pt x="2621917" y="3042793"/>
                  </a:lnTo>
                  <a:lnTo>
                    <a:pt x="262191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467359" y="1801368"/>
              <a:ext cx="1060832" cy="920115"/>
            </a:xfrm>
            <a:custGeom>
              <a:avLst/>
              <a:gdLst/>
              <a:ahLst/>
              <a:cxnLst/>
              <a:rect r="r" b="b" t="t" l="l"/>
              <a:pathLst>
                <a:path h="920115" w="1060832">
                  <a:moveTo>
                    <a:pt x="0" y="920115"/>
                  </a:moveTo>
                  <a:lnTo>
                    <a:pt x="1060832" y="920115"/>
                  </a:lnTo>
                  <a:lnTo>
                    <a:pt x="10608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-63503" y="-63503"/>
            <a:ext cx="6478133" cy="3558464"/>
            <a:chOff x="0" y="0"/>
            <a:chExt cx="6478143" cy="35584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63500" y="63500"/>
              <a:ext cx="3449324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49324">
                  <a:moveTo>
                    <a:pt x="0" y="0"/>
                  </a:moveTo>
                  <a:lnTo>
                    <a:pt x="0" y="3431410"/>
                  </a:lnTo>
                  <a:lnTo>
                    <a:pt x="3449324" y="3431410"/>
                  </a:lnTo>
                  <a:lnTo>
                    <a:pt x="344932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500" y="63500"/>
              <a:ext cx="3868551" cy="2852418"/>
            </a:xfrm>
            <a:custGeom>
              <a:avLst/>
              <a:gdLst/>
              <a:ahLst/>
              <a:cxnLst/>
              <a:rect r="r" b="b" t="t" l="l"/>
              <a:pathLst>
                <a:path h="2852418" w="3868551">
                  <a:moveTo>
                    <a:pt x="0" y="0"/>
                  </a:moveTo>
                  <a:lnTo>
                    <a:pt x="0" y="2852418"/>
                  </a:lnTo>
                  <a:lnTo>
                    <a:pt x="3868551" y="2852418"/>
                  </a:lnTo>
                  <a:lnTo>
                    <a:pt x="386855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2741933" y="63500"/>
              <a:ext cx="3672717" cy="1267713"/>
            </a:xfrm>
            <a:custGeom>
              <a:avLst/>
              <a:gdLst/>
              <a:ahLst/>
              <a:cxnLst/>
              <a:rect r="r" b="b" t="t" l="l"/>
              <a:pathLst>
                <a:path h="1267713" w="3672717">
                  <a:moveTo>
                    <a:pt x="0" y="0"/>
                  </a:moveTo>
                  <a:lnTo>
                    <a:pt x="0" y="1267713"/>
                  </a:lnTo>
                  <a:lnTo>
                    <a:pt x="3672716" y="1267713"/>
                  </a:lnTo>
                  <a:lnTo>
                    <a:pt x="367271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355870" y="6149092"/>
            <a:ext cx="3995623" cy="4201401"/>
            <a:chOff x="0" y="0"/>
            <a:chExt cx="3995623" cy="420140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2476244" y="63500"/>
              <a:ext cx="1455927" cy="2358134"/>
            </a:xfrm>
            <a:custGeom>
              <a:avLst/>
              <a:gdLst/>
              <a:ahLst/>
              <a:cxnLst/>
              <a:rect r="r" b="b" t="t" l="l"/>
              <a:pathLst>
                <a:path h="2358134" w="1455927">
                  <a:moveTo>
                    <a:pt x="0" y="0"/>
                  </a:moveTo>
                  <a:lnTo>
                    <a:pt x="0" y="2358134"/>
                  </a:lnTo>
                  <a:lnTo>
                    <a:pt x="1455927" y="2358134"/>
                  </a:lnTo>
                  <a:lnTo>
                    <a:pt x="145592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63500" y="276352"/>
              <a:ext cx="3868671" cy="3861559"/>
            </a:xfrm>
            <a:custGeom>
              <a:avLst/>
              <a:gdLst/>
              <a:ahLst/>
              <a:cxnLst/>
              <a:rect r="r" b="b" t="t" l="l"/>
              <a:pathLst>
                <a:path h="3861559" w="3868671">
                  <a:moveTo>
                    <a:pt x="0" y="0"/>
                  </a:moveTo>
                  <a:lnTo>
                    <a:pt x="0" y="3861559"/>
                  </a:lnTo>
                  <a:lnTo>
                    <a:pt x="3868671" y="3861559"/>
                  </a:lnTo>
                  <a:lnTo>
                    <a:pt x="386867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974597" y="2798697"/>
              <a:ext cx="2477387" cy="1234566"/>
            </a:xfrm>
            <a:custGeom>
              <a:avLst/>
              <a:gdLst/>
              <a:ahLst/>
              <a:cxnLst/>
              <a:rect r="r" b="b" t="t" l="l"/>
              <a:pathLst>
                <a:path h="1234566" w="2477387">
                  <a:moveTo>
                    <a:pt x="0" y="1234566"/>
                  </a:moveTo>
                  <a:lnTo>
                    <a:pt x="2477388" y="1234566"/>
                  </a:lnTo>
                  <a:lnTo>
                    <a:pt x="24773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000500"/>
            <a:ext cx="18288000" cy="18288000"/>
            <a:chOff x="0" y="0"/>
            <a:chExt cx="24384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6551" y="6472933"/>
            <a:ext cx="3921690" cy="3880609"/>
          </a:xfrm>
          <a:custGeom>
            <a:avLst/>
            <a:gdLst/>
            <a:ahLst/>
            <a:cxnLst/>
            <a:rect r="r" b="b" t="t" l="l"/>
            <a:pathLst>
              <a:path h="3880609" w="3921690">
                <a:moveTo>
                  <a:pt x="0" y="0"/>
                </a:moveTo>
                <a:lnTo>
                  <a:pt x="3921690" y="0"/>
                </a:lnTo>
                <a:lnTo>
                  <a:pt x="3921690" y="3880609"/>
                </a:lnTo>
                <a:lnTo>
                  <a:pt x="0" y="38806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3503" y="-66551"/>
            <a:ext cx="6478133" cy="3561512"/>
          </a:xfrm>
          <a:custGeom>
            <a:avLst/>
            <a:gdLst/>
            <a:ahLst/>
            <a:cxnLst/>
            <a:rect r="r" b="b" t="t" l="l"/>
            <a:pathLst>
              <a:path h="3561512" w="6478133">
                <a:moveTo>
                  <a:pt x="0" y="0"/>
                </a:moveTo>
                <a:lnTo>
                  <a:pt x="6478133" y="0"/>
                </a:lnTo>
                <a:lnTo>
                  <a:pt x="6478133" y="3561512"/>
                </a:lnTo>
                <a:lnTo>
                  <a:pt x="0" y="3561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863237" y="-63503"/>
            <a:ext cx="4488256" cy="3558464"/>
            <a:chOff x="0" y="0"/>
            <a:chExt cx="4488256" cy="3558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94616" y="63500"/>
              <a:ext cx="3429045" cy="3428997"/>
            </a:xfrm>
            <a:custGeom>
              <a:avLst/>
              <a:gdLst/>
              <a:ahLst/>
              <a:cxnLst/>
              <a:rect r="r" b="b" t="t" l="l"/>
              <a:pathLst>
                <a:path h="3428997" w="3429045">
                  <a:moveTo>
                    <a:pt x="47" y="0"/>
                  </a:moveTo>
                  <a:lnTo>
                    <a:pt x="3429045" y="0"/>
                  </a:lnTo>
                  <a:lnTo>
                    <a:pt x="3429045" y="3428997"/>
                  </a:lnTo>
                  <a:cubicBezTo>
                    <a:pt x="3429045" y="3428997"/>
                    <a:pt x="2451781" y="3302124"/>
                    <a:pt x="2540935" y="2678047"/>
                  </a:cubicBezTo>
                  <a:cubicBezTo>
                    <a:pt x="2541570" y="2671824"/>
                    <a:pt x="2542967" y="2664966"/>
                    <a:pt x="2543728" y="2658870"/>
                  </a:cubicBezTo>
                  <a:cubicBezTo>
                    <a:pt x="2569764" y="2453130"/>
                    <a:pt x="2520361" y="2252851"/>
                    <a:pt x="2416221" y="2086862"/>
                  </a:cubicBezTo>
                  <a:cubicBezTo>
                    <a:pt x="2238548" y="1805050"/>
                    <a:pt x="2303064" y="1433321"/>
                    <a:pt x="2559603" y="1220723"/>
                  </a:cubicBezTo>
                  <a:lnTo>
                    <a:pt x="2847004" y="982090"/>
                  </a:lnTo>
                  <a:cubicBezTo>
                    <a:pt x="2934761" y="908684"/>
                    <a:pt x="2955335" y="783843"/>
                    <a:pt x="2898439" y="684402"/>
                  </a:cubicBezTo>
                  <a:cubicBezTo>
                    <a:pt x="2897804" y="683767"/>
                    <a:pt x="2897804" y="683005"/>
                    <a:pt x="2897042" y="682370"/>
                  </a:cubicBezTo>
                  <a:cubicBezTo>
                    <a:pt x="2675554" y="289433"/>
                    <a:pt x="2005503" y="572643"/>
                    <a:pt x="2005503" y="572643"/>
                  </a:cubicBezTo>
                  <a:cubicBezTo>
                    <a:pt x="2005503" y="572643"/>
                    <a:pt x="850439" y="1042415"/>
                    <a:pt x="216074" y="277749"/>
                  </a:cubicBezTo>
                  <a:cubicBezTo>
                    <a:pt x="-8843" y="6223"/>
                    <a:pt x="47" y="0"/>
                    <a:pt x="47" y="0"/>
                  </a:cubicBezTo>
                  <a:close/>
                </a:path>
              </a:pathLst>
            </a:custGeom>
            <a:solidFill>
              <a:srgbClr val="FFB4C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8256" y="70574"/>
              <a:ext cx="4346421" cy="2544100"/>
            </a:xfrm>
            <a:custGeom>
              <a:avLst/>
              <a:gdLst/>
              <a:ahLst/>
              <a:cxnLst/>
              <a:rect r="r" b="b" t="t" l="l"/>
              <a:pathLst>
                <a:path h="2544100" w="4346421">
                  <a:moveTo>
                    <a:pt x="283948" y="165"/>
                  </a:moveTo>
                  <a:lnTo>
                    <a:pt x="388596" y="165"/>
                  </a:lnTo>
                  <a:lnTo>
                    <a:pt x="493244" y="165"/>
                  </a:lnTo>
                  <a:lnTo>
                    <a:pt x="514961" y="32804"/>
                  </a:lnTo>
                  <a:cubicBezTo>
                    <a:pt x="551156" y="87033"/>
                    <a:pt x="746354" y="278041"/>
                    <a:pt x="825983" y="337096"/>
                  </a:cubicBezTo>
                  <a:cubicBezTo>
                    <a:pt x="928472" y="413042"/>
                    <a:pt x="1008990" y="465874"/>
                    <a:pt x="1052551" y="485559"/>
                  </a:cubicBezTo>
                  <a:cubicBezTo>
                    <a:pt x="1094715" y="504609"/>
                    <a:pt x="1102081" y="506641"/>
                    <a:pt x="1319759" y="560108"/>
                  </a:cubicBezTo>
                  <a:cubicBezTo>
                    <a:pt x="1487018" y="601255"/>
                    <a:pt x="1522832" y="612685"/>
                    <a:pt x="1584808" y="645451"/>
                  </a:cubicBezTo>
                  <a:cubicBezTo>
                    <a:pt x="1772387" y="744638"/>
                    <a:pt x="1903451" y="895895"/>
                    <a:pt x="2017370" y="1144688"/>
                  </a:cubicBezTo>
                  <a:cubicBezTo>
                    <a:pt x="2050517" y="1217205"/>
                    <a:pt x="2079599" y="1264449"/>
                    <a:pt x="2142973" y="1349158"/>
                  </a:cubicBezTo>
                  <a:cubicBezTo>
                    <a:pt x="2210410" y="1439328"/>
                    <a:pt x="2312517" y="1544992"/>
                    <a:pt x="2370810" y="1585251"/>
                  </a:cubicBezTo>
                  <a:cubicBezTo>
                    <a:pt x="2526258" y="1692312"/>
                    <a:pt x="2650337" y="1722919"/>
                    <a:pt x="2981172" y="1735873"/>
                  </a:cubicBezTo>
                  <a:cubicBezTo>
                    <a:pt x="3159861" y="1742858"/>
                    <a:pt x="3250158" y="1749462"/>
                    <a:pt x="3351250" y="1762797"/>
                  </a:cubicBezTo>
                  <a:cubicBezTo>
                    <a:pt x="3390620" y="1768004"/>
                    <a:pt x="3457803" y="1775243"/>
                    <a:pt x="3500474" y="1778799"/>
                  </a:cubicBezTo>
                  <a:cubicBezTo>
                    <a:pt x="3543146" y="1782355"/>
                    <a:pt x="3611853" y="1790737"/>
                    <a:pt x="3652874" y="1797468"/>
                  </a:cubicBezTo>
                  <a:cubicBezTo>
                    <a:pt x="3693896" y="1804199"/>
                    <a:pt x="3756887" y="1814232"/>
                    <a:pt x="3792828" y="1819947"/>
                  </a:cubicBezTo>
                  <a:cubicBezTo>
                    <a:pt x="3903191" y="1837473"/>
                    <a:pt x="4025619" y="1864651"/>
                    <a:pt x="4086071" y="1884843"/>
                  </a:cubicBezTo>
                  <a:cubicBezTo>
                    <a:pt x="4146904" y="1905290"/>
                    <a:pt x="4275555" y="1964473"/>
                    <a:pt x="4320005" y="1992667"/>
                  </a:cubicBezTo>
                  <a:lnTo>
                    <a:pt x="4346421" y="2009430"/>
                  </a:lnTo>
                  <a:lnTo>
                    <a:pt x="4346421" y="2131477"/>
                  </a:lnTo>
                  <a:lnTo>
                    <a:pt x="4346421" y="2253524"/>
                  </a:lnTo>
                  <a:lnTo>
                    <a:pt x="4316830" y="2226092"/>
                  </a:lnTo>
                  <a:cubicBezTo>
                    <a:pt x="4269967" y="2182658"/>
                    <a:pt x="4229200" y="2155353"/>
                    <a:pt x="4159477" y="2120682"/>
                  </a:cubicBezTo>
                  <a:cubicBezTo>
                    <a:pt x="4048352" y="2065437"/>
                    <a:pt x="3991965" y="2047530"/>
                    <a:pt x="3839437" y="2019464"/>
                  </a:cubicBezTo>
                  <a:cubicBezTo>
                    <a:pt x="3689958" y="1991904"/>
                    <a:pt x="3556481" y="1972220"/>
                    <a:pt x="3472408" y="1965489"/>
                  </a:cubicBezTo>
                  <a:cubicBezTo>
                    <a:pt x="3427958" y="1961932"/>
                    <a:pt x="3363569" y="1954948"/>
                    <a:pt x="3329406" y="1949995"/>
                  </a:cubicBezTo>
                  <a:cubicBezTo>
                    <a:pt x="3248507" y="1938310"/>
                    <a:pt x="3120745" y="1929039"/>
                    <a:pt x="2946882" y="1922181"/>
                  </a:cubicBezTo>
                  <a:cubicBezTo>
                    <a:pt x="2721330" y="1913292"/>
                    <a:pt x="2608427" y="1896401"/>
                    <a:pt x="2481808" y="1852967"/>
                  </a:cubicBezTo>
                  <a:cubicBezTo>
                    <a:pt x="2352395" y="1808517"/>
                    <a:pt x="2251049" y="1743112"/>
                    <a:pt x="2141195" y="1633130"/>
                  </a:cubicBezTo>
                  <a:cubicBezTo>
                    <a:pt x="2011782" y="1503463"/>
                    <a:pt x="1927962" y="1387385"/>
                    <a:pt x="1849349" y="1228635"/>
                  </a:cubicBezTo>
                  <a:cubicBezTo>
                    <a:pt x="1752702" y="1033563"/>
                    <a:pt x="1697457" y="955966"/>
                    <a:pt x="1600429" y="879131"/>
                  </a:cubicBezTo>
                  <a:cubicBezTo>
                    <a:pt x="1510767" y="808138"/>
                    <a:pt x="1464412" y="789469"/>
                    <a:pt x="1242543" y="734605"/>
                  </a:cubicBezTo>
                  <a:cubicBezTo>
                    <a:pt x="981050" y="669962"/>
                    <a:pt x="962381" y="662088"/>
                    <a:pt x="800964" y="550329"/>
                  </a:cubicBezTo>
                  <a:cubicBezTo>
                    <a:pt x="678283" y="465366"/>
                    <a:pt x="622276" y="418884"/>
                    <a:pt x="517374" y="314490"/>
                  </a:cubicBezTo>
                  <a:cubicBezTo>
                    <a:pt x="414758" y="212128"/>
                    <a:pt x="389104" y="180505"/>
                    <a:pt x="340844" y="96558"/>
                  </a:cubicBezTo>
                  <a:cubicBezTo>
                    <a:pt x="323191" y="65824"/>
                    <a:pt x="303125" y="31534"/>
                    <a:pt x="296267" y="20358"/>
                  </a:cubicBezTo>
                  <a:lnTo>
                    <a:pt x="283821" y="165"/>
                  </a:lnTo>
                  <a:close/>
                  <a:moveTo>
                    <a:pt x="950570" y="165"/>
                  </a:moveTo>
                  <a:lnTo>
                    <a:pt x="992480" y="44742"/>
                  </a:lnTo>
                  <a:cubicBezTo>
                    <a:pt x="1101319" y="160820"/>
                    <a:pt x="1182218" y="225717"/>
                    <a:pt x="1289279" y="283121"/>
                  </a:cubicBezTo>
                  <a:cubicBezTo>
                    <a:pt x="1367257" y="324904"/>
                    <a:pt x="1492987" y="373164"/>
                    <a:pt x="1572362" y="391833"/>
                  </a:cubicBezTo>
                  <a:cubicBezTo>
                    <a:pt x="1751305" y="433743"/>
                    <a:pt x="1824965" y="459905"/>
                    <a:pt x="1895069" y="506514"/>
                  </a:cubicBezTo>
                  <a:cubicBezTo>
                    <a:pt x="1982572" y="564807"/>
                    <a:pt x="2097633" y="700696"/>
                    <a:pt x="2147036" y="804201"/>
                  </a:cubicBezTo>
                  <a:cubicBezTo>
                    <a:pt x="2279878" y="1082712"/>
                    <a:pt x="2288895" y="1098841"/>
                    <a:pt x="2345537" y="1160817"/>
                  </a:cubicBezTo>
                  <a:cubicBezTo>
                    <a:pt x="2427706" y="1250733"/>
                    <a:pt x="2629763" y="1348523"/>
                    <a:pt x="2831947" y="1396402"/>
                  </a:cubicBezTo>
                  <a:cubicBezTo>
                    <a:pt x="3007207" y="1437931"/>
                    <a:pt x="3224885" y="1457362"/>
                    <a:pt x="3600042" y="1464982"/>
                  </a:cubicBezTo>
                  <a:cubicBezTo>
                    <a:pt x="3875759" y="1470570"/>
                    <a:pt x="3982312" y="1481238"/>
                    <a:pt x="4128743" y="1518068"/>
                  </a:cubicBezTo>
                  <a:cubicBezTo>
                    <a:pt x="4188941" y="1533181"/>
                    <a:pt x="4294986" y="1566455"/>
                    <a:pt x="4335499" y="1583092"/>
                  </a:cubicBezTo>
                  <a:cubicBezTo>
                    <a:pt x="4345278" y="1587029"/>
                    <a:pt x="4346421" y="1598205"/>
                    <a:pt x="4346421" y="1689518"/>
                  </a:cubicBezTo>
                  <a:cubicBezTo>
                    <a:pt x="4346421" y="1745652"/>
                    <a:pt x="4344135" y="1791499"/>
                    <a:pt x="4341468" y="1791499"/>
                  </a:cubicBezTo>
                  <a:cubicBezTo>
                    <a:pt x="4338801" y="1791499"/>
                    <a:pt x="4333848" y="1788959"/>
                    <a:pt x="4330546" y="1786038"/>
                  </a:cubicBezTo>
                  <a:cubicBezTo>
                    <a:pt x="4318989" y="1775243"/>
                    <a:pt x="4172812" y="1723300"/>
                    <a:pt x="4103089" y="1705266"/>
                  </a:cubicBezTo>
                  <a:cubicBezTo>
                    <a:pt x="3966564" y="1669833"/>
                    <a:pt x="3821658" y="1654847"/>
                    <a:pt x="3615155" y="1654720"/>
                  </a:cubicBezTo>
                  <a:cubicBezTo>
                    <a:pt x="3510253" y="1654720"/>
                    <a:pt x="3196310" y="1639353"/>
                    <a:pt x="3096107" y="1629447"/>
                  </a:cubicBezTo>
                  <a:cubicBezTo>
                    <a:pt x="2659862" y="1586267"/>
                    <a:pt x="2308453" y="1437042"/>
                    <a:pt x="2159102" y="1231683"/>
                  </a:cubicBezTo>
                  <a:cubicBezTo>
                    <a:pt x="2116683" y="1173390"/>
                    <a:pt x="2084680" y="1114716"/>
                    <a:pt x="2023211" y="982636"/>
                  </a:cubicBezTo>
                  <a:cubicBezTo>
                    <a:pt x="1960220" y="847381"/>
                    <a:pt x="1943456" y="819441"/>
                    <a:pt x="1883004" y="748194"/>
                  </a:cubicBezTo>
                  <a:cubicBezTo>
                    <a:pt x="1805915" y="657389"/>
                    <a:pt x="1751559" y="629449"/>
                    <a:pt x="1559154" y="582079"/>
                  </a:cubicBezTo>
                  <a:cubicBezTo>
                    <a:pt x="1421867" y="548170"/>
                    <a:pt x="1339825" y="518960"/>
                    <a:pt x="1236193" y="466890"/>
                  </a:cubicBezTo>
                  <a:cubicBezTo>
                    <a:pt x="1098144" y="397548"/>
                    <a:pt x="1013435" y="335445"/>
                    <a:pt x="899262" y="219875"/>
                  </a:cubicBezTo>
                  <a:cubicBezTo>
                    <a:pt x="834873" y="154724"/>
                    <a:pt x="753213" y="57569"/>
                    <a:pt x="730479" y="18961"/>
                  </a:cubicBezTo>
                  <a:lnTo>
                    <a:pt x="719304" y="165"/>
                  </a:lnTo>
                  <a:lnTo>
                    <a:pt x="834873" y="165"/>
                  </a:lnTo>
                  <a:lnTo>
                    <a:pt x="950443" y="165"/>
                  </a:lnTo>
                  <a:close/>
                  <a:moveTo>
                    <a:pt x="177014" y="165"/>
                  </a:moveTo>
                  <a:lnTo>
                    <a:pt x="184761" y="26581"/>
                  </a:lnTo>
                  <a:cubicBezTo>
                    <a:pt x="199874" y="77508"/>
                    <a:pt x="235688" y="134404"/>
                    <a:pt x="291568" y="196126"/>
                  </a:cubicBezTo>
                  <a:cubicBezTo>
                    <a:pt x="349226" y="259753"/>
                    <a:pt x="371324" y="295313"/>
                    <a:pt x="371578" y="324777"/>
                  </a:cubicBezTo>
                  <a:cubicBezTo>
                    <a:pt x="371832" y="361480"/>
                    <a:pt x="347194" y="399072"/>
                    <a:pt x="312650" y="414312"/>
                  </a:cubicBezTo>
                  <a:cubicBezTo>
                    <a:pt x="269343" y="433616"/>
                    <a:pt x="241149" y="421932"/>
                    <a:pt x="187301" y="362115"/>
                  </a:cubicBezTo>
                  <a:cubicBezTo>
                    <a:pt x="69572" y="231432"/>
                    <a:pt x="43664" y="189141"/>
                    <a:pt x="14708" y="80937"/>
                  </a:cubicBezTo>
                  <a:cubicBezTo>
                    <a:pt x="-9041" y="-7455"/>
                    <a:pt x="-15899" y="165"/>
                    <a:pt x="87987" y="165"/>
                  </a:cubicBezTo>
                  <a:lnTo>
                    <a:pt x="177141" y="165"/>
                  </a:lnTo>
                  <a:close/>
                  <a:moveTo>
                    <a:pt x="552934" y="473748"/>
                  </a:moveTo>
                  <a:cubicBezTo>
                    <a:pt x="571349" y="473240"/>
                    <a:pt x="589637" y="478066"/>
                    <a:pt x="603734" y="488988"/>
                  </a:cubicBezTo>
                  <a:cubicBezTo>
                    <a:pt x="612116" y="495465"/>
                    <a:pt x="674726" y="543598"/>
                    <a:pt x="742798" y="595795"/>
                  </a:cubicBezTo>
                  <a:cubicBezTo>
                    <a:pt x="917550" y="729906"/>
                    <a:pt x="911835" y="724699"/>
                    <a:pt x="919709" y="753909"/>
                  </a:cubicBezTo>
                  <a:cubicBezTo>
                    <a:pt x="925297" y="774737"/>
                    <a:pt x="924789" y="784389"/>
                    <a:pt x="916534" y="805852"/>
                  </a:cubicBezTo>
                  <a:cubicBezTo>
                    <a:pt x="904596" y="837221"/>
                    <a:pt x="891007" y="850556"/>
                    <a:pt x="859130" y="862240"/>
                  </a:cubicBezTo>
                  <a:cubicBezTo>
                    <a:pt x="802615" y="882941"/>
                    <a:pt x="773278" y="865923"/>
                    <a:pt x="605893" y="715936"/>
                  </a:cubicBezTo>
                  <a:cubicBezTo>
                    <a:pt x="561824" y="676439"/>
                    <a:pt x="516231" y="636053"/>
                    <a:pt x="504674" y="626401"/>
                  </a:cubicBezTo>
                  <a:cubicBezTo>
                    <a:pt x="465304" y="593254"/>
                    <a:pt x="455652" y="556043"/>
                    <a:pt x="476607" y="516928"/>
                  </a:cubicBezTo>
                  <a:cubicBezTo>
                    <a:pt x="490831" y="490385"/>
                    <a:pt x="522200" y="474764"/>
                    <a:pt x="552934" y="473875"/>
                  </a:cubicBezTo>
                  <a:close/>
                  <a:moveTo>
                    <a:pt x="1180567" y="848270"/>
                  </a:moveTo>
                  <a:cubicBezTo>
                    <a:pt x="1204316" y="848524"/>
                    <a:pt x="1234034" y="849540"/>
                    <a:pt x="1271753" y="851318"/>
                  </a:cubicBezTo>
                  <a:cubicBezTo>
                    <a:pt x="1391768" y="856779"/>
                    <a:pt x="1408024" y="858938"/>
                    <a:pt x="1434313" y="872019"/>
                  </a:cubicBezTo>
                  <a:cubicBezTo>
                    <a:pt x="1502258" y="905801"/>
                    <a:pt x="1508354" y="995082"/>
                    <a:pt x="1445108" y="1033563"/>
                  </a:cubicBezTo>
                  <a:cubicBezTo>
                    <a:pt x="1422375" y="1047406"/>
                    <a:pt x="1411707" y="1047660"/>
                    <a:pt x="1325347" y="1036357"/>
                  </a:cubicBezTo>
                  <a:cubicBezTo>
                    <a:pt x="1288390" y="1031531"/>
                    <a:pt x="1230224" y="1024419"/>
                    <a:pt x="1196061" y="1020482"/>
                  </a:cubicBezTo>
                  <a:cubicBezTo>
                    <a:pt x="1098906" y="1009560"/>
                    <a:pt x="1095096" y="1008544"/>
                    <a:pt x="1075284" y="988732"/>
                  </a:cubicBezTo>
                  <a:cubicBezTo>
                    <a:pt x="1043534" y="956982"/>
                    <a:pt x="1042264" y="913421"/>
                    <a:pt x="1072109" y="877861"/>
                  </a:cubicBezTo>
                  <a:cubicBezTo>
                    <a:pt x="1091159" y="855128"/>
                    <a:pt x="1109066" y="847762"/>
                    <a:pt x="1180440" y="848397"/>
                  </a:cubicBezTo>
                  <a:close/>
                  <a:moveTo>
                    <a:pt x="1630147" y="1039786"/>
                  </a:moveTo>
                  <a:cubicBezTo>
                    <a:pt x="1648943" y="1040421"/>
                    <a:pt x="1667612" y="1046009"/>
                    <a:pt x="1680566" y="1056169"/>
                  </a:cubicBezTo>
                  <a:cubicBezTo>
                    <a:pt x="1717015" y="1084871"/>
                    <a:pt x="1848841" y="1271434"/>
                    <a:pt x="1880210" y="1338744"/>
                  </a:cubicBezTo>
                  <a:cubicBezTo>
                    <a:pt x="1897482" y="1375828"/>
                    <a:pt x="1899895" y="1410880"/>
                    <a:pt x="1886941" y="1435772"/>
                  </a:cubicBezTo>
                  <a:cubicBezTo>
                    <a:pt x="1877289" y="1454314"/>
                    <a:pt x="1854175" y="1477047"/>
                    <a:pt x="1839697" y="1482381"/>
                  </a:cubicBezTo>
                  <a:cubicBezTo>
                    <a:pt x="1821663" y="1488985"/>
                    <a:pt x="1782928" y="1486699"/>
                    <a:pt x="1766291" y="1478063"/>
                  </a:cubicBezTo>
                  <a:cubicBezTo>
                    <a:pt x="1741145" y="1464982"/>
                    <a:pt x="1726286" y="1445932"/>
                    <a:pt x="1693266" y="1384210"/>
                  </a:cubicBezTo>
                  <a:cubicBezTo>
                    <a:pt x="1652499" y="1308137"/>
                    <a:pt x="1586967" y="1201965"/>
                    <a:pt x="1565504" y="1177581"/>
                  </a:cubicBezTo>
                  <a:cubicBezTo>
                    <a:pt x="1530833" y="1137957"/>
                    <a:pt x="1536802" y="1081061"/>
                    <a:pt x="1578712" y="1052613"/>
                  </a:cubicBezTo>
                  <a:cubicBezTo>
                    <a:pt x="1592301" y="1043342"/>
                    <a:pt x="1611351" y="1039151"/>
                    <a:pt x="1630147" y="1039913"/>
                  </a:cubicBezTo>
                  <a:close/>
                  <a:moveTo>
                    <a:pt x="1945869" y="1549818"/>
                  </a:moveTo>
                  <a:cubicBezTo>
                    <a:pt x="1978762" y="1548929"/>
                    <a:pt x="2007972" y="1571662"/>
                    <a:pt x="2051151" y="1626272"/>
                  </a:cubicBezTo>
                  <a:cubicBezTo>
                    <a:pt x="2072488" y="1653196"/>
                    <a:pt x="2125827" y="1711362"/>
                    <a:pt x="2169642" y="1755431"/>
                  </a:cubicBezTo>
                  <a:cubicBezTo>
                    <a:pt x="2252954" y="1839378"/>
                    <a:pt x="2261463" y="1853348"/>
                    <a:pt x="2253716" y="1894623"/>
                  </a:cubicBezTo>
                  <a:cubicBezTo>
                    <a:pt x="2248891" y="1920023"/>
                    <a:pt x="2219426" y="1951137"/>
                    <a:pt x="2192248" y="1959392"/>
                  </a:cubicBezTo>
                  <a:cubicBezTo>
                    <a:pt x="2129891" y="1978315"/>
                    <a:pt x="2081377" y="1944279"/>
                    <a:pt x="1967205" y="1801151"/>
                  </a:cubicBezTo>
                  <a:cubicBezTo>
                    <a:pt x="1897228" y="1713394"/>
                    <a:pt x="1864462" y="1659800"/>
                    <a:pt x="1864589" y="1633003"/>
                  </a:cubicBezTo>
                  <a:cubicBezTo>
                    <a:pt x="1864589" y="1600872"/>
                    <a:pt x="1884147" y="1569376"/>
                    <a:pt x="1911198" y="1558200"/>
                  </a:cubicBezTo>
                  <a:cubicBezTo>
                    <a:pt x="1923644" y="1552993"/>
                    <a:pt x="1934947" y="1550199"/>
                    <a:pt x="1945869" y="1549818"/>
                  </a:cubicBezTo>
                  <a:close/>
                  <a:moveTo>
                    <a:pt x="2426944" y="1950629"/>
                  </a:moveTo>
                  <a:cubicBezTo>
                    <a:pt x="2438501" y="1951137"/>
                    <a:pt x="2451582" y="1952915"/>
                    <a:pt x="2466695" y="1955836"/>
                  </a:cubicBezTo>
                  <a:cubicBezTo>
                    <a:pt x="2492984" y="1960917"/>
                    <a:pt x="2542514" y="1967012"/>
                    <a:pt x="2576677" y="1969298"/>
                  </a:cubicBezTo>
                  <a:cubicBezTo>
                    <a:pt x="2759684" y="1981490"/>
                    <a:pt x="2828518" y="2017431"/>
                    <a:pt x="2820898" y="2096679"/>
                  </a:cubicBezTo>
                  <a:cubicBezTo>
                    <a:pt x="2817596" y="2131350"/>
                    <a:pt x="2800959" y="2154591"/>
                    <a:pt x="2769463" y="2168561"/>
                  </a:cubicBezTo>
                  <a:cubicBezTo>
                    <a:pt x="2745079" y="2179356"/>
                    <a:pt x="2717139" y="2179356"/>
                    <a:pt x="2673959" y="2168561"/>
                  </a:cubicBezTo>
                  <a:cubicBezTo>
                    <a:pt x="2654655" y="2163735"/>
                    <a:pt x="2608046" y="2155099"/>
                    <a:pt x="2570454" y="2149511"/>
                  </a:cubicBezTo>
                  <a:cubicBezTo>
                    <a:pt x="2486380" y="2136938"/>
                    <a:pt x="2395956" y="2116491"/>
                    <a:pt x="2372715" y="2104680"/>
                  </a:cubicBezTo>
                  <a:cubicBezTo>
                    <a:pt x="2348458" y="2092489"/>
                    <a:pt x="2331059" y="2061246"/>
                    <a:pt x="2331059" y="2029877"/>
                  </a:cubicBezTo>
                  <a:cubicBezTo>
                    <a:pt x="2331059" y="2009430"/>
                    <a:pt x="2335250" y="1998889"/>
                    <a:pt x="2350236" y="1981745"/>
                  </a:cubicBezTo>
                  <a:cubicBezTo>
                    <a:pt x="2370810" y="1958376"/>
                    <a:pt x="2392146" y="1948851"/>
                    <a:pt x="2426944" y="1950629"/>
                  </a:cubicBezTo>
                  <a:close/>
                  <a:moveTo>
                    <a:pt x="3358489" y="2001176"/>
                  </a:moveTo>
                  <a:cubicBezTo>
                    <a:pt x="3456025" y="2000795"/>
                    <a:pt x="3486758" y="2132493"/>
                    <a:pt x="3398367" y="2171609"/>
                  </a:cubicBezTo>
                  <a:cubicBezTo>
                    <a:pt x="3380206" y="2179610"/>
                    <a:pt x="3334105" y="2187611"/>
                    <a:pt x="3258794" y="2195612"/>
                  </a:cubicBezTo>
                  <a:cubicBezTo>
                    <a:pt x="3196945" y="2202216"/>
                    <a:pt x="3141319" y="2210598"/>
                    <a:pt x="3135223" y="2214154"/>
                  </a:cubicBezTo>
                  <a:cubicBezTo>
                    <a:pt x="3118205" y="2224060"/>
                    <a:pt x="3088868" y="2222155"/>
                    <a:pt x="3065500" y="2209582"/>
                  </a:cubicBezTo>
                  <a:cubicBezTo>
                    <a:pt x="3002889" y="2176054"/>
                    <a:pt x="3011652" y="2082836"/>
                    <a:pt x="3080105" y="2052610"/>
                  </a:cubicBezTo>
                  <a:cubicBezTo>
                    <a:pt x="3110077" y="2039402"/>
                    <a:pt x="3316452" y="2001176"/>
                    <a:pt x="3358616" y="2001048"/>
                  </a:cubicBezTo>
                  <a:close/>
                  <a:moveTo>
                    <a:pt x="3727677" y="2097441"/>
                  </a:moveTo>
                  <a:cubicBezTo>
                    <a:pt x="3761713" y="2096171"/>
                    <a:pt x="3800575" y="2098838"/>
                    <a:pt x="3837533" y="2105442"/>
                  </a:cubicBezTo>
                  <a:cubicBezTo>
                    <a:pt x="3915002" y="2119412"/>
                    <a:pt x="3989933" y="2139224"/>
                    <a:pt x="4018253" y="2153448"/>
                  </a:cubicBezTo>
                  <a:cubicBezTo>
                    <a:pt x="4088484" y="2188627"/>
                    <a:pt x="4091278" y="2287687"/>
                    <a:pt x="4022952" y="2321977"/>
                  </a:cubicBezTo>
                  <a:cubicBezTo>
                    <a:pt x="3993234" y="2336836"/>
                    <a:pt x="3975327" y="2335693"/>
                    <a:pt x="3919066" y="2315246"/>
                  </a:cubicBezTo>
                  <a:cubicBezTo>
                    <a:pt x="3825213" y="2281083"/>
                    <a:pt x="3768698" y="2268764"/>
                    <a:pt x="3709643" y="2269399"/>
                  </a:cubicBezTo>
                  <a:cubicBezTo>
                    <a:pt x="3646397" y="2270161"/>
                    <a:pt x="3624808" y="2262287"/>
                    <a:pt x="3606011" y="2231426"/>
                  </a:cubicBezTo>
                  <a:cubicBezTo>
                    <a:pt x="3580358" y="2189262"/>
                    <a:pt x="3598645" y="2135922"/>
                    <a:pt x="3646778" y="2112300"/>
                  </a:cubicBezTo>
                  <a:cubicBezTo>
                    <a:pt x="3664304" y="2103664"/>
                    <a:pt x="3693514" y="2098711"/>
                    <a:pt x="3727677" y="2097441"/>
                  </a:cubicBezTo>
                  <a:close/>
                  <a:moveTo>
                    <a:pt x="4238090" y="2296069"/>
                  </a:moveTo>
                  <a:cubicBezTo>
                    <a:pt x="4255616" y="2296704"/>
                    <a:pt x="4269205" y="2301657"/>
                    <a:pt x="4299685" y="2316135"/>
                  </a:cubicBezTo>
                  <a:lnTo>
                    <a:pt x="4346421" y="2338360"/>
                  </a:lnTo>
                  <a:lnTo>
                    <a:pt x="4346421" y="2441230"/>
                  </a:lnTo>
                  <a:lnTo>
                    <a:pt x="4346421" y="2544100"/>
                  </a:lnTo>
                  <a:lnTo>
                    <a:pt x="4290033" y="2509048"/>
                  </a:lnTo>
                  <a:cubicBezTo>
                    <a:pt x="4256378" y="2488093"/>
                    <a:pt x="4221961" y="2471837"/>
                    <a:pt x="4204816" y="2468662"/>
                  </a:cubicBezTo>
                  <a:cubicBezTo>
                    <a:pt x="4100549" y="2449231"/>
                    <a:pt x="4112106" y="2305594"/>
                    <a:pt x="4218532" y="2296704"/>
                  </a:cubicBezTo>
                  <a:cubicBezTo>
                    <a:pt x="4226025" y="2296069"/>
                    <a:pt x="4232248" y="2295815"/>
                    <a:pt x="4238090" y="2295942"/>
                  </a:cubicBezTo>
                  <a:close/>
                </a:path>
              </a:pathLst>
            </a:custGeom>
            <a:solidFill>
              <a:srgbClr val="FD6F9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4361304" cy="2549904"/>
            </a:xfrm>
            <a:custGeom>
              <a:avLst/>
              <a:gdLst/>
              <a:ahLst/>
              <a:cxnLst/>
              <a:rect r="r" b="b" t="t" l="l"/>
              <a:pathLst>
                <a:path h="2549904" w="4361304">
                  <a:moveTo>
                    <a:pt x="0" y="0"/>
                  </a:moveTo>
                  <a:lnTo>
                    <a:pt x="0" y="2549904"/>
                  </a:lnTo>
                  <a:lnTo>
                    <a:pt x="4361304" y="2549904"/>
                  </a:lnTo>
                  <a:lnTo>
                    <a:pt x="436130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87043" y="63500"/>
              <a:ext cx="3437761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37761">
                  <a:moveTo>
                    <a:pt x="0" y="0"/>
                  </a:moveTo>
                  <a:lnTo>
                    <a:pt x="0" y="3431410"/>
                  </a:lnTo>
                  <a:lnTo>
                    <a:pt x="3437761" y="3431410"/>
                  </a:lnTo>
                  <a:lnTo>
                    <a:pt x="343776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4355870" y="6149092"/>
            <a:ext cx="3998671" cy="4204449"/>
          </a:xfrm>
          <a:custGeom>
            <a:avLst/>
            <a:gdLst/>
            <a:ahLst/>
            <a:cxnLst/>
            <a:rect r="r" b="b" t="t" l="l"/>
            <a:pathLst>
              <a:path h="4204449" w="3998671">
                <a:moveTo>
                  <a:pt x="0" y="0"/>
                </a:moveTo>
                <a:lnTo>
                  <a:pt x="3998672" y="0"/>
                </a:lnTo>
                <a:lnTo>
                  <a:pt x="3998672" y="4204450"/>
                </a:lnTo>
                <a:lnTo>
                  <a:pt x="0" y="42044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416390" y="4218737"/>
            <a:ext cx="9644082" cy="1676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8"/>
              </a:lnSpc>
            </a:pPr>
            <a:r>
              <a:rPr lang="en-US" sz="9999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Vasanths Gold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000500"/>
            <a:ext cx="18288000" cy="18288000"/>
            <a:chOff x="0" y="0"/>
            <a:chExt cx="24384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6551" y="6474628"/>
            <a:ext cx="3913041" cy="3878923"/>
          </a:xfrm>
          <a:custGeom>
            <a:avLst/>
            <a:gdLst/>
            <a:ahLst/>
            <a:cxnLst/>
            <a:rect r="r" b="b" t="t" l="l"/>
            <a:pathLst>
              <a:path h="3878923" w="3913041">
                <a:moveTo>
                  <a:pt x="0" y="0"/>
                </a:moveTo>
                <a:lnTo>
                  <a:pt x="3913041" y="0"/>
                </a:lnTo>
                <a:lnTo>
                  <a:pt x="3913041" y="3878923"/>
                </a:lnTo>
                <a:lnTo>
                  <a:pt x="0" y="387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0408" y="-66551"/>
            <a:ext cx="6461512" cy="3556978"/>
            <a:chOff x="0" y="0"/>
            <a:chExt cx="6461506" cy="3556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0" y="66548"/>
              <a:ext cx="3432682" cy="3426964"/>
            </a:xfrm>
            <a:custGeom>
              <a:avLst/>
              <a:gdLst/>
              <a:ahLst/>
              <a:cxnLst/>
              <a:rect r="r" b="b" t="t" l="l"/>
              <a:pathLst>
                <a:path h="3426964" w="3432682">
                  <a:moveTo>
                    <a:pt x="0" y="0"/>
                  </a:moveTo>
                  <a:lnTo>
                    <a:pt x="0" y="3426964"/>
                  </a:lnTo>
                  <a:cubicBezTo>
                    <a:pt x="0" y="3426964"/>
                    <a:pt x="979932" y="3299711"/>
                    <a:pt x="890524" y="2673982"/>
                  </a:cubicBezTo>
                  <a:cubicBezTo>
                    <a:pt x="889889" y="2667759"/>
                    <a:pt x="888492" y="2660901"/>
                    <a:pt x="887730" y="2654678"/>
                  </a:cubicBezTo>
                  <a:cubicBezTo>
                    <a:pt x="861568" y="2448303"/>
                    <a:pt x="911098" y="2247517"/>
                    <a:pt x="1015619" y="2081147"/>
                  </a:cubicBezTo>
                  <a:cubicBezTo>
                    <a:pt x="1193673" y="1798445"/>
                    <a:pt x="1129030" y="1425827"/>
                    <a:pt x="871855" y="1212595"/>
                  </a:cubicBezTo>
                  <a:lnTo>
                    <a:pt x="583819" y="973200"/>
                  </a:lnTo>
                  <a:cubicBezTo>
                    <a:pt x="495808" y="899667"/>
                    <a:pt x="475107" y="774445"/>
                    <a:pt x="532257" y="674750"/>
                  </a:cubicBezTo>
                  <a:cubicBezTo>
                    <a:pt x="532892" y="674115"/>
                    <a:pt x="532892" y="673353"/>
                    <a:pt x="533654" y="672718"/>
                  </a:cubicBezTo>
                  <a:cubicBezTo>
                    <a:pt x="624586" y="511301"/>
                    <a:pt x="791083" y="463676"/>
                    <a:pt x="955929" y="463676"/>
                  </a:cubicBezTo>
                  <a:cubicBezTo>
                    <a:pt x="1193546" y="463676"/>
                    <a:pt x="1427734" y="562736"/>
                    <a:pt x="1427734" y="562736"/>
                  </a:cubicBezTo>
                  <a:cubicBezTo>
                    <a:pt x="1427734" y="562736"/>
                    <a:pt x="1779777" y="705865"/>
                    <a:pt x="2202179" y="705865"/>
                  </a:cubicBezTo>
                  <a:cubicBezTo>
                    <a:pt x="2545968" y="705865"/>
                    <a:pt x="2936493" y="610996"/>
                    <a:pt x="3221989" y="266954"/>
                  </a:cubicBezTo>
                  <a:cubicBezTo>
                    <a:pt x="3372611" y="85090"/>
                    <a:pt x="3418712" y="21971"/>
                    <a:pt x="3432682" y="0"/>
                  </a:cubicBezTo>
                  <a:close/>
                </a:path>
              </a:pathLst>
            </a:custGeom>
            <a:solidFill>
              <a:srgbClr val="C8EBEC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0612" y="66294"/>
              <a:ext cx="4087809" cy="2835145"/>
            </a:xfrm>
            <a:custGeom>
              <a:avLst/>
              <a:gdLst/>
              <a:ahLst/>
              <a:cxnLst/>
              <a:rect r="r" b="b" t="t" l="l"/>
              <a:pathLst>
                <a:path h="2835145" w="4087809">
                  <a:moveTo>
                    <a:pt x="3077717" y="254"/>
                  </a:moveTo>
                  <a:lnTo>
                    <a:pt x="3064763" y="35941"/>
                  </a:lnTo>
                  <a:cubicBezTo>
                    <a:pt x="3040125" y="104140"/>
                    <a:pt x="2975736" y="189357"/>
                    <a:pt x="2925317" y="220599"/>
                  </a:cubicBezTo>
                  <a:cubicBezTo>
                    <a:pt x="2886709" y="244475"/>
                    <a:pt x="2829686" y="265303"/>
                    <a:pt x="2740278" y="287782"/>
                  </a:cubicBezTo>
                  <a:cubicBezTo>
                    <a:pt x="2611373" y="320294"/>
                    <a:pt x="2584576" y="326390"/>
                    <a:pt x="2380487" y="326390"/>
                  </a:cubicBezTo>
                  <a:cubicBezTo>
                    <a:pt x="2336418" y="326390"/>
                    <a:pt x="2284094" y="326136"/>
                    <a:pt x="2220721" y="325755"/>
                  </a:cubicBezTo>
                  <a:cubicBezTo>
                    <a:pt x="2184907" y="325501"/>
                    <a:pt x="2150744" y="325501"/>
                    <a:pt x="2118359" y="325501"/>
                  </a:cubicBezTo>
                  <a:cubicBezTo>
                    <a:pt x="1964562" y="325501"/>
                    <a:pt x="1853437" y="327787"/>
                    <a:pt x="1814956" y="331851"/>
                  </a:cubicBezTo>
                  <a:cubicBezTo>
                    <a:pt x="1566799" y="358013"/>
                    <a:pt x="1335786" y="450468"/>
                    <a:pt x="1193419" y="580516"/>
                  </a:cubicBezTo>
                  <a:cubicBezTo>
                    <a:pt x="1081278" y="683005"/>
                    <a:pt x="993394" y="851280"/>
                    <a:pt x="901573" y="1139189"/>
                  </a:cubicBezTo>
                  <a:cubicBezTo>
                    <a:pt x="826262" y="1375409"/>
                    <a:pt x="722249" y="1572639"/>
                    <a:pt x="584454" y="1740533"/>
                  </a:cubicBezTo>
                  <a:cubicBezTo>
                    <a:pt x="466217" y="1884678"/>
                    <a:pt x="373507" y="1972181"/>
                    <a:pt x="262001" y="2044698"/>
                  </a:cubicBezTo>
                  <a:cubicBezTo>
                    <a:pt x="201295" y="2084195"/>
                    <a:pt x="85852" y="2144647"/>
                    <a:pt x="33782" y="2163951"/>
                  </a:cubicBezTo>
                  <a:lnTo>
                    <a:pt x="0" y="2176524"/>
                  </a:lnTo>
                  <a:lnTo>
                    <a:pt x="0" y="2296539"/>
                  </a:lnTo>
                  <a:cubicBezTo>
                    <a:pt x="0" y="2381121"/>
                    <a:pt x="2413" y="2416554"/>
                    <a:pt x="8001" y="2416554"/>
                  </a:cubicBezTo>
                  <a:cubicBezTo>
                    <a:pt x="29337" y="2416554"/>
                    <a:pt x="154686" y="2368040"/>
                    <a:pt x="228346" y="2331210"/>
                  </a:cubicBezTo>
                  <a:cubicBezTo>
                    <a:pt x="427990" y="2231515"/>
                    <a:pt x="566166" y="2120517"/>
                    <a:pt x="730377" y="1927985"/>
                  </a:cubicBezTo>
                  <a:cubicBezTo>
                    <a:pt x="911098" y="1716022"/>
                    <a:pt x="1034669" y="1488566"/>
                    <a:pt x="1128395" y="1195577"/>
                  </a:cubicBezTo>
                  <a:cubicBezTo>
                    <a:pt x="1175512" y="1048384"/>
                    <a:pt x="1237361" y="900937"/>
                    <a:pt x="1277874" y="839977"/>
                  </a:cubicBezTo>
                  <a:cubicBezTo>
                    <a:pt x="1315085" y="783843"/>
                    <a:pt x="1378966" y="721359"/>
                    <a:pt x="1429004" y="692149"/>
                  </a:cubicBezTo>
                  <a:cubicBezTo>
                    <a:pt x="1487169" y="658113"/>
                    <a:pt x="1599310" y="611377"/>
                    <a:pt x="1663572" y="594359"/>
                  </a:cubicBezTo>
                  <a:cubicBezTo>
                    <a:pt x="1781555" y="563117"/>
                    <a:pt x="1841753" y="559180"/>
                    <a:pt x="2209799" y="559053"/>
                  </a:cubicBezTo>
                  <a:cubicBezTo>
                    <a:pt x="2589402" y="558926"/>
                    <a:pt x="2620771" y="556513"/>
                    <a:pt x="2785617" y="516635"/>
                  </a:cubicBezTo>
                  <a:cubicBezTo>
                    <a:pt x="2965703" y="473074"/>
                    <a:pt x="3054730" y="429006"/>
                    <a:pt x="3136264" y="343281"/>
                  </a:cubicBezTo>
                  <a:cubicBezTo>
                    <a:pt x="3222624" y="252349"/>
                    <a:pt x="3272027" y="167767"/>
                    <a:pt x="3301999" y="59690"/>
                  </a:cubicBezTo>
                  <a:cubicBezTo>
                    <a:pt x="3309238" y="33528"/>
                    <a:pt x="3315334" y="8382"/>
                    <a:pt x="3316223" y="254"/>
                  </a:cubicBezTo>
                  <a:close/>
                  <a:moveTo>
                    <a:pt x="3866133" y="254"/>
                  </a:moveTo>
                  <a:lnTo>
                    <a:pt x="3860926" y="19812"/>
                  </a:lnTo>
                  <a:cubicBezTo>
                    <a:pt x="3842003" y="90551"/>
                    <a:pt x="3794124" y="230632"/>
                    <a:pt x="3777614" y="263525"/>
                  </a:cubicBezTo>
                  <a:cubicBezTo>
                    <a:pt x="3707637" y="402717"/>
                    <a:pt x="3618102" y="482600"/>
                    <a:pt x="3409441" y="591692"/>
                  </a:cubicBezTo>
                  <a:cubicBezTo>
                    <a:pt x="3328923" y="633856"/>
                    <a:pt x="3154679" y="704849"/>
                    <a:pt x="3064255" y="732281"/>
                  </a:cubicBezTo>
                  <a:cubicBezTo>
                    <a:pt x="2981959" y="757300"/>
                    <a:pt x="2811906" y="785240"/>
                    <a:pt x="2687065" y="794257"/>
                  </a:cubicBezTo>
                  <a:cubicBezTo>
                    <a:pt x="2577210" y="802258"/>
                    <a:pt x="2390139" y="822832"/>
                    <a:pt x="2267203" y="840612"/>
                  </a:cubicBezTo>
                  <a:cubicBezTo>
                    <a:pt x="2005837" y="878331"/>
                    <a:pt x="1814575" y="957325"/>
                    <a:pt x="1674367" y="1085341"/>
                  </a:cubicBezTo>
                  <a:cubicBezTo>
                    <a:pt x="1604644" y="1149095"/>
                    <a:pt x="1556385" y="1232661"/>
                    <a:pt x="1460753" y="1456054"/>
                  </a:cubicBezTo>
                  <a:cubicBezTo>
                    <a:pt x="1314704" y="1797048"/>
                    <a:pt x="1244981" y="1904871"/>
                    <a:pt x="1022858" y="2133090"/>
                  </a:cubicBezTo>
                  <a:cubicBezTo>
                    <a:pt x="818261" y="2343402"/>
                    <a:pt x="524764" y="2535553"/>
                    <a:pt x="334645" y="2583813"/>
                  </a:cubicBezTo>
                  <a:cubicBezTo>
                    <a:pt x="296672" y="2593465"/>
                    <a:pt x="259461" y="2601339"/>
                    <a:pt x="252222" y="2601339"/>
                  </a:cubicBezTo>
                  <a:cubicBezTo>
                    <a:pt x="239776" y="2601339"/>
                    <a:pt x="238887" y="2608705"/>
                    <a:pt x="238887" y="2718813"/>
                  </a:cubicBezTo>
                  <a:cubicBezTo>
                    <a:pt x="238887" y="2809999"/>
                    <a:pt x="233807" y="2835145"/>
                    <a:pt x="263779" y="2835145"/>
                  </a:cubicBezTo>
                  <a:cubicBezTo>
                    <a:pt x="278638" y="2835145"/>
                    <a:pt x="302260" y="2828922"/>
                    <a:pt x="339598" y="2821429"/>
                  </a:cubicBezTo>
                  <a:cubicBezTo>
                    <a:pt x="642366" y="2760723"/>
                    <a:pt x="1042035" y="2486277"/>
                    <a:pt x="1331849" y="2140075"/>
                  </a:cubicBezTo>
                  <a:cubicBezTo>
                    <a:pt x="1480946" y="1962021"/>
                    <a:pt x="1540636" y="1859024"/>
                    <a:pt x="1674367" y="1548509"/>
                  </a:cubicBezTo>
                  <a:cubicBezTo>
                    <a:pt x="1772284" y="1321307"/>
                    <a:pt x="1796414" y="1281175"/>
                    <a:pt x="1868677" y="1226184"/>
                  </a:cubicBezTo>
                  <a:cubicBezTo>
                    <a:pt x="1959228" y="1157350"/>
                    <a:pt x="2108072" y="1099946"/>
                    <a:pt x="2252979" y="1078102"/>
                  </a:cubicBezTo>
                  <a:cubicBezTo>
                    <a:pt x="2381249" y="1058798"/>
                    <a:pt x="2533776" y="1041272"/>
                    <a:pt x="2658617" y="1031747"/>
                  </a:cubicBezTo>
                  <a:cubicBezTo>
                    <a:pt x="2846958" y="1017396"/>
                    <a:pt x="3043427" y="985011"/>
                    <a:pt x="3146170" y="951356"/>
                  </a:cubicBezTo>
                  <a:cubicBezTo>
                    <a:pt x="3413886" y="863599"/>
                    <a:pt x="3685158" y="722502"/>
                    <a:pt x="3807713" y="607313"/>
                  </a:cubicBezTo>
                  <a:cubicBezTo>
                    <a:pt x="3942714" y="480314"/>
                    <a:pt x="4028185" y="317119"/>
                    <a:pt x="4071746" y="102616"/>
                  </a:cubicBezTo>
                  <a:cubicBezTo>
                    <a:pt x="4084065" y="41783"/>
                    <a:pt x="4092955" y="13208"/>
                    <a:pt x="4084446" y="0"/>
                  </a:cubicBezTo>
                  <a:close/>
                </a:path>
              </a:pathLst>
            </a:custGeom>
            <a:solidFill>
              <a:srgbClr val="8FCF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750479" y="66421"/>
              <a:ext cx="3647476" cy="1267840"/>
            </a:xfrm>
            <a:custGeom>
              <a:avLst/>
              <a:gdLst/>
              <a:ahLst/>
              <a:cxnLst/>
              <a:rect r="r" b="b" t="t" l="l"/>
              <a:pathLst>
                <a:path h="1267840" w="3647476">
                  <a:moveTo>
                    <a:pt x="3305260" y="127"/>
                  </a:moveTo>
                  <a:cubicBezTo>
                    <a:pt x="3291925" y="15240"/>
                    <a:pt x="3274780" y="34544"/>
                    <a:pt x="3257762" y="53086"/>
                  </a:cubicBezTo>
                  <a:cubicBezTo>
                    <a:pt x="3177879" y="140843"/>
                    <a:pt x="3167846" y="155956"/>
                    <a:pt x="3172672" y="181356"/>
                  </a:cubicBezTo>
                  <a:cubicBezTo>
                    <a:pt x="3174831" y="193040"/>
                    <a:pt x="3184864" y="209677"/>
                    <a:pt x="3194770" y="218313"/>
                  </a:cubicBezTo>
                  <a:cubicBezTo>
                    <a:pt x="3206835" y="228981"/>
                    <a:pt x="3219535" y="234315"/>
                    <a:pt x="3233378" y="234315"/>
                  </a:cubicBezTo>
                  <a:cubicBezTo>
                    <a:pt x="3251412" y="234315"/>
                    <a:pt x="3271351" y="225171"/>
                    <a:pt x="3294592" y="206883"/>
                  </a:cubicBezTo>
                  <a:cubicBezTo>
                    <a:pt x="3330406" y="178562"/>
                    <a:pt x="3431371" y="71120"/>
                    <a:pt x="3453088" y="38100"/>
                  </a:cubicBezTo>
                  <a:cubicBezTo>
                    <a:pt x="3461216" y="25781"/>
                    <a:pt x="3465407" y="12700"/>
                    <a:pt x="3465661" y="0"/>
                  </a:cubicBezTo>
                  <a:close/>
                  <a:moveTo>
                    <a:pt x="259674" y="28448"/>
                  </a:moveTo>
                  <a:cubicBezTo>
                    <a:pt x="257261" y="28448"/>
                    <a:pt x="254975" y="28575"/>
                    <a:pt x="252562" y="28829"/>
                  </a:cubicBezTo>
                  <a:cubicBezTo>
                    <a:pt x="236179" y="30607"/>
                    <a:pt x="220304" y="38354"/>
                    <a:pt x="208747" y="52832"/>
                  </a:cubicBezTo>
                  <a:cubicBezTo>
                    <a:pt x="189316" y="77089"/>
                    <a:pt x="195539" y="155829"/>
                    <a:pt x="220812" y="206248"/>
                  </a:cubicBezTo>
                  <a:cubicBezTo>
                    <a:pt x="244053" y="252730"/>
                    <a:pt x="257896" y="268224"/>
                    <a:pt x="313014" y="310261"/>
                  </a:cubicBezTo>
                  <a:cubicBezTo>
                    <a:pt x="336255" y="327914"/>
                    <a:pt x="371688" y="357759"/>
                    <a:pt x="391881" y="376428"/>
                  </a:cubicBezTo>
                  <a:cubicBezTo>
                    <a:pt x="421980" y="404368"/>
                    <a:pt x="432521" y="410210"/>
                    <a:pt x="454238" y="410210"/>
                  </a:cubicBezTo>
                  <a:cubicBezTo>
                    <a:pt x="454619" y="410210"/>
                    <a:pt x="454873" y="410210"/>
                    <a:pt x="455254" y="410210"/>
                  </a:cubicBezTo>
                  <a:cubicBezTo>
                    <a:pt x="495259" y="409829"/>
                    <a:pt x="520786" y="383921"/>
                    <a:pt x="520786" y="343662"/>
                  </a:cubicBezTo>
                  <a:cubicBezTo>
                    <a:pt x="520786" y="305435"/>
                    <a:pt x="491703" y="270510"/>
                    <a:pt x="408264" y="208407"/>
                  </a:cubicBezTo>
                  <a:cubicBezTo>
                    <a:pt x="358480" y="171323"/>
                    <a:pt x="330540" y="135890"/>
                    <a:pt x="330540" y="109855"/>
                  </a:cubicBezTo>
                  <a:cubicBezTo>
                    <a:pt x="330540" y="100584"/>
                    <a:pt x="325841" y="81915"/>
                    <a:pt x="320253" y="68453"/>
                  </a:cubicBezTo>
                  <a:cubicBezTo>
                    <a:pt x="309458" y="42545"/>
                    <a:pt x="284693" y="28702"/>
                    <a:pt x="259674" y="28702"/>
                  </a:cubicBezTo>
                  <a:close/>
                  <a:moveTo>
                    <a:pt x="70825" y="187071"/>
                  </a:moveTo>
                  <a:cubicBezTo>
                    <a:pt x="46441" y="187071"/>
                    <a:pt x="20787" y="199136"/>
                    <a:pt x="9611" y="220726"/>
                  </a:cubicBezTo>
                  <a:cubicBezTo>
                    <a:pt x="-11598" y="261747"/>
                    <a:pt x="213" y="299212"/>
                    <a:pt x="65999" y="400177"/>
                  </a:cubicBezTo>
                  <a:cubicBezTo>
                    <a:pt x="109306" y="466597"/>
                    <a:pt x="154391" y="518540"/>
                    <a:pt x="186141" y="538479"/>
                  </a:cubicBezTo>
                  <a:cubicBezTo>
                    <a:pt x="196174" y="544829"/>
                    <a:pt x="207096" y="547623"/>
                    <a:pt x="217891" y="547623"/>
                  </a:cubicBezTo>
                  <a:cubicBezTo>
                    <a:pt x="260817" y="547623"/>
                    <a:pt x="301711" y="503554"/>
                    <a:pt x="279740" y="463930"/>
                  </a:cubicBezTo>
                  <a:cubicBezTo>
                    <a:pt x="274787" y="455041"/>
                    <a:pt x="250530" y="421132"/>
                    <a:pt x="226019" y="388747"/>
                  </a:cubicBezTo>
                  <a:cubicBezTo>
                    <a:pt x="201508" y="356362"/>
                    <a:pt x="168615" y="304292"/>
                    <a:pt x="152994" y="273177"/>
                  </a:cubicBezTo>
                  <a:cubicBezTo>
                    <a:pt x="137373" y="242062"/>
                    <a:pt x="119974" y="211201"/>
                    <a:pt x="114259" y="204724"/>
                  </a:cubicBezTo>
                  <a:cubicBezTo>
                    <a:pt x="104480" y="193675"/>
                    <a:pt x="90002" y="187960"/>
                    <a:pt x="74762" y="187198"/>
                  </a:cubicBezTo>
                  <a:cubicBezTo>
                    <a:pt x="73492" y="187071"/>
                    <a:pt x="72222" y="187071"/>
                    <a:pt x="70952" y="187071"/>
                  </a:cubicBezTo>
                  <a:close/>
                  <a:moveTo>
                    <a:pt x="3035893" y="295148"/>
                  </a:moveTo>
                  <a:cubicBezTo>
                    <a:pt x="3012017" y="295148"/>
                    <a:pt x="2986617" y="311912"/>
                    <a:pt x="2940009" y="354203"/>
                  </a:cubicBezTo>
                  <a:cubicBezTo>
                    <a:pt x="2882859" y="406146"/>
                    <a:pt x="2806404" y="464057"/>
                    <a:pt x="2759287" y="491108"/>
                  </a:cubicBezTo>
                  <a:cubicBezTo>
                    <a:pt x="2717885" y="514857"/>
                    <a:pt x="2704804" y="532764"/>
                    <a:pt x="2704804" y="565657"/>
                  </a:cubicBezTo>
                  <a:cubicBezTo>
                    <a:pt x="2704804" y="590803"/>
                    <a:pt x="2722204" y="614679"/>
                    <a:pt x="2747096" y="623696"/>
                  </a:cubicBezTo>
                  <a:cubicBezTo>
                    <a:pt x="2753573" y="626109"/>
                    <a:pt x="2759415" y="627379"/>
                    <a:pt x="2765765" y="627379"/>
                  </a:cubicBezTo>
                  <a:cubicBezTo>
                    <a:pt x="2780497" y="627379"/>
                    <a:pt x="2798023" y="620140"/>
                    <a:pt x="2833201" y="601979"/>
                  </a:cubicBezTo>
                  <a:cubicBezTo>
                    <a:pt x="2931626" y="551052"/>
                    <a:pt x="3086185" y="425576"/>
                    <a:pt x="3099267" y="385953"/>
                  </a:cubicBezTo>
                  <a:cubicBezTo>
                    <a:pt x="3110696" y="351409"/>
                    <a:pt x="3094060" y="314579"/>
                    <a:pt x="3060912" y="300736"/>
                  </a:cubicBezTo>
                  <a:cubicBezTo>
                    <a:pt x="3052404" y="297180"/>
                    <a:pt x="3044529" y="295275"/>
                    <a:pt x="3036529" y="295148"/>
                  </a:cubicBezTo>
                  <a:cubicBezTo>
                    <a:pt x="3036274" y="295148"/>
                    <a:pt x="3036148" y="295148"/>
                    <a:pt x="3035893" y="295148"/>
                  </a:cubicBezTo>
                  <a:close/>
                  <a:moveTo>
                    <a:pt x="715731" y="463803"/>
                  </a:moveTo>
                  <a:cubicBezTo>
                    <a:pt x="679663" y="463803"/>
                    <a:pt x="654517" y="488568"/>
                    <a:pt x="654517" y="524382"/>
                  </a:cubicBezTo>
                  <a:cubicBezTo>
                    <a:pt x="654517" y="560450"/>
                    <a:pt x="678012" y="584326"/>
                    <a:pt x="780628" y="652652"/>
                  </a:cubicBezTo>
                  <a:cubicBezTo>
                    <a:pt x="835746" y="689355"/>
                    <a:pt x="871179" y="707135"/>
                    <a:pt x="896325" y="707135"/>
                  </a:cubicBezTo>
                  <a:cubicBezTo>
                    <a:pt x="916645" y="707135"/>
                    <a:pt x="930234" y="695578"/>
                    <a:pt x="942172" y="673099"/>
                  </a:cubicBezTo>
                  <a:cubicBezTo>
                    <a:pt x="966683" y="627125"/>
                    <a:pt x="944712" y="597026"/>
                    <a:pt x="834095" y="524255"/>
                  </a:cubicBezTo>
                  <a:cubicBezTo>
                    <a:pt x="761705" y="476630"/>
                    <a:pt x="737067" y="463930"/>
                    <a:pt x="716493" y="463676"/>
                  </a:cubicBezTo>
                  <a:cubicBezTo>
                    <a:pt x="716239" y="463676"/>
                    <a:pt x="715858" y="463676"/>
                    <a:pt x="715604" y="463676"/>
                  </a:cubicBezTo>
                  <a:close/>
                  <a:moveTo>
                    <a:pt x="3583263" y="142494"/>
                  </a:moveTo>
                  <a:cubicBezTo>
                    <a:pt x="3555450" y="142494"/>
                    <a:pt x="3550878" y="146177"/>
                    <a:pt x="3448262" y="250317"/>
                  </a:cubicBezTo>
                  <a:cubicBezTo>
                    <a:pt x="3343741" y="356362"/>
                    <a:pt x="3198834" y="477900"/>
                    <a:pt x="3076660" y="561974"/>
                  </a:cubicBezTo>
                  <a:cubicBezTo>
                    <a:pt x="3043005" y="585088"/>
                    <a:pt x="3010621" y="612393"/>
                    <a:pt x="3004397" y="622680"/>
                  </a:cubicBezTo>
                  <a:cubicBezTo>
                    <a:pt x="2980267" y="663320"/>
                    <a:pt x="3000079" y="714120"/>
                    <a:pt x="3044784" y="726058"/>
                  </a:cubicBezTo>
                  <a:cubicBezTo>
                    <a:pt x="3051515" y="727836"/>
                    <a:pt x="3060150" y="728725"/>
                    <a:pt x="3068278" y="728725"/>
                  </a:cubicBezTo>
                  <a:cubicBezTo>
                    <a:pt x="3074882" y="728725"/>
                    <a:pt x="3081232" y="728090"/>
                    <a:pt x="3085931" y="726820"/>
                  </a:cubicBezTo>
                  <a:cubicBezTo>
                    <a:pt x="3113109" y="719200"/>
                    <a:pt x="3224615" y="642492"/>
                    <a:pt x="3291290" y="585469"/>
                  </a:cubicBezTo>
                  <a:cubicBezTo>
                    <a:pt x="3323167" y="558291"/>
                    <a:pt x="3376761" y="512190"/>
                    <a:pt x="3410670" y="483234"/>
                  </a:cubicBezTo>
                  <a:cubicBezTo>
                    <a:pt x="3468582" y="433578"/>
                    <a:pt x="3608790" y="283718"/>
                    <a:pt x="3636095" y="242443"/>
                  </a:cubicBezTo>
                  <a:cubicBezTo>
                    <a:pt x="3665051" y="198501"/>
                    <a:pt x="3635587" y="142494"/>
                    <a:pt x="3583390" y="142494"/>
                  </a:cubicBezTo>
                  <a:close/>
                  <a:moveTo>
                    <a:pt x="389722" y="565403"/>
                  </a:moveTo>
                  <a:cubicBezTo>
                    <a:pt x="354162" y="565403"/>
                    <a:pt x="323555" y="596899"/>
                    <a:pt x="323555" y="633475"/>
                  </a:cubicBezTo>
                  <a:cubicBezTo>
                    <a:pt x="323555" y="657224"/>
                    <a:pt x="328635" y="665225"/>
                    <a:pt x="368513" y="703325"/>
                  </a:cubicBezTo>
                  <a:cubicBezTo>
                    <a:pt x="393278" y="726947"/>
                    <a:pt x="433283" y="759586"/>
                    <a:pt x="457413" y="775715"/>
                  </a:cubicBezTo>
                  <a:cubicBezTo>
                    <a:pt x="487258" y="795654"/>
                    <a:pt x="510753" y="805433"/>
                    <a:pt x="530819" y="805433"/>
                  </a:cubicBezTo>
                  <a:cubicBezTo>
                    <a:pt x="546440" y="805433"/>
                    <a:pt x="559902" y="799464"/>
                    <a:pt x="572602" y="787780"/>
                  </a:cubicBezTo>
                  <a:cubicBezTo>
                    <a:pt x="586572" y="774826"/>
                    <a:pt x="591144" y="763777"/>
                    <a:pt x="591017" y="743711"/>
                  </a:cubicBezTo>
                  <a:cubicBezTo>
                    <a:pt x="590763" y="712723"/>
                    <a:pt x="585175" y="704468"/>
                    <a:pt x="541868" y="671194"/>
                  </a:cubicBezTo>
                  <a:cubicBezTo>
                    <a:pt x="524469" y="657732"/>
                    <a:pt x="488655" y="628522"/>
                    <a:pt x="462493" y="606170"/>
                  </a:cubicBezTo>
                  <a:cubicBezTo>
                    <a:pt x="423885" y="573277"/>
                    <a:pt x="410042" y="565530"/>
                    <a:pt x="389722" y="565530"/>
                  </a:cubicBezTo>
                  <a:close/>
                  <a:moveTo>
                    <a:pt x="2542879" y="640333"/>
                  </a:moveTo>
                  <a:cubicBezTo>
                    <a:pt x="2542625" y="640333"/>
                    <a:pt x="2542244" y="640333"/>
                    <a:pt x="2541990" y="640333"/>
                  </a:cubicBezTo>
                  <a:cubicBezTo>
                    <a:pt x="2521289" y="640587"/>
                    <a:pt x="2491190" y="649477"/>
                    <a:pt x="2439882" y="667003"/>
                  </a:cubicBezTo>
                  <a:cubicBezTo>
                    <a:pt x="2265892" y="726566"/>
                    <a:pt x="2232872" y="747394"/>
                    <a:pt x="2232872" y="797051"/>
                  </a:cubicBezTo>
                  <a:cubicBezTo>
                    <a:pt x="2232872" y="819530"/>
                    <a:pt x="2237063" y="828420"/>
                    <a:pt x="2254589" y="843152"/>
                  </a:cubicBezTo>
                  <a:cubicBezTo>
                    <a:pt x="2268305" y="854709"/>
                    <a:pt x="2279735" y="860424"/>
                    <a:pt x="2294467" y="860424"/>
                  </a:cubicBezTo>
                  <a:cubicBezTo>
                    <a:pt x="2308691" y="860424"/>
                    <a:pt x="2325963" y="855090"/>
                    <a:pt x="2351109" y="844549"/>
                  </a:cubicBezTo>
                  <a:cubicBezTo>
                    <a:pt x="2373334" y="835278"/>
                    <a:pt x="2429341" y="815847"/>
                    <a:pt x="2475823" y="801369"/>
                  </a:cubicBezTo>
                  <a:cubicBezTo>
                    <a:pt x="2541990" y="780795"/>
                    <a:pt x="2565231" y="770127"/>
                    <a:pt x="2583265" y="752093"/>
                  </a:cubicBezTo>
                  <a:cubicBezTo>
                    <a:pt x="2611967" y="723391"/>
                    <a:pt x="2613618" y="695070"/>
                    <a:pt x="2588472" y="665225"/>
                  </a:cubicBezTo>
                  <a:cubicBezTo>
                    <a:pt x="2574502" y="648715"/>
                    <a:pt x="2563199" y="640333"/>
                    <a:pt x="2543006" y="640333"/>
                  </a:cubicBezTo>
                  <a:close/>
                  <a:moveTo>
                    <a:pt x="1189949" y="709548"/>
                  </a:moveTo>
                  <a:cubicBezTo>
                    <a:pt x="1182075" y="709548"/>
                    <a:pt x="1175725" y="711961"/>
                    <a:pt x="1166200" y="716025"/>
                  </a:cubicBezTo>
                  <a:cubicBezTo>
                    <a:pt x="1120607" y="735075"/>
                    <a:pt x="1108288" y="792860"/>
                    <a:pt x="1143086" y="824356"/>
                  </a:cubicBezTo>
                  <a:cubicBezTo>
                    <a:pt x="1155786" y="835786"/>
                    <a:pt x="1278849" y="887348"/>
                    <a:pt x="1362669" y="916177"/>
                  </a:cubicBezTo>
                  <a:cubicBezTo>
                    <a:pt x="1379560" y="922019"/>
                    <a:pt x="1395562" y="924686"/>
                    <a:pt x="1410040" y="924686"/>
                  </a:cubicBezTo>
                  <a:cubicBezTo>
                    <a:pt x="1452458" y="924686"/>
                    <a:pt x="1482049" y="901318"/>
                    <a:pt x="1482049" y="862202"/>
                  </a:cubicBezTo>
                  <a:cubicBezTo>
                    <a:pt x="1482049" y="821562"/>
                    <a:pt x="1460840" y="802131"/>
                    <a:pt x="1391498" y="779525"/>
                  </a:cubicBezTo>
                  <a:cubicBezTo>
                    <a:pt x="1360129" y="769238"/>
                    <a:pt x="1302344" y="748283"/>
                    <a:pt x="1263228" y="732916"/>
                  </a:cubicBezTo>
                  <a:cubicBezTo>
                    <a:pt x="1228557" y="719327"/>
                    <a:pt x="1210650" y="712342"/>
                    <a:pt x="1198204" y="710183"/>
                  </a:cubicBezTo>
                  <a:cubicBezTo>
                    <a:pt x="1195156" y="709675"/>
                    <a:pt x="1192489" y="709421"/>
                    <a:pt x="1189949" y="709421"/>
                  </a:cubicBezTo>
                  <a:close/>
                  <a:moveTo>
                    <a:pt x="1955504" y="800607"/>
                  </a:moveTo>
                  <a:cubicBezTo>
                    <a:pt x="1927691" y="800607"/>
                    <a:pt x="1893655" y="800988"/>
                    <a:pt x="1851999" y="801623"/>
                  </a:cubicBezTo>
                  <a:lnTo>
                    <a:pt x="1658579" y="804417"/>
                  </a:lnTo>
                  <a:lnTo>
                    <a:pt x="1639148" y="825753"/>
                  </a:lnTo>
                  <a:cubicBezTo>
                    <a:pt x="1628480" y="837437"/>
                    <a:pt x="1619717" y="853566"/>
                    <a:pt x="1619717" y="861440"/>
                  </a:cubicBezTo>
                  <a:cubicBezTo>
                    <a:pt x="1619717" y="873505"/>
                    <a:pt x="1637751" y="917066"/>
                    <a:pt x="1642831" y="917447"/>
                  </a:cubicBezTo>
                  <a:cubicBezTo>
                    <a:pt x="1643720" y="917447"/>
                    <a:pt x="1657055" y="922146"/>
                    <a:pt x="1672549" y="927734"/>
                  </a:cubicBezTo>
                  <a:cubicBezTo>
                    <a:pt x="1693885" y="935481"/>
                    <a:pt x="1740367" y="938021"/>
                    <a:pt x="1865207" y="938148"/>
                  </a:cubicBezTo>
                  <a:cubicBezTo>
                    <a:pt x="1873589" y="938148"/>
                    <a:pt x="1881590" y="938148"/>
                    <a:pt x="1889083" y="938148"/>
                  </a:cubicBezTo>
                  <a:cubicBezTo>
                    <a:pt x="2008209" y="938148"/>
                    <a:pt x="2034625" y="935989"/>
                    <a:pt x="2054437" y="926591"/>
                  </a:cubicBezTo>
                  <a:cubicBezTo>
                    <a:pt x="2087457" y="910970"/>
                    <a:pt x="2102571" y="876553"/>
                    <a:pt x="2091394" y="842517"/>
                  </a:cubicBezTo>
                  <a:cubicBezTo>
                    <a:pt x="2080853" y="810513"/>
                    <a:pt x="2073106" y="801623"/>
                    <a:pt x="1978618" y="800607"/>
                  </a:cubicBezTo>
                  <a:cubicBezTo>
                    <a:pt x="1971379" y="800480"/>
                    <a:pt x="1963632" y="800480"/>
                    <a:pt x="1955377" y="800480"/>
                  </a:cubicBezTo>
                  <a:close/>
                  <a:moveTo>
                    <a:pt x="2724743" y="785367"/>
                  </a:moveTo>
                  <a:cubicBezTo>
                    <a:pt x="2696676" y="785367"/>
                    <a:pt x="2650956" y="806068"/>
                    <a:pt x="2583011" y="849502"/>
                  </a:cubicBezTo>
                  <a:cubicBezTo>
                    <a:pt x="2562691" y="862456"/>
                    <a:pt x="2522305" y="884935"/>
                    <a:pt x="2493349" y="899286"/>
                  </a:cubicBezTo>
                  <a:cubicBezTo>
                    <a:pt x="2464393" y="913637"/>
                    <a:pt x="2435056" y="932433"/>
                    <a:pt x="2428325" y="940688"/>
                  </a:cubicBezTo>
                  <a:cubicBezTo>
                    <a:pt x="2403687" y="971422"/>
                    <a:pt x="2417911" y="1029588"/>
                    <a:pt x="2453598" y="1043939"/>
                  </a:cubicBezTo>
                  <a:cubicBezTo>
                    <a:pt x="2461853" y="1047241"/>
                    <a:pt x="2475188" y="1050162"/>
                    <a:pt x="2482935" y="1050416"/>
                  </a:cubicBezTo>
                  <a:cubicBezTo>
                    <a:pt x="2483062" y="1050416"/>
                    <a:pt x="2483190" y="1050416"/>
                    <a:pt x="2483316" y="1050416"/>
                  </a:cubicBezTo>
                  <a:cubicBezTo>
                    <a:pt x="2503255" y="1050416"/>
                    <a:pt x="2588472" y="1009014"/>
                    <a:pt x="2648797" y="969898"/>
                  </a:cubicBezTo>
                  <a:cubicBezTo>
                    <a:pt x="2675848" y="952372"/>
                    <a:pt x="2713440" y="930274"/>
                    <a:pt x="2732490" y="920622"/>
                  </a:cubicBezTo>
                  <a:cubicBezTo>
                    <a:pt x="2751540" y="910970"/>
                    <a:pt x="2771987" y="895984"/>
                    <a:pt x="2778083" y="887348"/>
                  </a:cubicBezTo>
                  <a:cubicBezTo>
                    <a:pt x="2805134" y="848740"/>
                    <a:pt x="2780242" y="793241"/>
                    <a:pt x="2732236" y="785621"/>
                  </a:cubicBezTo>
                  <a:cubicBezTo>
                    <a:pt x="2729823" y="785240"/>
                    <a:pt x="2727410" y="785113"/>
                    <a:pt x="2724743" y="785113"/>
                  </a:cubicBezTo>
                  <a:close/>
                  <a:moveTo>
                    <a:pt x="762340" y="818260"/>
                  </a:moveTo>
                  <a:cubicBezTo>
                    <a:pt x="760181" y="818260"/>
                    <a:pt x="758022" y="818387"/>
                    <a:pt x="755736" y="818514"/>
                  </a:cubicBezTo>
                  <a:cubicBezTo>
                    <a:pt x="738210" y="819911"/>
                    <a:pt x="717255" y="826515"/>
                    <a:pt x="705317" y="836548"/>
                  </a:cubicBezTo>
                  <a:cubicBezTo>
                    <a:pt x="662518" y="872616"/>
                    <a:pt x="673567" y="926210"/>
                    <a:pt x="729193" y="952245"/>
                  </a:cubicBezTo>
                  <a:cubicBezTo>
                    <a:pt x="746338" y="960246"/>
                    <a:pt x="762086" y="966850"/>
                    <a:pt x="764499" y="966850"/>
                  </a:cubicBezTo>
                  <a:cubicBezTo>
                    <a:pt x="766912" y="966850"/>
                    <a:pt x="851621" y="1007871"/>
                    <a:pt x="952967" y="1057909"/>
                  </a:cubicBezTo>
                  <a:cubicBezTo>
                    <a:pt x="1142070" y="1151381"/>
                    <a:pt x="1217127" y="1181353"/>
                    <a:pt x="1287358" y="1191640"/>
                  </a:cubicBezTo>
                  <a:cubicBezTo>
                    <a:pt x="1309456" y="1194815"/>
                    <a:pt x="1348699" y="1197863"/>
                    <a:pt x="1374480" y="1198371"/>
                  </a:cubicBezTo>
                  <a:cubicBezTo>
                    <a:pt x="1378798" y="1198498"/>
                    <a:pt x="1382608" y="1198498"/>
                    <a:pt x="1386291" y="1198498"/>
                  </a:cubicBezTo>
                  <a:cubicBezTo>
                    <a:pt x="1417152" y="1198498"/>
                    <a:pt x="1426296" y="1195196"/>
                    <a:pt x="1442679" y="1181480"/>
                  </a:cubicBezTo>
                  <a:cubicBezTo>
                    <a:pt x="1468206" y="1160017"/>
                    <a:pt x="1476461" y="1129410"/>
                    <a:pt x="1463634" y="1103248"/>
                  </a:cubicBezTo>
                  <a:cubicBezTo>
                    <a:pt x="1446997" y="1069339"/>
                    <a:pt x="1423375" y="1058290"/>
                    <a:pt x="1344762" y="1048003"/>
                  </a:cubicBezTo>
                  <a:cubicBezTo>
                    <a:pt x="1246337" y="1035049"/>
                    <a:pt x="1149817" y="998727"/>
                    <a:pt x="933028" y="893063"/>
                  </a:cubicBezTo>
                  <a:cubicBezTo>
                    <a:pt x="882609" y="868552"/>
                    <a:pt x="829650" y="844676"/>
                    <a:pt x="815172" y="840104"/>
                  </a:cubicBezTo>
                  <a:cubicBezTo>
                    <a:pt x="800694" y="835532"/>
                    <a:pt x="786978" y="828801"/>
                    <a:pt x="784819" y="825245"/>
                  </a:cubicBezTo>
                  <a:cubicBezTo>
                    <a:pt x="782660" y="821816"/>
                    <a:pt x="777961" y="819657"/>
                    <a:pt x="771865" y="818641"/>
                  </a:cubicBezTo>
                  <a:cubicBezTo>
                    <a:pt x="769071" y="818133"/>
                    <a:pt x="765896" y="818006"/>
                    <a:pt x="762594" y="818006"/>
                  </a:cubicBezTo>
                  <a:close/>
                  <a:moveTo>
                    <a:pt x="2199725" y="1051432"/>
                  </a:moveTo>
                  <a:cubicBezTo>
                    <a:pt x="2185882" y="1051432"/>
                    <a:pt x="2131272" y="1065402"/>
                    <a:pt x="2078441" y="1082420"/>
                  </a:cubicBezTo>
                  <a:cubicBezTo>
                    <a:pt x="1972904" y="1116456"/>
                    <a:pt x="1918421" y="1127632"/>
                    <a:pt x="1828759" y="1127632"/>
                  </a:cubicBezTo>
                  <a:cubicBezTo>
                    <a:pt x="1807041" y="1127632"/>
                    <a:pt x="1783166" y="1126997"/>
                    <a:pt x="1755988" y="1125854"/>
                  </a:cubicBezTo>
                  <a:cubicBezTo>
                    <a:pt x="1728683" y="1124711"/>
                    <a:pt x="1706204" y="1123949"/>
                    <a:pt x="1687662" y="1123949"/>
                  </a:cubicBezTo>
                  <a:cubicBezTo>
                    <a:pt x="1619463" y="1123949"/>
                    <a:pt x="1603969" y="1133474"/>
                    <a:pt x="1587586" y="1165097"/>
                  </a:cubicBezTo>
                  <a:cubicBezTo>
                    <a:pt x="1567520" y="1203959"/>
                    <a:pt x="1583776" y="1244091"/>
                    <a:pt x="1626956" y="1262379"/>
                  </a:cubicBezTo>
                  <a:cubicBezTo>
                    <a:pt x="1635465" y="1265935"/>
                    <a:pt x="1675343" y="1267840"/>
                    <a:pt x="1737700" y="1267840"/>
                  </a:cubicBezTo>
                  <a:cubicBezTo>
                    <a:pt x="1756369" y="1267840"/>
                    <a:pt x="1777070" y="1267713"/>
                    <a:pt x="1799422" y="1267332"/>
                  </a:cubicBezTo>
                  <a:cubicBezTo>
                    <a:pt x="1971760" y="1264665"/>
                    <a:pt x="1987128" y="1261744"/>
                    <a:pt x="2161498" y="1197736"/>
                  </a:cubicBezTo>
                  <a:cubicBezTo>
                    <a:pt x="2227411" y="1173479"/>
                    <a:pt x="2244048" y="1164462"/>
                    <a:pt x="2255097" y="1146809"/>
                  </a:cubicBezTo>
                  <a:cubicBezTo>
                    <a:pt x="2281641" y="1104391"/>
                    <a:pt x="2250906" y="1051432"/>
                    <a:pt x="2199725" y="1051432"/>
                  </a:cubicBezTo>
                  <a:close/>
                </a:path>
              </a:pathLst>
            </a:custGeom>
            <a:solidFill>
              <a:srgbClr val="FFC26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877992" y="-63503"/>
            <a:ext cx="4473512" cy="3555997"/>
            <a:chOff x="0" y="0"/>
            <a:chExt cx="4473512" cy="355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979883" y="63500"/>
              <a:ext cx="3429051" cy="3429000"/>
            </a:xfrm>
            <a:custGeom>
              <a:avLst/>
              <a:gdLst/>
              <a:ahLst/>
              <a:cxnLst/>
              <a:rect r="r" b="b" t="t" l="l"/>
              <a:pathLst>
                <a:path h="3429000" w="3429051">
                  <a:moveTo>
                    <a:pt x="49" y="0"/>
                  </a:moveTo>
                  <a:lnTo>
                    <a:pt x="3429051" y="0"/>
                  </a:lnTo>
                  <a:lnTo>
                    <a:pt x="3429051" y="3429000"/>
                  </a:lnTo>
                  <a:cubicBezTo>
                    <a:pt x="3429051" y="3429000"/>
                    <a:pt x="2451786" y="3302127"/>
                    <a:pt x="2540940" y="2678049"/>
                  </a:cubicBezTo>
                  <a:cubicBezTo>
                    <a:pt x="2541575" y="2671826"/>
                    <a:pt x="2542972" y="2664968"/>
                    <a:pt x="2543734" y="2658872"/>
                  </a:cubicBezTo>
                  <a:cubicBezTo>
                    <a:pt x="2569769" y="2453132"/>
                    <a:pt x="2520366" y="2252853"/>
                    <a:pt x="2416226" y="2086864"/>
                  </a:cubicBezTo>
                  <a:cubicBezTo>
                    <a:pt x="2238552" y="1805051"/>
                    <a:pt x="2303069" y="1433322"/>
                    <a:pt x="2559609" y="1220724"/>
                  </a:cubicBezTo>
                  <a:lnTo>
                    <a:pt x="2847010" y="982091"/>
                  </a:lnTo>
                  <a:cubicBezTo>
                    <a:pt x="2934766" y="908685"/>
                    <a:pt x="2955341" y="783844"/>
                    <a:pt x="2898445" y="684403"/>
                  </a:cubicBezTo>
                  <a:cubicBezTo>
                    <a:pt x="2897810" y="683768"/>
                    <a:pt x="2897810" y="683006"/>
                    <a:pt x="2897047" y="682371"/>
                  </a:cubicBezTo>
                  <a:cubicBezTo>
                    <a:pt x="2675560" y="289433"/>
                    <a:pt x="2005507" y="572643"/>
                    <a:pt x="2005507" y="572643"/>
                  </a:cubicBezTo>
                  <a:cubicBezTo>
                    <a:pt x="2005507" y="572643"/>
                    <a:pt x="850442" y="1042416"/>
                    <a:pt x="216076" y="277749"/>
                  </a:cubicBezTo>
                  <a:cubicBezTo>
                    <a:pt x="-8968" y="6223"/>
                    <a:pt x="49" y="0"/>
                    <a:pt x="49" y="0"/>
                  </a:cubicBezTo>
                  <a:close/>
                </a:path>
              </a:pathLst>
            </a:custGeom>
            <a:solidFill>
              <a:srgbClr val="FFB4C9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67" y="70612"/>
              <a:ext cx="4346638" cy="2543937"/>
            </a:xfrm>
            <a:custGeom>
              <a:avLst/>
              <a:gdLst/>
              <a:ahLst/>
              <a:cxnLst/>
              <a:rect r="r" b="b" t="t" l="l"/>
              <a:pathLst>
                <a:path h="2543937" w="4346638">
                  <a:moveTo>
                    <a:pt x="49082" y="0"/>
                  </a:moveTo>
                  <a:cubicBezTo>
                    <a:pt x="-13529" y="0"/>
                    <a:pt x="-5528" y="5588"/>
                    <a:pt x="14665" y="80899"/>
                  </a:cubicBezTo>
                  <a:cubicBezTo>
                    <a:pt x="43621" y="189230"/>
                    <a:pt x="69656" y="231394"/>
                    <a:pt x="187639" y="362204"/>
                  </a:cubicBezTo>
                  <a:cubicBezTo>
                    <a:pt x="225993" y="404749"/>
                    <a:pt x="251266" y="422910"/>
                    <a:pt x="278317" y="422910"/>
                  </a:cubicBezTo>
                  <a:cubicBezTo>
                    <a:pt x="289239" y="422910"/>
                    <a:pt x="300542" y="419989"/>
                    <a:pt x="312988" y="414401"/>
                  </a:cubicBezTo>
                  <a:cubicBezTo>
                    <a:pt x="347532" y="399034"/>
                    <a:pt x="372297" y="361442"/>
                    <a:pt x="371916" y="324866"/>
                  </a:cubicBezTo>
                  <a:cubicBezTo>
                    <a:pt x="371662" y="295402"/>
                    <a:pt x="349564" y="259842"/>
                    <a:pt x="291906" y="196215"/>
                  </a:cubicBezTo>
                  <a:cubicBezTo>
                    <a:pt x="236026" y="134493"/>
                    <a:pt x="200085" y="77597"/>
                    <a:pt x="185099" y="26670"/>
                  </a:cubicBezTo>
                  <a:lnTo>
                    <a:pt x="177352" y="254"/>
                  </a:lnTo>
                  <a:lnTo>
                    <a:pt x="87944" y="254"/>
                  </a:lnTo>
                  <a:cubicBezTo>
                    <a:pt x="72704" y="254"/>
                    <a:pt x="59877" y="127"/>
                    <a:pt x="49082" y="127"/>
                  </a:cubicBezTo>
                  <a:close/>
                  <a:moveTo>
                    <a:pt x="555558" y="473837"/>
                  </a:moveTo>
                  <a:cubicBezTo>
                    <a:pt x="554669" y="473837"/>
                    <a:pt x="553780" y="473837"/>
                    <a:pt x="552891" y="473837"/>
                  </a:cubicBezTo>
                  <a:cubicBezTo>
                    <a:pt x="522157" y="474726"/>
                    <a:pt x="490788" y="490347"/>
                    <a:pt x="476564" y="516890"/>
                  </a:cubicBezTo>
                  <a:cubicBezTo>
                    <a:pt x="455609" y="555879"/>
                    <a:pt x="465134" y="593217"/>
                    <a:pt x="504631" y="626364"/>
                  </a:cubicBezTo>
                  <a:cubicBezTo>
                    <a:pt x="516188" y="636143"/>
                    <a:pt x="561654" y="676402"/>
                    <a:pt x="605850" y="715899"/>
                  </a:cubicBezTo>
                  <a:cubicBezTo>
                    <a:pt x="737168" y="833501"/>
                    <a:pt x="783523" y="869315"/>
                    <a:pt x="824671" y="869315"/>
                  </a:cubicBezTo>
                  <a:cubicBezTo>
                    <a:pt x="835974" y="869315"/>
                    <a:pt x="846896" y="866648"/>
                    <a:pt x="859088" y="862203"/>
                  </a:cubicBezTo>
                  <a:cubicBezTo>
                    <a:pt x="890965" y="850519"/>
                    <a:pt x="904427" y="837311"/>
                    <a:pt x="916492" y="805815"/>
                  </a:cubicBezTo>
                  <a:cubicBezTo>
                    <a:pt x="924621" y="784479"/>
                    <a:pt x="925255" y="774700"/>
                    <a:pt x="919668" y="753872"/>
                  </a:cubicBezTo>
                  <a:cubicBezTo>
                    <a:pt x="911793" y="724662"/>
                    <a:pt x="917635" y="729869"/>
                    <a:pt x="742756" y="595757"/>
                  </a:cubicBezTo>
                  <a:cubicBezTo>
                    <a:pt x="674684" y="543560"/>
                    <a:pt x="612200" y="495554"/>
                    <a:pt x="603691" y="488950"/>
                  </a:cubicBezTo>
                  <a:cubicBezTo>
                    <a:pt x="590229" y="478536"/>
                    <a:pt x="573084" y="473710"/>
                    <a:pt x="555558" y="473710"/>
                  </a:cubicBezTo>
                  <a:close/>
                  <a:moveTo>
                    <a:pt x="1172398" y="848233"/>
                  </a:moveTo>
                  <a:cubicBezTo>
                    <a:pt x="1107755" y="848233"/>
                    <a:pt x="1090483" y="855980"/>
                    <a:pt x="1072194" y="877697"/>
                  </a:cubicBezTo>
                  <a:cubicBezTo>
                    <a:pt x="1042350" y="913257"/>
                    <a:pt x="1043492" y="956818"/>
                    <a:pt x="1075369" y="988568"/>
                  </a:cubicBezTo>
                  <a:cubicBezTo>
                    <a:pt x="1095181" y="1008380"/>
                    <a:pt x="1098991" y="1009396"/>
                    <a:pt x="1196147" y="1020318"/>
                  </a:cubicBezTo>
                  <a:cubicBezTo>
                    <a:pt x="1230310" y="1024128"/>
                    <a:pt x="1288476" y="1031367"/>
                    <a:pt x="1325433" y="1036193"/>
                  </a:cubicBezTo>
                  <a:cubicBezTo>
                    <a:pt x="1366073" y="1041527"/>
                    <a:pt x="1389949" y="1044321"/>
                    <a:pt x="1406205" y="1044321"/>
                  </a:cubicBezTo>
                  <a:cubicBezTo>
                    <a:pt x="1424493" y="1044321"/>
                    <a:pt x="1433129" y="1040765"/>
                    <a:pt x="1445194" y="1033399"/>
                  </a:cubicBezTo>
                  <a:cubicBezTo>
                    <a:pt x="1508313" y="994918"/>
                    <a:pt x="1502344" y="905637"/>
                    <a:pt x="1434399" y="871855"/>
                  </a:cubicBezTo>
                  <a:cubicBezTo>
                    <a:pt x="1408110" y="858774"/>
                    <a:pt x="1391854" y="856742"/>
                    <a:pt x="1271839" y="851154"/>
                  </a:cubicBezTo>
                  <a:cubicBezTo>
                    <a:pt x="1234120" y="849376"/>
                    <a:pt x="1204402" y="848360"/>
                    <a:pt x="1180653" y="848106"/>
                  </a:cubicBezTo>
                  <a:cubicBezTo>
                    <a:pt x="1177859" y="848106"/>
                    <a:pt x="1175192" y="848106"/>
                    <a:pt x="1172525" y="848106"/>
                  </a:cubicBezTo>
                  <a:close/>
                  <a:moveTo>
                    <a:pt x="1626550" y="1039495"/>
                  </a:moveTo>
                  <a:cubicBezTo>
                    <a:pt x="1609024" y="1039495"/>
                    <a:pt x="1591625" y="1043686"/>
                    <a:pt x="1579052" y="1052322"/>
                  </a:cubicBezTo>
                  <a:cubicBezTo>
                    <a:pt x="1537142" y="1080770"/>
                    <a:pt x="1531173" y="1137666"/>
                    <a:pt x="1565844" y="1177290"/>
                  </a:cubicBezTo>
                  <a:cubicBezTo>
                    <a:pt x="1587180" y="1201801"/>
                    <a:pt x="1652839" y="1307846"/>
                    <a:pt x="1693606" y="1383919"/>
                  </a:cubicBezTo>
                  <a:cubicBezTo>
                    <a:pt x="1726626" y="1445641"/>
                    <a:pt x="1741485" y="1464691"/>
                    <a:pt x="1766631" y="1477772"/>
                  </a:cubicBezTo>
                  <a:cubicBezTo>
                    <a:pt x="1776664" y="1482979"/>
                    <a:pt x="1794952" y="1485900"/>
                    <a:pt x="1811716" y="1485900"/>
                  </a:cubicBezTo>
                  <a:cubicBezTo>
                    <a:pt x="1822638" y="1485900"/>
                    <a:pt x="1832925" y="1484630"/>
                    <a:pt x="1840037" y="1482090"/>
                  </a:cubicBezTo>
                  <a:cubicBezTo>
                    <a:pt x="1854515" y="1476756"/>
                    <a:pt x="1877629" y="1454023"/>
                    <a:pt x="1887281" y="1435481"/>
                  </a:cubicBezTo>
                  <a:cubicBezTo>
                    <a:pt x="1900235" y="1410589"/>
                    <a:pt x="1897822" y="1375537"/>
                    <a:pt x="1880550" y="1338453"/>
                  </a:cubicBezTo>
                  <a:cubicBezTo>
                    <a:pt x="1849181" y="1271016"/>
                    <a:pt x="1717482" y="1084580"/>
                    <a:pt x="1680906" y="1055878"/>
                  </a:cubicBezTo>
                  <a:cubicBezTo>
                    <a:pt x="1667952" y="1045718"/>
                    <a:pt x="1649283" y="1040130"/>
                    <a:pt x="1630487" y="1039495"/>
                  </a:cubicBezTo>
                  <a:cubicBezTo>
                    <a:pt x="1629217" y="1039495"/>
                    <a:pt x="1627947" y="1039368"/>
                    <a:pt x="1626677" y="1039368"/>
                  </a:cubicBezTo>
                  <a:close/>
                  <a:moveTo>
                    <a:pt x="719515" y="127"/>
                  </a:moveTo>
                  <a:lnTo>
                    <a:pt x="730691" y="18923"/>
                  </a:lnTo>
                  <a:cubicBezTo>
                    <a:pt x="753424" y="57531"/>
                    <a:pt x="835085" y="154559"/>
                    <a:pt x="899474" y="219837"/>
                  </a:cubicBezTo>
                  <a:cubicBezTo>
                    <a:pt x="1013647" y="335407"/>
                    <a:pt x="1098229" y="397510"/>
                    <a:pt x="1236406" y="466852"/>
                  </a:cubicBezTo>
                  <a:cubicBezTo>
                    <a:pt x="1340038" y="518922"/>
                    <a:pt x="1421953" y="548132"/>
                    <a:pt x="1559367" y="582041"/>
                  </a:cubicBezTo>
                  <a:cubicBezTo>
                    <a:pt x="1751772" y="629412"/>
                    <a:pt x="1806128" y="657352"/>
                    <a:pt x="1883217" y="748157"/>
                  </a:cubicBezTo>
                  <a:cubicBezTo>
                    <a:pt x="1943669" y="819404"/>
                    <a:pt x="1960433" y="847344"/>
                    <a:pt x="2023425" y="982599"/>
                  </a:cubicBezTo>
                  <a:cubicBezTo>
                    <a:pt x="2084893" y="1114679"/>
                    <a:pt x="2117024" y="1173353"/>
                    <a:pt x="2159315" y="1231646"/>
                  </a:cubicBezTo>
                  <a:cubicBezTo>
                    <a:pt x="2308667" y="1437005"/>
                    <a:pt x="2660076" y="1586230"/>
                    <a:pt x="3096321" y="1629410"/>
                  </a:cubicBezTo>
                  <a:cubicBezTo>
                    <a:pt x="3196525" y="1639316"/>
                    <a:pt x="3510469" y="1654556"/>
                    <a:pt x="3615370" y="1654683"/>
                  </a:cubicBezTo>
                  <a:cubicBezTo>
                    <a:pt x="3821873" y="1654810"/>
                    <a:pt x="3966653" y="1669796"/>
                    <a:pt x="4103305" y="1705229"/>
                  </a:cubicBezTo>
                  <a:cubicBezTo>
                    <a:pt x="4173028" y="1723263"/>
                    <a:pt x="4319205" y="1775206"/>
                    <a:pt x="4330762" y="1786001"/>
                  </a:cubicBezTo>
                  <a:cubicBezTo>
                    <a:pt x="4334064" y="1789049"/>
                    <a:pt x="4338890" y="1791462"/>
                    <a:pt x="4341684" y="1791462"/>
                  </a:cubicBezTo>
                  <a:cubicBezTo>
                    <a:pt x="4344478" y="1791462"/>
                    <a:pt x="4346637" y="1745742"/>
                    <a:pt x="4346637" y="1689735"/>
                  </a:cubicBezTo>
                  <a:lnTo>
                    <a:pt x="4346637" y="1688846"/>
                  </a:lnTo>
                  <a:cubicBezTo>
                    <a:pt x="4346637" y="1598168"/>
                    <a:pt x="4345494" y="1586992"/>
                    <a:pt x="4335715" y="1583055"/>
                  </a:cubicBezTo>
                  <a:cubicBezTo>
                    <a:pt x="4295202" y="1566545"/>
                    <a:pt x="4189157" y="1533144"/>
                    <a:pt x="4128959" y="1518031"/>
                  </a:cubicBezTo>
                  <a:cubicBezTo>
                    <a:pt x="3982528" y="1481328"/>
                    <a:pt x="3875975" y="1470660"/>
                    <a:pt x="3600257" y="1464945"/>
                  </a:cubicBezTo>
                  <a:cubicBezTo>
                    <a:pt x="3224973" y="1457325"/>
                    <a:pt x="3007421" y="1437894"/>
                    <a:pt x="2832161" y="1396365"/>
                  </a:cubicBezTo>
                  <a:cubicBezTo>
                    <a:pt x="2629977" y="1348486"/>
                    <a:pt x="2427793" y="1250696"/>
                    <a:pt x="2345751" y="1160780"/>
                  </a:cubicBezTo>
                  <a:cubicBezTo>
                    <a:pt x="2289109" y="1098804"/>
                    <a:pt x="2280092" y="1082548"/>
                    <a:pt x="2147250" y="804164"/>
                  </a:cubicBezTo>
                  <a:cubicBezTo>
                    <a:pt x="2097847" y="700659"/>
                    <a:pt x="1982912" y="564769"/>
                    <a:pt x="1895282" y="506476"/>
                  </a:cubicBezTo>
                  <a:cubicBezTo>
                    <a:pt x="1825178" y="459867"/>
                    <a:pt x="1751518" y="433578"/>
                    <a:pt x="1572575" y="391795"/>
                  </a:cubicBezTo>
                  <a:cubicBezTo>
                    <a:pt x="1493073" y="373126"/>
                    <a:pt x="1367343" y="324993"/>
                    <a:pt x="1289491" y="283083"/>
                  </a:cubicBezTo>
                  <a:cubicBezTo>
                    <a:pt x="1182430" y="225679"/>
                    <a:pt x="1101658" y="160782"/>
                    <a:pt x="992692" y="44704"/>
                  </a:cubicBezTo>
                  <a:lnTo>
                    <a:pt x="950782" y="127"/>
                  </a:lnTo>
                  <a:close/>
                  <a:moveTo>
                    <a:pt x="2179000" y="1549527"/>
                  </a:moveTo>
                  <a:cubicBezTo>
                    <a:pt x="2178365" y="1549527"/>
                    <a:pt x="2177857" y="1549527"/>
                    <a:pt x="2177222" y="1549527"/>
                  </a:cubicBezTo>
                  <a:cubicBezTo>
                    <a:pt x="2166300" y="1549781"/>
                    <a:pt x="2154870" y="1552702"/>
                    <a:pt x="2142551" y="1557909"/>
                  </a:cubicBezTo>
                  <a:cubicBezTo>
                    <a:pt x="2115500" y="1569212"/>
                    <a:pt x="2096069" y="1600581"/>
                    <a:pt x="2095942" y="1632712"/>
                  </a:cubicBezTo>
                  <a:cubicBezTo>
                    <a:pt x="2095942" y="1659509"/>
                    <a:pt x="2128581" y="1712976"/>
                    <a:pt x="2198558" y="1800860"/>
                  </a:cubicBezTo>
                  <a:cubicBezTo>
                    <a:pt x="2293935" y="1920494"/>
                    <a:pt x="2343465" y="1963928"/>
                    <a:pt x="2393630" y="1963928"/>
                  </a:cubicBezTo>
                  <a:cubicBezTo>
                    <a:pt x="2403536" y="1963928"/>
                    <a:pt x="2413315" y="1962277"/>
                    <a:pt x="2423602" y="1959102"/>
                  </a:cubicBezTo>
                  <a:cubicBezTo>
                    <a:pt x="2450780" y="1950847"/>
                    <a:pt x="2480244" y="1919732"/>
                    <a:pt x="2485070" y="1894332"/>
                  </a:cubicBezTo>
                  <a:cubicBezTo>
                    <a:pt x="2492817" y="1853057"/>
                    <a:pt x="2484308" y="1838960"/>
                    <a:pt x="2400996" y="1755140"/>
                  </a:cubicBezTo>
                  <a:cubicBezTo>
                    <a:pt x="2357181" y="1711071"/>
                    <a:pt x="2303841" y="1652905"/>
                    <a:pt x="2282505" y="1625981"/>
                  </a:cubicBezTo>
                  <a:cubicBezTo>
                    <a:pt x="2240087" y="1572387"/>
                    <a:pt x="2211131" y="1549527"/>
                    <a:pt x="2178873" y="1549527"/>
                  </a:cubicBezTo>
                  <a:close/>
                  <a:moveTo>
                    <a:pt x="2650678" y="1950212"/>
                  </a:moveTo>
                  <a:cubicBezTo>
                    <a:pt x="2620198" y="1950212"/>
                    <a:pt x="2600513" y="1959864"/>
                    <a:pt x="2581590" y="1981581"/>
                  </a:cubicBezTo>
                  <a:cubicBezTo>
                    <a:pt x="2566604" y="1998726"/>
                    <a:pt x="2562413" y="2009267"/>
                    <a:pt x="2562413" y="2029714"/>
                  </a:cubicBezTo>
                  <a:cubicBezTo>
                    <a:pt x="2562413" y="2061083"/>
                    <a:pt x="2579812" y="2092325"/>
                    <a:pt x="2604069" y="2104517"/>
                  </a:cubicBezTo>
                  <a:cubicBezTo>
                    <a:pt x="2627310" y="2116201"/>
                    <a:pt x="2717734" y="2136648"/>
                    <a:pt x="2801808" y="2149348"/>
                  </a:cubicBezTo>
                  <a:cubicBezTo>
                    <a:pt x="2839400" y="2154936"/>
                    <a:pt x="2886009" y="2163572"/>
                    <a:pt x="2905313" y="2168398"/>
                  </a:cubicBezTo>
                  <a:cubicBezTo>
                    <a:pt x="2926903" y="2173859"/>
                    <a:pt x="2944810" y="2176526"/>
                    <a:pt x="2960177" y="2176526"/>
                  </a:cubicBezTo>
                  <a:cubicBezTo>
                    <a:pt x="2975544" y="2176526"/>
                    <a:pt x="2988625" y="2173859"/>
                    <a:pt x="3000817" y="2168398"/>
                  </a:cubicBezTo>
                  <a:cubicBezTo>
                    <a:pt x="3032313" y="2154428"/>
                    <a:pt x="3048950" y="2131187"/>
                    <a:pt x="3052252" y="2096516"/>
                  </a:cubicBezTo>
                  <a:cubicBezTo>
                    <a:pt x="3059872" y="2017141"/>
                    <a:pt x="2990911" y="1981200"/>
                    <a:pt x="2808031" y="1969135"/>
                  </a:cubicBezTo>
                  <a:cubicBezTo>
                    <a:pt x="2773868" y="1966849"/>
                    <a:pt x="2724338" y="1960880"/>
                    <a:pt x="2698049" y="1955673"/>
                  </a:cubicBezTo>
                  <a:cubicBezTo>
                    <a:pt x="2682936" y="1952752"/>
                    <a:pt x="2669855" y="1950974"/>
                    <a:pt x="2658298" y="1950466"/>
                  </a:cubicBezTo>
                  <a:cubicBezTo>
                    <a:pt x="2655758" y="1950339"/>
                    <a:pt x="2653218" y="1950339"/>
                    <a:pt x="2650805" y="1950339"/>
                  </a:cubicBezTo>
                  <a:close/>
                  <a:moveTo>
                    <a:pt x="3590224" y="2001012"/>
                  </a:moveTo>
                  <a:cubicBezTo>
                    <a:pt x="3590098" y="2001012"/>
                    <a:pt x="3589970" y="2001012"/>
                    <a:pt x="3589843" y="2001012"/>
                  </a:cubicBezTo>
                  <a:cubicBezTo>
                    <a:pt x="3547680" y="2001139"/>
                    <a:pt x="3341305" y="2039366"/>
                    <a:pt x="3311332" y="2052574"/>
                  </a:cubicBezTo>
                  <a:cubicBezTo>
                    <a:pt x="3242880" y="2082800"/>
                    <a:pt x="3234117" y="2175891"/>
                    <a:pt x="3296728" y="2209546"/>
                  </a:cubicBezTo>
                  <a:cubicBezTo>
                    <a:pt x="3310062" y="2216658"/>
                    <a:pt x="3325430" y="2220468"/>
                    <a:pt x="3339273" y="2220468"/>
                  </a:cubicBezTo>
                  <a:cubicBezTo>
                    <a:pt x="3349687" y="2220468"/>
                    <a:pt x="3359212" y="2218436"/>
                    <a:pt x="3366450" y="2214118"/>
                  </a:cubicBezTo>
                  <a:cubicBezTo>
                    <a:pt x="3372547" y="2210562"/>
                    <a:pt x="3428173" y="2202307"/>
                    <a:pt x="3490022" y="2195576"/>
                  </a:cubicBezTo>
                  <a:cubicBezTo>
                    <a:pt x="3565332" y="2187448"/>
                    <a:pt x="3611433" y="2179574"/>
                    <a:pt x="3629594" y="2171573"/>
                  </a:cubicBezTo>
                  <a:cubicBezTo>
                    <a:pt x="3717987" y="2132457"/>
                    <a:pt x="3687253" y="2001139"/>
                    <a:pt x="3590098" y="2001139"/>
                  </a:cubicBezTo>
                  <a:close/>
                  <a:moveTo>
                    <a:pt x="283905" y="127"/>
                  </a:moveTo>
                  <a:lnTo>
                    <a:pt x="296351" y="20320"/>
                  </a:lnTo>
                  <a:cubicBezTo>
                    <a:pt x="303209" y="31496"/>
                    <a:pt x="323275" y="65786"/>
                    <a:pt x="340928" y="96520"/>
                  </a:cubicBezTo>
                  <a:cubicBezTo>
                    <a:pt x="389188" y="180467"/>
                    <a:pt x="414842" y="212090"/>
                    <a:pt x="517585" y="314325"/>
                  </a:cubicBezTo>
                  <a:cubicBezTo>
                    <a:pt x="622614" y="418719"/>
                    <a:pt x="678494" y="465201"/>
                    <a:pt x="801176" y="550164"/>
                  </a:cubicBezTo>
                  <a:cubicBezTo>
                    <a:pt x="962720" y="662051"/>
                    <a:pt x="981263" y="669798"/>
                    <a:pt x="1242756" y="734441"/>
                  </a:cubicBezTo>
                  <a:cubicBezTo>
                    <a:pt x="1464625" y="789305"/>
                    <a:pt x="1510980" y="808101"/>
                    <a:pt x="1600642" y="878967"/>
                  </a:cubicBezTo>
                  <a:cubicBezTo>
                    <a:pt x="1697670" y="955675"/>
                    <a:pt x="1752915" y="1033399"/>
                    <a:pt x="1849562" y="1228471"/>
                  </a:cubicBezTo>
                  <a:cubicBezTo>
                    <a:pt x="1928175" y="1387221"/>
                    <a:pt x="2011995" y="1503426"/>
                    <a:pt x="2141408" y="1632966"/>
                  </a:cubicBezTo>
                  <a:cubicBezTo>
                    <a:pt x="2251263" y="1742948"/>
                    <a:pt x="2352609" y="1808353"/>
                    <a:pt x="2482022" y="1852803"/>
                  </a:cubicBezTo>
                  <a:cubicBezTo>
                    <a:pt x="2608514" y="1896237"/>
                    <a:pt x="2721544" y="1913128"/>
                    <a:pt x="2947096" y="1922018"/>
                  </a:cubicBezTo>
                  <a:cubicBezTo>
                    <a:pt x="3120959" y="1928876"/>
                    <a:pt x="3248722" y="1938147"/>
                    <a:pt x="3329620" y="1949831"/>
                  </a:cubicBezTo>
                  <a:cubicBezTo>
                    <a:pt x="3363783" y="1954784"/>
                    <a:pt x="3428173" y="1961642"/>
                    <a:pt x="3472623" y="1965325"/>
                  </a:cubicBezTo>
                  <a:cubicBezTo>
                    <a:pt x="3556697" y="1972056"/>
                    <a:pt x="3690174" y="1991741"/>
                    <a:pt x="3839653" y="2019300"/>
                  </a:cubicBezTo>
                  <a:cubicBezTo>
                    <a:pt x="3992180" y="2047367"/>
                    <a:pt x="4048441" y="2065274"/>
                    <a:pt x="4159693" y="2120519"/>
                  </a:cubicBezTo>
                  <a:cubicBezTo>
                    <a:pt x="4229416" y="2155190"/>
                    <a:pt x="4270183" y="2182495"/>
                    <a:pt x="4317046" y="2225929"/>
                  </a:cubicBezTo>
                  <a:lnTo>
                    <a:pt x="4346637" y="2253361"/>
                  </a:lnTo>
                  <a:lnTo>
                    <a:pt x="4346637" y="2009267"/>
                  </a:lnTo>
                  <a:lnTo>
                    <a:pt x="4320221" y="1992503"/>
                  </a:lnTo>
                  <a:cubicBezTo>
                    <a:pt x="4275771" y="1964309"/>
                    <a:pt x="4147120" y="1905000"/>
                    <a:pt x="4086287" y="1884680"/>
                  </a:cubicBezTo>
                  <a:cubicBezTo>
                    <a:pt x="4025835" y="1864487"/>
                    <a:pt x="3903534" y="1837309"/>
                    <a:pt x="3793044" y="1819783"/>
                  </a:cubicBezTo>
                  <a:cubicBezTo>
                    <a:pt x="3757103" y="1814068"/>
                    <a:pt x="3694111" y="1803908"/>
                    <a:pt x="3653089" y="1797304"/>
                  </a:cubicBezTo>
                  <a:cubicBezTo>
                    <a:pt x="3612069" y="1790700"/>
                    <a:pt x="3543488" y="1782318"/>
                    <a:pt x="3500689" y="1778635"/>
                  </a:cubicBezTo>
                  <a:cubicBezTo>
                    <a:pt x="3457891" y="1774952"/>
                    <a:pt x="3390707" y="1767840"/>
                    <a:pt x="3351464" y="1762633"/>
                  </a:cubicBezTo>
                  <a:cubicBezTo>
                    <a:pt x="3250373" y="1749298"/>
                    <a:pt x="3160075" y="1742694"/>
                    <a:pt x="2981386" y="1735709"/>
                  </a:cubicBezTo>
                  <a:cubicBezTo>
                    <a:pt x="2650551" y="1722755"/>
                    <a:pt x="2526472" y="1692148"/>
                    <a:pt x="2371024" y="1585087"/>
                  </a:cubicBezTo>
                  <a:cubicBezTo>
                    <a:pt x="2312604" y="1544955"/>
                    <a:pt x="2210623" y="1439164"/>
                    <a:pt x="2143186" y="1348994"/>
                  </a:cubicBezTo>
                  <a:cubicBezTo>
                    <a:pt x="2079813" y="1264285"/>
                    <a:pt x="2050730" y="1217041"/>
                    <a:pt x="2017583" y="1144524"/>
                  </a:cubicBezTo>
                  <a:cubicBezTo>
                    <a:pt x="1903791" y="895731"/>
                    <a:pt x="1772600" y="744474"/>
                    <a:pt x="1585021" y="645287"/>
                  </a:cubicBezTo>
                  <a:cubicBezTo>
                    <a:pt x="1523045" y="612521"/>
                    <a:pt x="1487358" y="601091"/>
                    <a:pt x="1319972" y="559943"/>
                  </a:cubicBezTo>
                  <a:cubicBezTo>
                    <a:pt x="1102293" y="506476"/>
                    <a:pt x="1094927" y="504444"/>
                    <a:pt x="1052763" y="485394"/>
                  </a:cubicBezTo>
                  <a:cubicBezTo>
                    <a:pt x="1009202" y="465709"/>
                    <a:pt x="928684" y="413004"/>
                    <a:pt x="826195" y="336931"/>
                  </a:cubicBezTo>
                  <a:cubicBezTo>
                    <a:pt x="746312" y="278003"/>
                    <a:pt x="551113" y="86995"/>
                    <a:pt x="515045" y="32766"/>
                  </a:cubicBezTo>
                  <a:lnTo>
                    <a:pt x="493201" y="127"/>
                  </a:lnTo>
                  <a:lnTo>
                    <a:pt x="388553" y="127"/>
                  </a:lnTo>
                  <a:lnTo>
                    <a:pt x="283905" y="127"/>
                  </a:lnTo>
                  <a:close/>
                  <a:moveTo>
                    <a:pt x="3744403" y="2096897"/>
                  </a:moveTo>
                  <a:cubicBezTo>
                    <a:pt x="3738687" y="2096897"/>
                    <a:pt x="3733100" y="2097024"/>
                    <a:pt x="3727638" y="2097151"/>
                  </a:cubicBezTo>
                  <a:cubicBezTo>
                    <a:pt x="3693603" y="2098421"/>
                    <a:pt x="3664393" y="2103374"/>
                    <a:pt x="3646739" y="2112010"/>
                  </a:cubicBezTo>
                  <a:cubicBezTo>
                    <a:pt x="3598606" y="2135632"/>
                    <a:pt x="3580318" y="2188972"/>
                    <a:pt x="3605973" y="2231136"/>
                  </a:cubicBezTo>
                  <a:cubicBezTo>
                    <a:pt x="3624006" y="2260727"/>
                    <a:pt x="3644454" y="2269109"/>
                    <a:pt x="3701731" y="2269109"/>
                  </a:cubicBezTo>
                  <a:cubicBezTo>
                    <a:pt x="3704270" y="2269109"/>
                    <a:pt x="3706811" y="2269109"/>
                    <a:pt x="3709478" y="2269109"/>
                  </a:cubicBezTo>
                  <a:cubicBezTo>
                    <a:pt x="3711001" y="2269109"/>
                    <a:pt x="3712653" y="2269109"/>
                    <a:pt x="3714176" y="2269109"/>
                  </a:cubicBezTo>
                  <a:cubicBezTo>
                    <a:pt x="3771454" y="2269109"/>
                    <a:pt x="3827587" y="2281682"/>
                    <a:pt x="3918901" y="2314956"/>
                  </a:cubicBezTo>
                  <a:cubicBezTo>
                    <a:pt x="3950143" y="2326386"/>
                    <a:pt x="3969574" y="2331720"/>
                    <a:pt x="3985830" y="2331720"/>
                  </a:cubicBezTo>
                  <a:cubicBezTo>
                    <a:pt x="3998784" y="2331720"/>
                    <a:pt x="4009579" y="2328291"/>
                    <a:pt x="4022787" y="2321687"/>
                  </a:cubicBezTo>
                  <a:cubicBezTo>
                    <a:pt x="4091113" y="2287397"/>
                    <a:pt x="4088319" y="2188210"/>
                    <a:pt x="4018088" y="2153158"/>
                  </a:cubicBezTo>
                  <a:cubicBezTo>
                    <a:pt x="3989767" y="2139061"/>
                    <a:pt x="3914964" y="2119122"/>
                    <a:pt x="3837367" y="2105152"/>
                  </a:cubicBezTo>
                  <a:cubicBezTo>
                    <a:pt x="3806379" y="2099564"/>
                    <a:pt x="3773993" y="2096897"/>
                    <a:pt x="3744275" y="2096897"/>
                  </a:cubicBezTo>
                  <a:close/>
                  <a:moveTo>
                    <a:pt x="4234369" y="2295779"/>
                  </a:moveTo>
                  <a:cubicBezTo>
                    <a:pt x="4229543" y="2295779"/>
                    <a:pt x="4224463" y="2296033"/>
                    <a:pt x="4218494" y="2296541"/>
                  </a:cubicBezTo>
                  <a:cubicBezTo>
                    <a:pt x="4111941" y="2305431"/>
                    <a:pt x="4100511" y="2448941"/>
                    <a:pt x="4204778" y="2468499"/>
                  </a:cubicBezTo>
                  <a:cubicBezTo>
                    <a:pt x="4221923" y="2471674"/>
                    <a:pt x="4256340" y="2488057"/>
                    <a:pt x="4289995" y="2508885"/>
                  </a:cubicBezTo>
                  <a:lnTo>
                    <a:pt x="4346383" y="2543937"/>
                  </a:lnTo>
                  <a:lnTo>
                    <a:pt x="4346383" y="2338197"/>
                  </a:lnTo>
                  <a:lnTo>
                    <a:pt x="4299647" y="2315972"/>
                  </a:lnTo>
                  <a:cubicBezTo>
                    <a:pt x="4269167" y="2301494"/>
                    <a:pt x="4255578" y="2296414"/>
                    <a:pt x="4238052" y="2295906"/>
                  </a:cubicBezTo>
                  <a:cubicBezTo>
                    <a:pt x="4236909" y="2295906"/>
                    <a:pt x="4235639" y="2295906"/>
                    <a:pt x="4234369" y="2295906"/>
                  </a:cubicBezTo>
                  <a:close/>
                </a:path>
              </a:pathLst>
            </a:custGeom>
            <a:solidFill>
              <a:srgbClr val="FD6F96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4364376" y="6149092"/>
            <a:ext cx="3990165" cy="4204449"/>
          </a:xfrm>
          <a:custGeom>
            <a:avLst/>
            <a:gdLst/>
            <a:ahLst/>
            <a:cxnLst/>
            <a:rect r="r" b="b" t="t" l="l"/>
            <a:pathLst>
              <a:path h="4204449" w="3990165">
                <a:moveTo>
                  <a:pt x="0" y="0"/>
                </a:moveTo>
                <a:lnTo>
                  <a:pt x="3990166" y="0"/>
                </a:lnTo>
                <a:lnTo>
                  <a:pt x="3990166" y="4204450"/>
                </a:lnTo>
                <a:lnTo>
                  <a:pt x="0" y="42044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7959342" y="1711938"/>
            <a:ext cx="2847975" cy="6353175"/>
            <a:chOff x="0" y="0"/>
            <a:chExt cx="3797300" cy="84709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97300" cy="8470900"/>
            </a:xfrm>
            <a:custGeom>
              <a:avLst/>
              <a:gdLst/>
              <a:ahLst/>
              <a:cxnLst/>
              <a:rect r="r" b="b" t="t" l="l"/>
              <a:pathLst>
                <a:path h="8470900" w="3797300">
                  <a:moveTo>
                    <a:pt x="0" y="0"/>
                  </a:moveTo>
                  <a:lnTo>
                    <a:pt x="3797300" y="0"/>
                  </a:lnTo>
                  <a:lnTo>
                    <a:pt x="3797300" y="8470900"/>
                  </a:lnTo>
                  <a:lnTo>
                    <a:pt x="0" y="847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111367" y="1715729"/>
            <a:ext cx="2847975" cy="6353175"/>
            <a:chOff x="0" y="0"/>
            <a:chExt cx="3797300" cy="8470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797300" cy="8470900"/>
            </a:xfrm>
            <a:custGeom>
              <a:avLst/>
              <a:gdLst/>
              <a:ahLst/>
              <a:cxnLst/>
              <a:rect r="r" b="b" t="t" l="l"/>
              <a:pathLst>
                <a:path h="8470900" w="3797300">
                  <a:moveTo>
                    <a:pt x="0" y="0"/>
                  </a:moveTo>
                  <a:lnTo>
                    <a:pt x="3797300" y="0"/>
                  </a:lnTo>
                  <a:lnTo>
                    <a:pt x="3797300" y="8470900"/>
                  </a:lnTo>
                  <a:lnTo>
                    <a:pt x="0" y="847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807317" y="1715729"/>
            <a:ext cx="2857500" cy="6353175"/>
            <a:chOff x="0" y="0"/>
            <a:chExt cx="3810000" cy="84709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00" cy="8470900"/>
            </a:xfrm>
            <a:custGeom>
              <a:avLst/>
              <a:gdLst/>
              <a:ahLst/>
              <a:cxnLst/>
              <a:rect r="r" b="b" t="t" l="l"/>
              <a:pathLst>
                <a:path h="84709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8470900"/>
                  </a:lnTo>
                  <a:lnTo>
                    <a:pt x="0" y="847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63503" y="6472933"/>
            <a:ext cx="3918642" cy="3877561"/>
            <a:chOff x="0" y="0"/>
            <a:chExt cx="3918649" cy="38775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0" y="63500"/>
              <a:ext cx="3791588" cy="3750564"/>
            </a:xfrm>
            <a:custGeom>
              <a:avLst/>
              <a:gdLst/>
              <a:ahLst/>
              <a:cxnLst/>
              <a:rect r="r" b="b" t="t" l="l"/>
              <a:pathLst>
                <a:path h="3750564" w="3791588">
                  <a:moveTo>
                    <a:pt x="0" y="0"/>
                  </a:moveTo>
                  <a:lnTo>
                    <a:pt x="0" y="3750564"/>
                  </a:lnTo>
                  <a:lnTo>
                    <a:pt x="3791588" y="3750564"/>
                  </a:lnTo>
                  <a:lnTo>
                    <a:pt x="379158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3500" y="771271"/>
              <a:ext cx="2621917" cy="3042793"/>
            </a:xfrm>
            <a:custGeom>
              <a:avLst/>
              <a:gdLst/>
              <a:ahLst/>
              <a:cxnLst/>
              <a:rect r="r" b="b" t="t" l="l"/>
              <a:pathLst>
                <a:path h="3042793" w="2621917">
                  <a:moveTo>
                    <a:pt x="0" y="0"/>
                  </a:moveTo>
                  <a:lnTo>
                    <a:pt x="0" y="3042793"/>
                  </a:lnTo>
                  <a:lnTo>
                    <a:pt x="2621917" y="3042793"/>
                  </a:lnTo>
                  <a:lnTo>
                    <a:pt x="262191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467359" y="1801368"/>
              <a:ext cx="1060832" cy="920115"/>
            </a:xfrm>
            <a:custGeom>
              <a:avLst/>
              <a:gdLst/>
              <a:ahLst/>
              <a:cxnLst/>
              <a:rect r="r" b="b" t="t" l="l"/>
              <a:pathLst>
                <a:path h="920115" w="1060832">
                  <a:moveTo>
                    <a:pt x="0" y="920115"/>
                  </a:moveTo>
                  <a:lnTo>
                    <a:pt x="1060832" y="920115"/>
                  </a:lnTo>
                  <a:lnTo>
                    <a:pt x="10608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-63503" y="-63503"/>
            <a:ext cx="6478133" cy="3558464"/>
            <a:chOff x="0" y="0"/>
            <a:chExt cx="6478143" cy="35584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3868551" cy="2852418"/>
            </a:xfrm>
            <a:custGeom>
              <a:avLst/>
              <a:gdLst/>
              <a:ahLst/>
              <a:cxnLst/>
              <a:rect r="r" b="b" t="t" l="l"/>
              <a:pathLst>
                <a:path h="2852418" w="3868551">
                  <a:moveTo>
                    <a:pt x="0" y="0"/>
                  </a:moveTo>
                  <a:lnTo>
                    <a:pt x="0" y="2852418"/>
                  </a:lnTo>
                  <a:lnTo>
                    <a:pt x="3868551" y="2852418"/>
                  </a:lnTo>
                  <a:lnTo>
                    <a:pt x="386855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500" y="63500"/>
              <a:ext cx="3449324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49324">
                  <a:moveTo>
                    <a:pt x="0" y="0"/>
                  </a:moveTo>
                  <a:lnTo>
                    <a:pt x="0" y="3431410"/>
                  </a:lnTo>
                  <a:lnTo>
                    <a:pt x="3449324" y="3431410"/>
                  </a:lnTo>
                  <a:lnTo>
                    <a:pt x="344932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741933" y="63500"/>
              <a:ext cx="3672717" cy="1267713"/>
            </a:xfrm>
            <a:custGeom>
              <a:avLst/>
              <a:gdLst/>
              <a:ahLst/>
              <a:cxnLst/>
              <a:rect r="r" b="b" t="t" l="l"/>
              <a:pathLst>
                <a:path h="1267713" w="3672717">
                  <a:moveTo>
                    <a:pt x="0" y="0"/>
                  </a:moveTo>
                  <a:lnTo>
                    <a:pt x="0" y="1267713"/>
                  </a:lnTo>
                  <a:lnTo>
                    <a:pt x="3672716" y="1267713"/>
                  </a:lnTo>
                  <a:lnTo>
                    <a:pt x="367271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863237" y="-63503"/>
            <a:ext cx="4488256" cy="3558464"/>
            <a:chOff x="0" y="0"/>
            <a:chExt cx="4488256" cy="35584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500" y="63500"/>
              <a:ext cx="4361304" cy="2549904"/>
            </a:xfrm>
            <a:custGeom>
              <a:avLst/>
              <a:gdLst/>
              <a:ahLst/>
              <a:cxnLst/>
              <a:rect r="r" b="b" t="t" l="l"/>
              <a:pathLst>
                <a:path h="2549904" w="4361304">
                  <a:moveTo>
                    <a:pt x="0" y="0"/>
                  </a:moveTo>
                  <a:lnTo>
                    <a:pt x="0" y="2549904"/>
                  </a:lnTo>
                  <a:lnTo>
                    <a:pt x="4361304" y="2549904"/>
                  </a:lnTo>
                  <a:lnTo>
                    <a:pt x="436130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987043" y="63500"/>
              <a:ext cx="3437761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37761">
                  <a:moveTo>
                    <a:pt x="0" y="0"/>
                  </a:moveTo>
                  <a:lnTo>
                    <a:pt x="0" y="3431410"/>
                  </a:lnTo>
                  <a:lnTo>
                    <a:pt x="3437761" y="3431410"/>
                  </a:lnTo>
                  <a:lnTo>
                    <a:pt x="343776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355870" y="6149092"/>
            <a:ext cx="3995623" cy="4201401"/>
            <a:chOff x="0" y="0"/>
            <a:chExt cx="3995623" cy="420140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2476244" y="63500"/>
              <a:ext cx="1455927" cy="2358134"/>
            </a:xfrm>
            <a:custGeom>
              <a:avLst/>
              <a:gdLst/>
              <a:ahLst/>
              <a:cxnLst/>
              <a:rect r="r" b="b" t="t" l="l"/>
              <a:pathLst>
                <a:path h="2358134" w="1455927">
                  <a:moveTo>
                    <a:pt x="0" y="0"/>
                  </a:moveTo>
                  <a:lnTo>
                    <a:pt x="0" y="2358134"/>
                  </a:lnTo>
                  <a:lnTo>
                    <a:pt x="1455927" y="2358134"/>
                  </a:lnTo>
                  <a:lnTo>
                    <a:pt x="145592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63500" y="276352"/>
              <a:ext cx="3868671" cy="3861559"/>
            </a:xfrm>
            <a:custGeom>
              <a:avLst/>
              <a:gdLst/>
              <a:ahLst/>
              <a:cxnLst/>
              <a:rect r="r" b="b" t="t" l="l"/>
              <a:pathLst>
                <a:path h="3861559" w="3868671">
                  <a:moveTo>
                    <a:pt x="0" y="0"/>
                  </a:moveTo>
                  <a:lnTo>
                    <a:pt x="0" y="3861559"/>
                  </a:lnTo>
                  <a:lnTo>
                    <a:pt x="3868671" y="3861559"/>
                  </a:lnTo>
                  <a:lnTo>
                    <a:pt x="386867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974597" y="2798697"/>
              <a:ext cx="2477387" cy="1234566"/>
            </a:xfrm>
            <a:custGeom>
              <a:avLst/>
              <a:gdLst/>
              <a:ahLst/>
              <a:cxnLst/>
              <a:rect r="r" b="b" t="t" l="l"/>
              <a:pathLst>
                <a:path h="1234566" w="2477387">
                  <a:moveTo>
                    <a:pt x="0" y="1234566"/>
                  </a:moveTo>
                  <a:lnTo>
                    <a:pt x="2477388" y="1234566"/>
                  </a:lnTo>
                  <a:lnTo>
                    <a:pt x="24773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000500"/>
            <a:ext cx="18288000" cy="18288000"/>
            <a:chOff x="0" y="0"/>
            <a:chExt cx="24384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6551" y="6472933"/>
            <a:ext cx="3921690" cy="3880609"/>
          </a:xfrm>
          <a:custGeom>
            <a:avLst/>
            <a:gdLst/>
            <a:ahLst/>
            <a:cxnLst/>
            <a:rect r="r" b="b" t="t" l="l"/>
            <a:pathLst>
              <a:path h="3880609" w="3921690">
                <a:moveTo>
                  <a:pt x="0" y="0"/>
                </a:moveTo>
                <a:lnTo>
                  <a:pt x="3921690" y="0"/>
                </a:lnTo>
                <a:lnTo>
                  <a:pt x="3921690" y="3880609"/>
                </a:lnTo>
                <a:lnTo>
                  <a:pt x="0" y="38806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3503" y="-66551"/>
            <a:ext cx="6478133" cy="3561512"/>
          </a:xfrm>
          <a:custGeom>
            <a:avLst/>
            <a:gdLst/>
            <a:ahLst/>
            <a:cxnLst/>
            <a:rect r="r" b="b" t="t" l="l"/>
            <a:pathLst>
              <a:path h="3561512" w="6478133">
                <a:moveTo>
                  <a:pt x="0" y="0"/>
                </a:moveTo>
                <a:lnTo>
                  <a:pt x="6478133" y="0"/>
                </a:lnTo>
                <a:lnTo>
                  <a:pt x="6478133" y="3561512"/>
                </a:lnTo>
                <a:lnTo>
                  <a:pt x="0" y="3561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863237" y="-63503"/>
            <a:ext cx="4488256" cy="3558464"/>
            <a:chOff x="0" y="0"/>
            <a:chExt cx="4488256" cy="3558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94616" y="63500"/>
              <a:ext cx="3429045" cy="3428997"/>
            </a:xfrm>
            <a:custGeom>
              <a:avLst/>
              <a:gdLst/>
              <a:ahLst/>
              <a:cxnLst/>
              <a:rect r="r" b="b" t="t" l="l"/>
              <a:pathLst>
                <a:path h="3428997" w="3429045">
                  <a:moveTo>
                    <a:pt x="47" y="0"/>
                  </a:moveTo>
                  <a:lnTo>
                    <a:pt x="3429045" y="0"/>
                  </a:lnTo>
                  <a:lnTo>
                    <a:pt x="3429045" y="3428997"/>
                  </a:lnTo>
                  <a:cubicBezTo>
                    <a:pt x="3429045" y="3428997"/>
                    <a:pt x="2451781" y="3302124"/>
                    <a:pt x="2540935" y="2678047"/>
                  </a:cubicBezTo>
                  <a:cubicBezTo>
                    <a:pt x="2541570" y="2671824"/>
                    <a:pt x="2542967" y="2664966"/>
                    <a:pt x="2543728" y="2658870"/>
                  </a:cubicBezTo>
                  <a:cubicBezTo>
                    <a:pt x="2569764" y="2453130"/>
                    <a:pt x="2520361" y="2252851"/>
                    <a:pt x="2416221" y="2086862"/>
                  </a:cubicBezTo>
                  <a:cubicBezTo>
                    <a:pt x="2238548" y="1805050"/>
                    <a:pt x="2303064" y="1433321"/>
                    <a:pt x="2559603" y="1220723"/>
                  </a:cubicBezTo>
                  <a:lnTo>
                    <a:pt x="2847004" y="982090"/>
                  </a:lnTo>
                  <a:cubicBezTo>
                    <a:pt x="2934761" y="908684"/>
                    <a:pt x="2955335" y="783843"/>
                    <a:pt x="2898439" y="684402"/>
                  </a:cubicBezTo>
                  <a:cubicBezTo>
                    <a:pt x="2897804" y="683767"/>
                    <a:pt x="2897804" y="683005"/>
                    <a:pt x="2897042" y="682370"/>
                  </a:cubicBezTo>
                  <a:cubicBezTo>
                    <a:pt x="2675554" y="289433"/>
                    <a:pt x="2005503" y="572643"/>
                    <a:pt x="2005503" y="572643"/>
                  </a:cubicBezTo>
                  <a:cubicBezTo>
                    <a:pt x="2005503" y="572643"/>
                    <a:pt x="850439" y="1042415"/>
                    <a:pt x="216074" y="277749"/>
                  </a:cubicBezTo>
                  <a:cubicBezTo>
                    <a:pt x="-8843" y="6223"/>
                    <a:pt x="47" y="0"/>
                    <a:pt x="47" y="0"/>
                  </a:cubicBezTo>
                  <a:close/>
                </a:path>
              </a:pathLst>
            </a:custGeom>
            <a:solidFill>
              <a:srgbClr val="FFB4C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8256" y="70574"/>
              <a:ext cx="4346421" cy="2544100"/>
            </a:xfrm>
            <a:custGeom>
              <a:avLst/>
              <a:gdLst/>
              <a:ahLst/>
              <a:cxnLst/>
              <a:rect r="r" b="b" t="t" l="l"/>
              <a:pathLst>
                <a:path h="2544100" w="4346421">
                  <a:moveTo>
                    <a:pt x="283948" y="165"/>
                  </a:moveTo>
                  <a:lnTo>
                    <a:pt x="388596" y="165"/>
                  </a:lnTo>
                  <a:lnTo>
                    <a:pt x="493244" y="165"/>
                  </a:lnTo>
                  <a:lnTo>
                    <a:pt x="514961" y="32804"/>
                  </a:lnTo>
                  <a:cubicBezTo>
                    <a:pt x="551156" y="87033"/>
                    <a:pt x="746354" y="278041"/>
                    <a:pt x="825983" y="337096"/>
                  </a:cubicBezTo>
                  <a:cubicBezTo>
                    <a:pt x="928472" y="413042"/>
                    <a:pt x="1008990" y="465874"/>
                    <a:pt x="1052551" y="485559"/>
                  </a:cubicBezTo>
                  <a:cubicBezTo>
                    <a:pt x="1094715" y="504609"/>
                    <a:pt x="1102081" y="506641"/>
                    <a:pt x="1319759" y="560108"/>
                  </a:cubicBezTo>
                  <a:cubicBezTo>
                    <a:pt x="1487018" y="601255"/>
                    <a:pt x="1522832" y="612685"/>
                    <a:pt x="1584808" y="645451"/>
                  </a:cubicBezTo>
                  <a:cubicBezTo>
                    <a:pt x="1772387" y="744638"/>
                    <a:pt x="1903451" y="895895"/>
                    <a:pt x="2017370" y="1144688"/>
                  </a:cubicBezTo>
                  <a:cubicBezTo>
                    <a:pt x="2050517" y="1217205"/>
                    <a:pt x="2079599" y="1264449"/>
                    <a:pt x="2142973" y="1349158"/>
                  </a:cubicBezTo>
                  <a:cubicBezTo>
                    <a:pt x="2210410" y="1439328"/>
                    <a:pt x="2312517" y="1544992"/>
                    <a:pt x="2370810" y="1585251"/>
                  </a:cubicBezTo>
                  <a:cubicBezTo>
                    <a:pt x="2526258" y="1692312"/>
                    <a:pt x="2650337" y="1722919"/>
                    <a:pt x="2981172" y="1735873"/>
                  </a:cubicBezTo>
                  <a:cubicBezTo>
                    <a:pt x="3159861" y="1742858"/>
                    <a:pt x="3250158" y="1749462"/>
                    <a:pt x="3351250" y="1762797"/>
                  </a:cubicBezTo>
                  <a:cubicBezTo>
                    <a:pt x="3390620" y="1768004"/>
                    <a:pt x="3457803" y="1775243"/>
                    <a:pt x="3500474" y="1778799"/>
                  </a:cubicBezTo>
                  <a:cubicBezTo>
                    <a:pt x="3543146" y="1782355"/>
                    <a:pt x="3611853" y="1790737"/>
                    <a:pt x="3652874" y="1797468"/>
                  </a:cubicBezTo>
                  <a:cubicBezTo>
                    <a:pt x="3693896" y="1804199"/>
                    <a:pt x="3756887" y="1814232"/>
                    <a:pt x="3792828" y="1819947"/>
                  </a:cubicBezTo>
                  <a:cubicBezTo>
                    <a:pt x="3903191" y="1837473"/>
                    <a:pt x="4025619" y="1864651"/>
                    <a:pt x="4086071" y="1884843"/>
                  </a:cubicBezTo>
                  <a:cubicBezTo>
                    <a:pt x="4146904" y="1905290"/>
                    <a:pt x="4275555" y="1964473"/>
                    <a:pt x="4320005" y="1992667"/>
                  </a:cubicBezTo>
                  <a:lnTo>
                    <a:pt x="4346421" y="2009430"/>
                  </a:lnTo>
                  <a:lnTo>
                    <a:pt x="4346421" y="2131477"/>
                  </a:lnTo>
                  <a:lnTo>
                    <a:pt x="4346421" y="2253524"/>
                  </a:lnTo>
                  <a:lnTo>
                    <a:pt x="4316830" y="2226092"/>
                  </a:lnTo>
                  <a:cubicBezTo>
                    <a:pt x="4269967" y="2182658"/>
                    <a:pt x="4229200" y="2155353"/>
                    <a:pt x="4159477" y="2120682"/>
                  </a:cubicBezTo>
                  <a:cubicBezTo>
                    <a:pt x="4048352" y="2065437"/>
                    <a:pt x="3991965" y="2047530"/>
                    <a:pt x="3839437" y="2019464"/>
                  </a:cubicBezTo>
                  <a:cubicBezTo>
                    <a:pt x="3689958" y="1991904"/>
                    <a:pt x="3556481" y="1972220"/>
                    <a:pt x="3472408" y="1965489"/>
                  </a:cubicBezTo>
                  <a:cubicBezTo>
                    <a:pt x="3427958" y="1961932"/>
                    <a:pt x="3363569" y="1954948"/>
                    <a:pt x="3329406" y="1949995"/>
                  </a:cubicBezTo>
                  <a:cubicBezTo>
                    <a:pt x="3248507" y="1938310"/>
                    <a:pt x="3120745" y="1929039"/>
                    <a:pt x="2946882" y="1922181"/>
                  </a:cubicBezTo>
                  <a:cubicBezTo>
                    <a:pt x="2721330" y="1913292"/>
                    <a:pt x="2608427" y="1896401"/>
                    <a:pt x="2481808" y="1852967"/>
                  </a:cubicBezTo>
                  <a:cubicBezTo>
                    <a:pt x="2352395" y="1808517"/>
                    <a:pt x="2251049" y="1743112"/>
                    <a:pt x="2141195" y="1633130"/>
                  </a:cubicBezTo>
                  <a:cubicBezTo>
                    <a:pt x="2011782" y="1503463"/>
                    <a:pt x="1927962" y="1387385"/>
                    <a:pt x="1849349" y="1228635"/>
                  </a:cubicBezTo>
                  <a:cubicBezTo>
                    <a:pt x="1752702" y="1033563"/>
                    <a:pt x="1697457" y="955966"/>
                    <a:pt x="1600429" y="879131"/>
                  </a:cubicBezTo>
                  <a:cubicBezTo>
                    <a:pt x="1510767" y="808138"/>
                    <a:pt x="1464412" y="789469"/>
                    <a:pt x="1242543" y="734605"/>
                  </a:cubicBezTo>
                  <a:cubicBezTo>
                    <a:pt x="981050" y="669962"/>
                    <a:pt x="962381" y="662088"/>
                    <a:pt x="800964" y="550329"/>
                  </a:cubicBezTo>
                  <a:cubicBezTo>
                    <a:pt x="678283" y="465366"/>
                    <a:pt x="622276" y="418884"/>
                    <a:pt x="517374" y="314490"/>
                  </a:cubicBezTo>
                  <a:cubicBezTo>
                    <a:pt x="414758" y="212128"/>
                    <a:pt x="389104" y="180505"/>
                    <a:pt x="340844" y="96558"/>
                  </a:cubicBezTo>
                  <a:cubicBezTo>
                    <a:pt x="323191" y="65824"/>
                    <a:pt x="303125" y="31534"/>
                    <a:pt x="296267" y="20358"/>
                  </a:cubicBezTo>
                  <a:lnTo>
                    <a:pt x="283821" y="165"/>
                  </a:lnTo>
                  <a:close/>
                  <a:moveTo>
                    <a:pt x="950570" y="165"/>
                  </a:moveTo>
                  <a:lnTo>
                    <a:pt x="992480" y="44742"/>
                  </a:lnTo>
                  <a:cubicBezTo>
                    <a:pt x="1101319" y="160820"/>
                    <a:pt x="1182218" y="225717"/>
                    <a:pt x="1289279" y="283121"/>
                  </a:cubicBezTo>
                  <a:cubicBezTo>
                    <a:pt x="1367257" y="324904"/>
                    <a:pt x="1492987" y="373164"/>
                    <a:pt x="1572362" y="391833"/>
                  </a:cubicBezTo>
                  <a:cubicBezTo>
                    <a:pt x="1751305" y="433743"/>
                    <a:pt x="1824965" y="459905"/>
                    <a:pt x="1895069" y="506514"/>
                  </a:cubicBezTo>
                  <a:cubicBezTo>
                    <a:pt x="1982572" y="564807"/>
                    <a:pt x="2097633" y="700696"/>
                    <a:pt x="2147036" y="804201"/>
                  </a:cubicBezTo>
                  <a:cubicBezTo>
                    <a:pt x="2279878" y="1082712"/>
                    <a:pt x="2288895" y="1098841"/>
                    <a:pt x="2345537" y="1160817"/>
                  </a:cubicBezTo>
                  <a:cubicBezTo>
                    <a:pt x="2427706" y="1250733"/>
                    <a:pt x="2629763" y="1348523"/>
                    <a:pt x="2831947" y="1396402"/>
                  </a:cubicBezTo>
                  <a:cubicBezTo>
                    <a:pt x="3007207" y="1437931"/>
                    <a:pt x="3224885" y="1457362"/>
                    <a:pt x="3600042" y="1464982"/>
                  </a:cubicBezTo>
                  <a:cubicBezTo>
                    <a:pt x="3875759" y="1470570"/>
                    <a:pt x="3982312" y="1481238"/>
                    <a:pt x="4128743" y="1518068"/>
                  </a:cubicBezTo>
                  <a:cubicBezTo>
                    <a:pt x="4188941" y="1533181"/>
                    <a:pt x="4294986" y="1566455"/>
                    <a:pt x="4335499" y="1583092"/>
                  </a:cubicBezTo>
                  <a:cubicBezTo>
                    <a:pt x="4345278" y="1587029"/>
                    <a:pt x="4346421" y="1598205"/>
                    <a:pt x="4346421" y="1689518"/>
                  </a:cubicBezTo>
                  <a:cubicBezTo>
                    <a:pt x="4346421" y="1745652"/>
                    <a:pt x="4344135" y="1791499"/>
                    <a:pt x="4341468" y="1791499"/>
                  </a:cubicBezTo>
                  <a:cubicBezTo>
                    <a:pt x="4338801" y="1791499"/>
                    <a:pt x="4333848" y="1788959"/>
                    <a:pt x="4330546" y="1786038"/>
                  </a:cubicBezTo>
                  <a:cubicBezTo>
                    <a:pt x="4318989" y="1775243"/>
                    <a:pt x="4172812" y="1723300"/>
                    <a:pt x="4103089" y="1705266"/>
                  </a:cubicBezTo>
                  <a:cubicBezTo>
                    <a:pt x="3966564" y="1669833"/>
                    <a:pt x="3821658" y="1654847"/>
                    <a:pt x="3615155" y="1654720"/>
                  </a:cubicBezTo>
                  <a:cubicBezTo>
                    <a:pt x="3510253" y="1654720"/>
                    <a:pt x="3196310" y="1639353"/>
                    <a:pt x="3096107" y="1629447"/>
                  </a:cubicBezTo>
                  <a:cubicBezTo>
                    <a:pt x="2659862" y="1586267"/>
                    <a:pt x="2308453" y="1437042"/>
                    <a:pt x="2159102" y="1231683"/>
                  </a:cubicBezTo>
                  <a:cubicBezTo>
                    <a:pt x="2116683" y="1173390"/>
                    <a:pt x="2084680" y="1114716"/>
                    <a:pt x="2023211" y="982636"/>
                  </a:cubicBezTo>
                  <a:cubicBezTo>
                    <a:pt x="1960220" y="847381"/>
                    <a:pt x="1943456" y="819441"/>
                    <a:pt x="1883004" y="748194"/>
                  </a:cubicBezTo>
                  <a:cubicBezTo>
                    <a:pt x="1805915" y="657389"/>
                    <a:pt x="1751559" y="629449"/>
                    <a:pt x="1559154" y="582079"/>
                  </a:cubicBezTo>
                  <a:cubicBezTo>
                    <a:pt x="1421867" y="548170"/>
                    <a:pt x="1339825" y="518960"/>
                    <a:pt x="1236193" y="466890"/>
                  </a:cubicBezTo>
                  <a:cubicBezTo>
                    <a:pt x="1098144" y="397548"/>
                    <a:pt x="1013435" y="335445"/>
                    <a:pt x="899262" y="219875"/>
                  </a:cubicBezTo>
                  <a:cubicBezTo>
                    <a:pt x="834873" y="154724"/>
                    <a:pt x="753213" y="57569"/>
                    <a:pt x="730479" y="18961"/>
                  </a:cubicBezTo>
                  <a:lnTo>
                    <a:pt x="719304" y="165"/>
                  </a:lnTo>
                  <a:lnTo>
                    <a:pt x="834873" y="165"/>
                  </a:lnTo>
                  <a:lnTo>
                    <a:pt x="950443" y="165"/>
                  </a:lnTo>
                  <a:close/>
                  <a:moveTo>
                    <a:pt x="177014" y="165"/>
                  </a:moveTo>
                  <a:lnTo>
                    <a:pt x="184761" y="26581"/>
                  </a:lnTo>
                  <a:cubicBezTo>
                    <a:pt x="199874" y="77508"/>
                    <a:pt x="235688" y="134404"/>
                    <a:pt x="291568" y="196126"/>
                  </a:cubicBezTo>
                  <a:cubicBezTo>
                    <a:pt x="349226" y="259753"/>
                    <a:pt x="371324" y="295313"/>
                    <a:pt x="371578" y="324777"/>
                  </a:cubicBezTo>
                  <a:cubicBezTo>
                    <a:pt x="371832" y="361480"/>
                    <a:pt x="347194" y="399072"/>
                    <a:pt x="312650" y="414312"/>
                  </a:cubicBezTo>
                  <a:cubicBezTo>
                    <a:pt x="269343" y="433616"/>
                    <a:pt x="241149" y="421932"/>
                    <a:pt x="187301" y="362115"/>
                  </a:cubicBezTo>
                  <a:cubicBezTo>
                    <a:pt x="69572" y="231432"/>
                    <a:pt x="43664" y="189141"/>
                    <a:pt x="14708" y="80937"/>
                  </a:cubicBezTo>
                  <a:cubicBezTo>
                    <a:pt x="-9041" y="-7455"/>
                    <a:pt x="-15899" y="165"/>
                    <a:pt x="87987" y="165"/>
                  </a:cubicBezTo>
                  <a:lnTo>
                    <a:pt x="177141" y="165"/>
                  </a:lnTo>
                  <a:close/>
                  <a:moveTo>
                    <a:pt x="552934" y="473748"/>
                  </a:moveTo>
                  <a:cubicBezTo>
                    <a:pt x="571349" y="473240"/>
                    <a:pt x="589637" y="478066"/>
                    <a:pt x="603734" y="488988"/>
                  </a:cubicBezTo>
                  <a:cubicBezTo>
                    <a:pt x="612116" y="495465"/>
                    <a:pt x="674726" y="543598"/>
                    <a:pt x="742798" y="595795"/>
                  </a:cubicBezTo>
                  <a:cubicBezTo>
                    <a:pt x="917550" y="729906"/>
                    <a:pt x="911835" y="724699"/>
                    <a:pt x="919709" y="753909"/>
                  </a:cubicBezTo>
                  <a:cubicBezTo>
                    <a:pt x="925297" y="774737"/>
                    <a:pt x="924789" y="784389"/>
                    <a:pt x="916534" y="805852"/>
                  </a:cubicBezTo>
                  <a:cubicBezTo>
                    <a:pt x="904596" y="837221"/>
                    <a:pt x="891007" y="850556"/>
                    <a:pt x="859130" y="862240"/>
                  </a:cubicBezTo>
                  <a:cubicBezTo>
                    <a:pt x="802615" y="882941"/>
                    <a:pt x="773278" y="865923"/>
                    <a:pt x="605893" y="715936"/>
                  </a:cubicBezTo>
                  <a:cubicBezTo>
                    <a:pt x="561824" y="676439"/>
                    <a:pt x="516231" y="636053"/>
                    <a:pt x="504674" y="626401"/>
                  </a:cubicBezTo>
                  <a:cubicBezTo>
                    <a:pt x="465304" y="593254"/>
                    <a:pt x="455652" y="556043"/>
                    <a:pt x="476607" y="516928"/>
                  </a:cubicBezTo>
                  <a:cubicBezTo>
                    <a:pt x="490831" y="490385"/>
                    <a:pt x="522200" y="474764"/>
                    <a:pt x="552934" y="473875"/>
                  </a:cubicBezTo>
                  <a:close/>
                  <a:moveTo>
                    <a:pt x="1180567" y="848270"/>
                  </a:moveTo>
                  <a:cubicBezTo>
                    <a:pt x="1204316" y="848524"/>
                    <a:pt x="1234034" y="849540"/>
                    <a:pt x="1271753" y="851318"/>
                  </a:cubicBezTo>
                  <a:cubicBezTo>
                    <a:pt x="1391768" y="856779"/>
                    <a:pt x="1408024" y="858938"/>
                    <a:pt x="1434313" y="872019"/>
                  </a:cubicBezTo>
                  <a:cubicBezTo>
                    <a:pt x="1502258" y="905801"/>
                    <a:pt x="1508354" y="995082"/>
                    <a:pt x="1445108" y="1033563"/>
                  </a:cubicBezTo>
                  <a:cubicBezTo>
                    <a:pt x="1422375" y="1047406"/>
                    <a:pt x="1411707" y="1047660"/>
                    <a:pt x="1325347" y="1036357"/>
                  </a:cubicBezTo>
                  <a:cubicBezTo>
                    <a:pt x="1288390" y="1031531"/>
                    <a:pt x="1230224" y="1024419"/>
                    <a:pt x="1196061" y="1020482"/>
                  </a:cubicBezTo>
                  <a:cubicBezTo>
                    <a:pt x="1098906" y="1009560"/>
                    <a:pt x="1095096" y="1008544"/>
                    <a:pt x="1075284" y="988732"/>
                  </a:cubicBezTo>
                  <a:cubicBezTo>
                    <a:pt x="1043534" y="956982"/>
                    <a:pt x="1042264" y="913421"/>
                    <a:pt x="1072109" y="877861"/>
                  </a:cubicBezTo>
                  <a:cubicBezTo>
                    <a:pt x="1091159" y="855128"/>
                    <a:pt x="1109066" y="847762"/>
                    <a:pt x="1180440" y="848397"/>
                  </a:cubicBezTo>
                  <a:close/>
                  <a:moveTo>
                    <a:pt x="1630147" y="1039786"/>
                  </a:moveTo>
                  <a:cubicBezTo>
                    <a:pt x="1648943" y="1040421"/>
                    <a:pt x="1667612" y="1046009"/>
                    <a:pt x="1680566" y="1056169"/>
                  </a:cubicBezTo>
                  <a:cubicBezTo>
                    <a:pt x="1717015" y="1084871"/>
                    <a:pt x="1848841" y="1271434"/>
                    <a:pt x="1880210" y="1338744"/>
                  </a:cubicBezTo>
                  <a:cubicBezTo>
                    <a:pt x="1897482" y="1375828"/>
                    <a:pt x="1899895" y="1410880"/>
                    <a:pt x="1886941" y="1435772"/>
                  </a:cubicBezTo>
                  <a:cubicBezTo>
                    <a:pt x="1877289" y="1454314"/>
                    <a:pt x="1854175" y="1477047"/>
                    <a:pt x="1839697" y="1482381"/>
                  </a:cubicBezTo>
                  <a:cubicBezTo>
                    <a:pt x="1821663" y="1488985"/>
                    <a:pt x="1782928" y="1486699"/>
                    <a:pt x="1766291" y="1478063"/>
                  </a:cubicBezTo>
                  <a:cubicBezTo>
                    <a:pt x="1741145" y="1464982"/>
                    <a:pt x="1726286" y="1445932"/>
                    <a:pt x="1693266" y="1384210"/>
                  </a:cubicBezTo>
                  <a:cubicBezTo>
                    <a:pt x="1652499" y="1308137"/>
                    <a:pt x="1586967" y="1201965"/>
                    <a:pt x="1565504" y="1177581"/>
                  </a:cubicBezTo>
                  <a:cubicBezTo>
                    <a:pt x="1530833" y="1137957"/>
                    <a:pt x="1536802" y="1081061"/>
                    <a:pt x="1578712" y="1052613"/>
                  </a:cubicBezTo>
                  <a:cubicBezTo>
                    <a:pt x="1592301" y="1043342"/>
                    <a:pt x="1611351" y="1039151"/>
                    <a:pt x="1630147" y="1039913"/>
                  </a:cubicBezTo>
                  <a:close/>
                  <a:moveTo>
                    <a:pt x="1945869" y="1549818"/>
                  </a:moveTo>
                  <a:cubicBezTo>
                    <a:pt x="1978762" y="1548929"/>
                    <a:pt x="2007972" y="1571662"/>
                    <a:pt x="2051151" y="1626272"/>
                  </a:cubicBezTo>
                  <a:cubicBezTo>
                    <a:pt x="2072488" y="1653196"/>
                    <a:pt x="2125827" y="1711362"/>
                    <a:pt x="2169642" y="1755431"/>
                  </a:cubicBezTo>
                  <a:cubicBezTo>
                    <a:pt x="2252954" y="1839378"/>
                    <a:pt x="2261463" y="1853348"/>
                    <a:pt x="2253716" y="1894623"/>
                  </a:cubicBezTo>
                  <a:cubicBezTo>
                    <a:pt x="2248891" y="1920023"/>
                    <a:pt x="2219426" y="1951137"/>
                    <a:pt x="2192248" y="1959392"/>
                  </a:cubicBezTo>
                  <a:cubicBezTo>
                    <a:pt x="2129891" y="1978315"/>
                    <a:pt x="2081377" y="1944279"/>
                    <a:pt x="1967205" y="1801151"/>
                  </a:cubicBezTo>
                  <a:cubicBezTo>
                    <a:pt x="1897228" y="1713394"/>
                    <a:pt x="1864462" y="1659800"/>
                    <a:pt x="1864589" y="1633003"/>
                  </a:cubicBezTo>
                  <a:cubicBezTo>
                    <a:pt x="1864589" y="1600872"/>
                    <a:pt x="1884147" y="1569376"/>
                    <a:pt x="1911198" y="1558200"/>
                  </a:cubicBezTo>
                  <a:cubicBezTo>
                    <a:pt x="1923644" y="1552993"/>
                    <a:pt x="1934947" y="1550199"/>
                    <a:pt x="1945869" y="1549818"/>
                  </a:cubicBezTo>
                  <a:close/>
                  <a:moveTo>
                    <a:pt x="2426944" y="1950629"/>
                  </a:moveTo>
                  <a:cubicBezTo>
                    <a:pt x="2438501" y="1951137"/>
                    <a:pt x="2451582" y="1952915"/>
                    <a:pt x="2466695" y="1955836"/>
                  </a:cubicBezTo>
                  <a:cubicBezTo>
                    <a:pt x="2492984" y="1960917"/>
                    <a:pt x="2542514" y="1967012"/>
                    <a:pt x="2576677" y="1969298"/>
                  </a:cubicBezTo>
                  <a:cubicBezTo>
                    <a:pt x="2759684" y="1981490"/>
                    <a:pt x="2828518" y="2017431"/>
                    <a:pt x="2820898" y="2096679"/>
                  </a:cubicBezTo>
                  <a:cubicBezTo>
                    <a:pt x="2817596" y="2131350"/>
                    <a:pt x="2800959" y="2154591"/>
                    <a:pt x="2769463" y="2168561"/>
                  </a:cubicBezTo>
                  <a:cubicBezTo>
                    <a:pt x="2745079" y="2179356"/>
                    <a:pt x="2717139" y="2179356"/>
                    <a:pt x="2673959" y="2168561"/>
                  </a:cubicBezTo>
                  <a:cubicBezTo>
                    <a:pt x="2654655" y="2163735"/>
                    <a:pt x="2608046" y="2155099"/>
                    <a:pt x="2570454" y="2149511"/>
                  </a:cubicBezTo>
                  <a:cubicBezTo>
                    <a:pt x="2486380" y="2136938"/>
                    <a:pt x="2395956" y="2116491"/>
                    <a:pt x="2372715" y="2104680"/>
                  </a:cubicBezTo>
                  <a:cubicBezTo>
                    <a:pt x="2348458" y="2092489"/>
                    <a:pt x="2331059" y="2061246"/>
                    <a:pt x="2331059" y="2029877"/>
                  </a:cubicBezTo>
                  <a:cubicBezTo>
                    <a:pt x="2331059" y="2009430"/>
                    <a:pt x="2335250" y="1998889"/>
                    <a:pt x="2350236" y="1981745"/>
                  </a:cubicBezTo>
                  <a:cubicBezTo>
                    <a:pt x="2370810" y="1958376"/>
                    <a:pt x="2392146" y="1948851"/>
                    <a:pt x="2426944" y="1950629"/>
                  </a:cubicBezTo>
                  <a:close/>
                  <a:moveTo>
                    <a:pt x="3358489" y="2001176"/>
                  </a:moveTo>
                  <a:cubicBezTo>
                    <a:pt x="3456025" y="2000795"/>
                    <a:pt x="3486758" y="2132493"/>
                    <a:pt x="3398367" y="2171609"/>
                  </a:cubicBezTo>
                  <a:cubicBezTo>
                    <a:pt x="3380206" y="2179610"/>
                    <a:pt x="3334105" y="2187611"/>
                    <a:pt x="3258794" y="2195612"/>
                  </a:cubicBezTo>
                  <a:cubicBezTo>
                    <a:pt x="3196945" y="2202216"/>
                    <a:pt x="3141319" y="2210598"/>
                    <a:pt x="3135223" y="2214154"/>
                  </a:cubicBezTo>
                  <a:cubicBezTo>
                    <a:pt x="3118205" y="2224060"/>
                    <a:pt x="3088868" y="2222155"/>
                    <a:pt x="3065500" y="2209582"/>
                  </a:cubicBezTo>
                  <a:cubicBezTo>
                    <a:pt x="3002889" y="2176054"/>
                    <a:pt x="3011652" y="2082836"/>
                    <a:pt x="3080105" y="2052610"/>
                  </a:cubicBezTo>
                  <a:cubicBezTo>
                    <a:pt x="3110077" y="2039402"/>
                    <a:pt x="3316452" y="2001176"/>
                    <a:pt x="3358616" y="2001048"/>
                  </a:cubicBezTo>
                  <a:close/>
                  <a:moveTo>
                    <a:pt x="3727677" y="2097441"/>
                  </a:moveTo>
                  <a:cubicBezTo>
                    <a:pt x="3761713" y="2096171"/>
                    <a:pt x="3800575" y="2098838"/>
                    <a:pt x="3837533" y="2105442"/>
                  </a:cubicBezTo>
                  <a:cubicBezTo>
                    <a:pt x="3915002" y="2119412"/>
                    <a:pt x="3989933" y="2139224"/>
                    <a:pt x="4018253" y="2153448"/>
                  </a:cubicBezTo>
                  <a:cubicBezTo>
                    <a:pt x="4088484" y="2188627"/>
                    <a:pt x="4091278" y="2287687"/>
                    <a:pt x="4022952" y="2321977"/>
                  </a:cubicBezTo>
                  <a:cubicBezTo>
                    <a:pt x="3993234" y="2336836"/>
                    <a:pt x="3975327" y="2335693"/>
                    <a:pt x="3919066" y="2315246"/>
                  </a:cubicBezTo>
                  <a:cubicBezTo>
                    <a:pt x="3825213" y="2281083"/>
                    <a:pt x="3768698" y="2268764"/>
                    <a:pt x="3709643" y="2269399"/>
                  </a:cubicBezTo>
                  <a:cubicBezTo>
                    <a:pt x="3646397" y="2270161"/>
                    <a:pt x="3624808" y="2262287"/>
                    <a:pt x="3606011" y="2231426"/>
                  </a:cubicBezTo>
                  <a:cubicBezTo>
                    <a:pt x="3580358" y="2189262"/>
                    <a:pt x="3598645" y="2135922"/>
                    <a:pt x="3646778" y="2112300"/>
                  </a:cubicBezTo>
                  <a:cubicBezTo>
                    <a:pt x="3664304" y="2103664"/>
                    <a:pt x="3693514" y="2098711"/>
                    <a:pt x="3727677" y="2097441"/>
                  </a:cubicBezTo>
                  <a:close/>
                  <a:moveTo>
                    <a:pt x="4238090" y="2296069"/>
                  </a:moveTo>
                  <a:cubicBezTo>
                    <a:pt x="4255616" y="2296704"/>
                    <a:pt x="4269205" y="2301657"/>
                    <a:pt x="4299685" y="2316135"/>
                  </a:cubicBezTo>
                  <a:lnTo>
                    <a:pt x="4346421" y="2338360"/>
                  </a:lnTo>
                  <a:lnTo>
                    <a:pt x="4346421" y="2441230"/>
                  </a:lnTo>
                  <a:lnTo>
                    <a:pt x="4346421" y="2544100"/>
                  </a:lnTo>
                  <a:lnTo>
                    <a:pt x="4290033" y="2509048"/>
                  </a:lnTo>
                  <a:cubicBezTo>
                    <a:pt x="4256378" y="2488093"/>
                    <a:pt x="4221961" y="2471837"/>
                    <a:pt x="4204816" y="2468662"/>
                  </a:cubicBezTo>
                  <a:cubicBezTo>
                    <a:pt x="4100549" y="2449231"/>
                    <a:pt x="4112106" y="2305594"/>
                    <a:pt x="4218532" y="2296704"/>
                  </a:cubicBezTo>
                  <a:cubicBezTo>
                    <a:pt x="4226025" y="2296069"/>
                    <a:pt x="4232248" y="2295815"/>
                    <a:pt x="4238090" y="2295942"/>
                  </a:cubicBezTo>
                  <a:close/>
                </a:path>
              </a:pathLst>
            </a:custGeom>
            <a:solidFill>
              <a:srgbClr val="FD6F9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4361304" cy="2549904"/>
            </a:xfrm>
            <a:custGeom>
              <a:avLst/>
              <a:gdLst/>
              <a:ahLst/>
              <a:cxnLst/>
              <a:rect r="r" b="b" t="t" l="l"/>
              <a:pathLst>
                <a:path h="2549904" w="4361304">
                  <a:moveTo>
                    <a:pt x="0" y="0"/>
                  </a:moveTo>
                  <a:lnTo>
                    <a:pt x="0" y="2549904"/>
                  </a:lnTo>
                  <a:lnTo>
                    <a:pt x="4361304" y="2549904"/>
                  </a:lnTo>
                  <a:lnTo>
                    <a:pt x="436130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87043" y="63500"/>
              <a:ext cx="3437761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37761">
                  <a:moveTo>
                    <a:pt x="0" y="0"/>
                  </a:moveTo>
                  <a:lnTo>
                    <a:pt x="0" y="3431410"/>
                  </a:lnTo>
                  <a:lnTo>
                    <a:pt x="3437761" y="3431410"/>
                  </a:lnTo>
                  <a:lnTo>
                    <a:pt x="343776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4355870" y="6149092"/>
            <a:ext cx="3998671" cy="4204449"/>
          </a:xfrm>
          <a:custGeom>
            <a:avLst/>
            <a:gdLst/>
            <a:ahLst/>
            <a:cxnLst/>
            <a:rect r="r" b="b" t="t" l="l"/>
            <a:pathLst>
              <a:path h="4204449" w="3998671">
                <a:moveTo>
                  <a:pt x="0" y="0"/>
                </a:moveTo>
                <a:lnTo>
                  <a:pt x="3998672" y="0"/>
                </a:lnTo>
                <a:lnTo>
                  <a:pt x="3998672" y="4204450"/>
                </a:lnTo>
                <a:lnTo>
                  <a:pt x="0" y="42044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37990" y="4218737"/>
            <a:ext cx="10416026" cy="1676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8"/>
              </a:lnSpc>
            </a:pPr>
            <a:r>
              <a:rPr lang="en-US" sz="9999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Praveens Green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000500"/>
            <a:ext cx="18288000" cy="18288000"/>
            <a:chOff x="0" y="0"/>
            <a:chExt cx="24384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6551" y="6474628"/>
            <a:ext cx="3913041" cy="3878923"/>
          </a:xfrm>
          <a:custGeom>
            <a:avLst/>
            <a:gdLst/>
            <a:ahLst/>
            <a:cxnLst/>
            <a:rect r="r" b="b" t="t" l="l"/>
            <a:pathLst>
              <a:path h="3878923" w="3913041">
                <a:moveTo>
                  <a:pt x="0" y="0"/>
                </a:moveTo>
                <a:lnTo>
                  <a:pt x="3913041" y="0"/>
                </a:lnTo>
                <a:lnTo>
                  <a:pt x="3913041" y="3878923"/>
                </a:lnTo>
                <a:lnTo>
                  <a:pt x="0" y="387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0408" y="-66551"/>
            <a:ext cx="6461512" cy="3556978"/>
            <a:chOff x="0" y="0"/>
            <a:chExt cx="6461506" cy="3556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0" y="66548"/>
              <a:ext cx="3432682" cy="3426964"/>
            </a:xfrm>
            <a:custGeom>
              <a:avLst/>
              <a:gdLst/>
              <a:ahLst/>
              <a:cxnLst/>
              <a:rect r="r" b="b" t="t" l="l"/>
              <a:pathLst>
                <a:path h="3426964" w="3432682">
                  <a:moveTo>
                    <a:pt x="0" y="0"/>
                  </a:moveTo>
                  <a:lnTo>
                    <a:pt x="0" y="3426964"/>
                  </a:lnTo>
                  <a:cubicBezTo>
                    <a:pt x="0" y="3426964"/>
                    <a:pt x="979932" y="3299711"/>
                    <a:pt x="890524" y="2673982"/>
                  </a:cubicBezTo>
                  <a:cubicBezTo>
                    <a:pt x="889889" y="2667759"/>
                    <a:pt x="888492" y="2660901"/>
                    <a:pt x="887730" y="2654678"/>
                  </a:cubicBezTo>
                  <a:cubicBezTo>
                    <a:pt x="861568" y="2448303"/>
                    <a:pt x="911098" y="2247517"/>
                    <a:pt x="1015619" y="2081147"/>
                  </a:cubicBezTo>
                  <a:cubicBezTo>
                    <a:pt x="1193673" y="1798445"/>
                    <a:pt x="1129030" y="1425827"/>
                    <a:pt x="871855" y="1212595"/>
                  </a:cubicBezTo>
                  <a:lnTo>
                    <a:pt x="583819" y="973200"/>
                  </a:lnTo>
                  <a:cubicBezTo>
                    <a:pt x="495808" y="899667"/>
                    <a:pt x="475107" y="774445"/>
                    <a:pt x="532257" y="674750"/>
                  </a:cubicBezTo>
                  <a:cubicBezTo>
                    <a:pt x="532892" y="674115"/>
                    <a:pt x="532892" y="673353"/>
                    <a:pt x="533654" y="672718"/>
                  </a:cubicBezTo>
                  <a:cubicBezTo>
                    <a:pt x="624586" y="511301"/>
                    <a:pt x="791083" y="463676"/>
                    <a:pt x="955929" y="463676"/>
                  </a:cubicBezTo>
                  <a:cubicBezTo>
                    <a:pt x="1193546" y="463676"/>
                    <a:pt x="1427734" y="562736"/>
                    <a:pt x="1427734" y="562736"/>
                  </a:cubicBezTo>
                  <a:cubicBezTo>
                    <a:pt x="1427734" y="562736"/>
                    <a:pt x="1779777" y="705865"/>
                    <a:pt x="2202179" y="705865"/>
                  </a:cubicBezTo>
                  <a:cubicBezTo>
                    <a:pt x="2545968" y="705865"/>
                    <a:pt x="2936493" y="610996"/>
                    <a:pt x="3221989" y="266954"/>
                  </a:cubicBezTo>
                  <a:cubicBezTo>
                    <a:pt x="3372611" y="85090"/>
                    <a:pt x="3418712" y="21971"/>
                    <a:pt x="3432682" y="0"/>
                  </a:cubicBezTo>
                  <a:close/>
                </a:path>
              </a:pathLst>
            </a:custGeom>
            <a:solidFill>
              <a:srgbClr val="C8EBEC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0612" y="66294"/>
              <a:ext cx="4087809" cy="2835145"/>
            </a:xfrm>
            <a:custGeom>
              <a:avLst/>
              <a:gdLst/>
              <a:ahLst/>
              <a:cxnLst/>
              <a:rect r="r" b="b" t="t" l="l"/>
              <a:pathLst>
                <a:path h="2835145" w="4087809">
                  <a:moveTo>
                    <a:pt x="3077717" y="254"/>
                  </a:moveTo>
                  <a:lnTo>
                    <a:pt x="3064763" y="35941"/>
                  </a:lnTo>
                  <a:cubicBezTo>
                    <a:pt x="3040125" y="104140"/>
                    <a:pt x="2975736" y="189357"/>
                    <a:pt x="2925317" y="220599"/>
                  </a:cubicBezTo>
                  <a:cubicBezTo>
                    <a:pt x="2886709" y="244475"/>
                    <a:pt x="2829686" y="265303"/>
                    <a:pt x="2740278" y="287782"/>
                  </a:cubicBezTo>
                  <a:cubicBezTo>
                    <a:pt x="2611373" y="320294"/>
                    <a:pt x="2584576" y="326390"/>
                    <a:pt x="2380487" y="326390"/>
                  </a:cubicBezTo>
                  <a:cubicBezTo>
                    <a:pt x="2336418" y="326390"/>
                    <a:pt x="2284094" y="326136"/>
                    <a:pt x="2220721" y="325755"/>
                  </a:cubicBezTo>
                  <a:cubicBezTo>
                    <a:pt x="2184907" y="325501"/>
                    <a:pt x="2150744" y="325501"/>
                    <a:pt x="2118359" y="325501"/>
                  </a:cubicBezTo>
                  <a:cubicBezTo>
                    <a:pt x="1964562" y="325501"/>
                    <a:pt x="1853437" y="327787"/>
                    <a:pt x="1814956" y="331851"/>
                  </a:cubicBezTo>
                  <a:cubicBezTo>
                    <a:pt x="1566799" y="358013"/>
                    <a:pt x="1335786" y="450468"/>
                    <a:pt x="1193419" y="580516"/>
                  </a:cubicBezTo>
                  <a:cubicBezTo>
                    <a:pt x="1081278" y="683005"/>
                    <a:pt x="993394" y="851280"/>
                    <a:pt x="901573" y="1139189"/>
                  </a:cubicBezTo>
                  <a:cubicBezTo>
                    <a:pt x="826262" y="1375409"/>
                    <a:pt x="722249" y="1572639"/>
                    <a:pt x="584454" y="1740533"/>
                  </a:cubicBezTo>
                  <a:cubicBezTo>
                    <a:pt x="466217" y="1884678"/>
                    <a:pt x="373507" y="1972181"/>
                    <a:pt x="262001" y="2044698"/>
                  </a:cubicBezTo>
                  <a:cubicBezTo>
                    <a:pt x="201295" y="2084195"/>
                    <a:pt x="85852" y="2144647"/>
                    <a:pt x="33782" y="2163951"/>
                  </a:cubicBezTo>
                  <a:lnTo>
                    <a:pt x="0" y="2176524"/>
                  </a:lnTo>
                  <a:lnTo>
                    <a:pt x="0" y="2296539"/>
                  </a:lnTo>
                  <a:cubicBezTo>
                    <a:pt x="0" y="2381121"/>
                    <a:pt x="2413" y="2416554"/>
                    <a:pt x="8001" y="2416554"/>
                  </a:cubicBezTo>
                  <a:cubicBezTo>
                    <a:pt x="29337" y="2416554"/>
                    <a:pt x="154686" y="2368040"/>
                    <a:pt x="228346" y="2331210"/>
                  </a:cubicBezTo>
                  <a:cubicBezTo>
                    <a:pt x="427990" y="2231515"/>
                    <a:pt x="566166" y="2120517"/>
                    <a:pt x="730377" y="1927985"/>
                  </a:cubicBezTo>
                  <a:cubicBezTo>
                    <a:pt x="911098" y="1716022"/>
                    <a:pt x="1034669" y="1488566"/>
                    <a:pt x="1128395" y="1195577"/>
                  </a:cubicBezTo>
                  <a:cubicBezTo>
                    <a:pt x="1175512" y="1048384"/>
                    <a:pt x="1237361" y="900937"/>
                    <a:pt x="1277874" y="839977"/>
                  </a:cubicBezTo>
                  <a:cubicBezTo>
                    <a:pt x="1315085" y="783843"/>
                    <a:pt x="1378966" y="721359"/>
                    <a:pt x="1429004" y="692149"/>
                  </a:cubicBezTo>
                  <a:cubicBezTo>
                    <a:pt x="1487169" y="658113"/>
                    <a:pt x="1599310" y="611377"/>
                    <a:pt x="1663572" y="594359"/>
                  </a:cubicBezTo>
                  <a:cubicBezTo>
                    <a:pt x="1781555" y="563117"/>
                    <a:pt x="1841753" y="559180"/>
                    <a:pt x="2209799" y="559053"/>
                  </a:cubicBezTo>
                  <a:cubicBezTo>
                    <a:pt x="2589402" y="558926"/>
                    <a:pt x="2620771" y="556513"/>
                    <a:pt x="2785617" y="516635"/>
                  </a:cubicBezTo>
                  <a:cubicBezTo>
                    <a:pt x="2965703" y="473074"/>
                    <a:pt x="3054730" y="429006"/>
                    <a:pt x="3136264" y="343281"/>
                  </a:cubicBezTo>
                  <a:cubicBezTo>
                    <a:pt x="3222624" y="252349"/>
                    <a:pt x="3272027" y="167767"/>
                    <a:pt x="3301999" y="59690"/>
                  </a:cubicBezTo>
                  <a:cubicBezTo>
                    <a:pt x="3309238" y="33528"/>
                    <a:pt x="3315334" y="8382"/>
                    <a:pt x="3316223" y="254"/>
                  </a:cubicBezTo>
                  <a:close/>
                  <a:moveTo>
                    <a:pt x="3866133" y="254"/>
                  </a:moveTo>
                  <a:lnTo>
                    <a:pt x="3860926" y="19812"/>
                  </a:lnTo>
                  <a:cubicBezTo>
                    <a:pt x="3842003" y="90551"/>
                    <a:pt x="3794124" y="230632"/>
                    <a:pt x="3777614" y="263525"/>
                  </a:cubicBezTo>
                  <a:cubicBezTo>
                    <a:pt x="3707637" y="402717"/>
                    <a:pt x="3618102" y="482600"/>
                    <a:pt x="3409441" y="591692"/>
                  </a:cubicBezTo>
                  <a:cubicBezTo>
                    <a:pt x="3328923" y="633856"/>
                    <a:pt x="3154679" y="704849"/>
                    <a:pt x="3064255" y="732281"/>
                  </a:cubicBezTo>
                  <a:cubicBezTo>
                    <a:pt x="2981959" y="757300"/>
                    <a:pt x="2811906" y="785240"/>
                    <a:pt x="2687065" y="794257"/>
                  </a:cubicBezTo>
                  <a:cubicBezTo>
                    <a:pt x="2577210" y="802258"/>
                    <a:pt x="2390139" y="822832"/>
                    <a:pt x="2267203" y="840612"/>
                  </a:cubicBezTo>
                  <a:cubicBezTo>
                    <a:pt x="2005837" y="878331"/>
                    <a:pt x="1814575" y="957325"/>
                    <a:pt x="1674367" y="1085341"/>
                  </a:cubicBezTo>
                  <a:cubicBezTo>
                    <a:pt x="1604644" y="1149095"/>
                    <a:pt x="1556385" y="1232661"/>
                    <a:pt x="1460753" y="1456054"/>
                  </a:cubicBezTo>
                  <a:cubicBezTo>
                    <a:pt x="1314704" y="1797048"/>
                    <a:pt x="1244981" y="1904871"/>
                    <a:pt x="1022858" y="2133090"/>
                  </a:cubicBezTo>
                  <a:cubicBezTo>
                    <a:pt x="818261" y="2343402"/>
                    <a:pt x="524764" y="2535553"/>
                    <a:pt x="334645" y="2583813"/>
                  </a:cubicBezTo>
                  <a:cubicBezTo>
                    <a:pt x="296672" y="2593465"/>
                    <a:pt x="259461" y="2601339"/>
                    <a:pt x="252222" y="2601339"/>
                  </a:cubicBezTo>
                  <a:cubicBezTo>
                    <a:pt x="239776" y="2601339"/>
                    <a:pt x="238887" y="2608705"/>
                    <a:pt x="238887" y="2718813"/>
                  </a:cubicBezTo>
                  <a:cubicBezTo>
                    <a:pt x="238887" y="2809999"/>
                    <a:pt x="233807" y="2835145"/>
                    <a:pt x="263779" y="2835145"/>
                  </a:cubicBezTo>
                  <a:cubicBezTo>
                    <a:pt x="278638" y="2835145"/>
                    <a:pt x="302260" y="2828922"/>
                    <a:pt x="339598" y="2821429"/>
                  </a:cubicBezTo>
                  <a:cubicBezTo>
                    <a:pt x="642366" y="2760723"/>
                    <a:pt x="1042035" y="2486277"/>
                    <a:pt x="1331849" y="2140075"/>
                  </a:cubicBezTo>
                  <a:cubicBezTo>
                    <a:pt x="1480946" y="1962021"/>
                    <a:pt x="1540636" y="1859024"/>
                    <a:pt x="1674367" y="1548509"/>
                  </a:cubicBezTo>
                  <a:cubicBezTo>
                    <a:pt x="1772284" y="1321307"/>
                    <a:pt x="1796414" y="1281175"/>
                    <a:pt x="1868677" y="1226184"/>
                  </a:cubicBezTo>
                  <a:cubicBezTo>
                    <a:pt x="1959228" y="1157350"/>
                    <a:pt x="2108072" y="1099946"/>
                    <a:pt x="2252979" y="1078102"/>
                  </a:cubicBezTo>
                  <a:cubicBezTo>
                    <a:pt x="2381249" y="1058798"/>
                    <a:pt x="2533776" y="1041272"/>
                    <a:pt x="2658617" y="1031747"/>
                  </a:cubicBezTo>
                  <a:cubicBezTo>
                    <a:pt x="2846958" y="1017396"/>
                    <a:pt x="3043427" y="985011"/>
                    <a:pt x="3146170" y="951356"/>
                  </a:cubicBezTo>
                  <a:cubicBezTo>
                    <a:pt x="3413886" y="863599"/>
                    <a:pt x="3685158" y="722502"/>
                    <a:pt x="3807713" y="607313"/>
                  </a:cubicBezTo>
                  <a:cubicBezTo>
                    <a:pt x="3942714" y="480314"/>
                    <a:pt x="4028185" y="317119"/>
                    <a:pt x="4071746" y="102616"/>
                  </a:cubicBezTo>
                  <a:cubicBezTo>
                    <a:pt x="4084065" y="41783"/>
                    <a:pt x="4092955" y="13208"/>
                    <a:pt x="4084446" y="0"/>
                  </a:cubicBezTo>
                  <a:close/>
                </a:path>
              </a:pathLst>
            </a:custGeom>
            <a:solidFill>
              <a:srgbClr val="8FCFD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750479" y="66421"/>
              <a:ext cx="3647476" cy="1267840"/>
            </a:xfrm>
            <a:custGeom>
              <a:avLst/>
              <a:gdLst/>
              <a:ahLst/>
              <a:cxnLst/>
              <a:rect r="r" b="b" t="t" l="l"/>
              <a:pathLst>
                <a:path h="1267840" w="3647476">
                  <a:moveTo>
                    <a:pt x="3305260" y="127"/>
                  </a:moveTo>
                  <a:cubicBezTo>
                    <a:pt x="3291925" y="15240"/>
                    <a:pt x="3274780" y="34544"/>
                    <a:pt x="3257762" y="53086"/>
                  </a:cubicBezTo>
                  <a:cubicBezTo>
                    <a:pt x="3177879" y="140843"/>
                    <a:pt x="3167846" y="155956"/>
                    <a:pt x="3172672" y="181356"/>
                  </a:cubicBezTo>
                  <a:cubicBezTo>
                    <a:pt x="3174831" y="193040"/>
                    <a:pt x="3184864" y="209677"/>
                    <a:pt x="3194770" y="218313"/>
                  </a:cubicBezTo>
                  <a:cubicBezTo>
                    <a:pt x="3206835" y="228981"/>
                    <a:pt x="3219535" y="234315"/>
                    <a:pt x="3233378" y="234315"/>
                  </a:cubicBezTo>
                  <a:cubicBezTo>
                    <a:pt x="3251412" y="234315"/>
                    <a:pt x="3271351" y="225171"/>
                    <a:pt x="3294592" y="206883"/>
                  </a:cubicBezTo>
                  <a:cubicBezTo>
                    <a:pt x="3330406" y="178562"/>
                    <a:pt x="3431371" y="71120"/>
                    <a:pt x="3453088" y="38100"/>
                  </a:cubicBezTo>
                  <a:cubicBezTo>
                    <a:pt x="3461216" y="25781"/>
                    <a:pt x="3465407" y="12700"/>
                    <a:pt x="3465661" y="0"/>
                  </a:cubicBezTo>
                  <a:close/>
                  <a:moveTo>
                    <a:pt x="259674" y="28448"/>
                  </a:moveTo>
                  <a:cubicBezTo>
                    <a:pt x="257261" y="28448"/>
                    <a:pt x="254975" y="28575"/>
                    <a:pt x="252562" y="28829"/>
                  </a:cubicBezTo>
                  <a:cubicBezTo>
                    <a:pt x="236179" y="30607"/>
                    <a:pt x="220304" y="38354"/>
                    <a:pt x="208747" y="52832"/>
                  </a:cubicBezTo>
                  <a:cubicBezTo>
                    <a:pt x="189316" y="77089"/>
                    <a:pt x="195539" y="155829"/>
                    <a:pt x="220812" y="206248"/>
                  </a:cubicBezTo>
                  <a:cubicBezTo>
                    <a:pt x="244053" y="252730"/>
                    <a:pt x="257896" y="268224"/>
                    <a:pt x="313014" y="310261"/>
                  </a:cubicBezTo>
                  <a:cubicBezTo>
                    <a:pt x="336255" y="327914"/>
                    <a:pt x="371688" y="357759"/>
                    <a:pt x="391881" y="376428"/>
                  </a:cubicBezTo>
                  <a:cubicBezTo>
                    <a:pt x="421980" y="404368"/>
                    <a:pt x="432521" y="410210"/>
                    <a:pt x="454238" y="410210"/>
                  </a:cubicBezTo>
                  <a:cubicBezTo>
                    <a:pt x="454619" y="410210"/>
                    <a:pt x="454873" y="410210"/>
                    <a:pt x="455254" y="410210"/>
                  </a:cubicBezTo>
                  <a:cubicBezTo>
                    <a:pt x="495259" y="409829"/>
                    <a:pt x="520786" y="383921"/>
                    <a:pt x="520786" y="343662"/>
                  </a:cubicBezTo>
                  <a:cubicBezTo>
                    <a:pt x="520786" y="305435"/>
                    <a:pt x="491703" y="270510"/>
                    <a:pt x="408264" y="208407"/>
                  </a:cubicBezTo>
                  <a:cubicBezTo>
                    <a:pt x="358480" y="171323"/>
                    <a:pt x="330540" y="135890"/>
                    <a:pt x="330540" y="109855"/>
                  </a:cubicBezTo>
                  <a:cubicBezTo>
                    <a:pt x="330540" y="100584"/>
                    <a:pt x="325841" y="81915"/>
                    <a:pt x="320253" y="68453"/>
                  </a:cubicBezTo>
                  <a:cubicBezTo>
                    <a:pt x="309458" y="42545"/>
                    <a:pt x="284693" y="28702"/>
                    <a:pt x="259674" y="28702"/>
                  </a:cubicBezTo>
                  <a:close/>
                  <a:moveTo>
                    <a:pt x="70825" y="187071"/>
                  </a:moveTo>
                  <a:cubicBezTo>
                    <a:pt x="46441" y="187071"/>
                    <a:pt x="20787" y="199136"/>
                    <a:pt x="9611" y="220726"/>
                  </a:cubicBezTo>
                  <a:cubicBezTo>
                    <a:pt x="-11598" y="261747"/>
                    <a:pt x="213" y="299212"/>
                    <a:pt x="65999" y="400177"/>
                  </a:cubicBezTo>
                  <a:cubicBezTo>
                    <a:pt x="109306" y="466597"/>
                    <a:pt x="154391" y="518540"/>
                    <a:pt x="186141" y="538479"/>
                  </a:cubicBezTo>
                  <a:cubicBezTo>
                    <a:pt x="196174" y="544829"/>
                    <a:pt x="207096" y="547623"/>
                    <a:pt x="217891" y="547623"/>
                  </a:cubicBezTo>
                  <a:cubicBezTo>
                    <a:pt x="260817" y="547623"/>
                    <a:pt x="301711" y="503554"/>
                    <a:pt x="279740" y="463930"/>
                  </a:cubicBezTo>
                  <a:cubicBezTo>
                    <a:pt x="274787" y="455041"/>
                    <a:pt x="250530" y="421132"/>
                    <a:pt x="226019" y="388747"/>
                  </a:cubicBezTo>
                  <a:cubicBezTo>
                    <a:pt x="201508" y="356362"/>
                    <a:pt x="168615" y="304292"/>
                    <a:pt x="152994" y="273177"/>
                  </a:cubicBezTo>
                  <a:cubicBezTo>
                    <a:pt x="137373" y="242062"/>
                    <a:pt x="119974" y="211201"/>
                    <a:pt x="114259" y="204724"/>
                  </a:cubicBezTo>
                  <a:cubicBezTo>
                    <a:pt x="104480" y="193675"/>
                    <a:pt x="90002" y="187960"/>
                    <a:pt x="74762" y="187198"/>
                  </a:cubicBezTo>
                  <a:cubicBezTo>
                    <a:pt x="73492" y="187071"/>
                    <a:pt x="72222" y="187071"/>
                    <a:pt x="70952" y="187071"/>
                  </a:cubicBezTo>
                  <a:close/>
                  <a:moveTo>
                    <a:pt x="3035893" y="295148"/>
                  </a:moveTo>
                  <a:cubicBezTo>
                    <a:pt x="3012017" y="295148"/>
                    <a:pt x="2986617" y="311912"/>
                    <a:pt x="2940009" y="354203"/>
                  </a:cubicBezTo>
                  <a:cubicBezTo>
                    <a:pt x="2882859" y="406146"/>
                    <a:pt x="2806404" y="464057"/>
                    <a:pt x="2759287" y="491108"/>
                  </a:cubicBezTo>
                  <a:cubicBezTo>
                    <a:pt x="2717885" y="514857"/>
                    <a:pt x="2704804" y="532764"/>
                    <a:pt x="2704804" y="565657"/>
                  </a:cubicBezTo>
                  <a:cubicBezTo>
                    <a:pt x="2704804" y="590803"/>
                    <a:pt x="2722204" y="614679"/>
                    <a:pt x="2747096" y="623696"/>
                  </a:cubicBezTo>
                  <a:cubicBezTo>
                    <a:pt x="2753573" y="626109"/>
                    <a:pt x="2759415" y="627379"/>
                    <a:pt x="2765765" y="627379"/>
                  </a:cubicBezTo>
                  <a:cubicBezTo>
                    <a:pt x="2780497" y="627379"/>
                    <a:pt x="2798023" y="620140"/>
                    <a:pt x="2833201" y="601979"/>
                  </a:cubicBezTo>
                  <a:cubicBezTo>
                    <a:pt x="2931626" y="551052"/>
                    <a:pt x="3086185" y="425576"/>
                    <a:pt x="3099267" y="385953"/>
                  </a:cubicBezTo>
                  <a:cubicBezTo>
                    <a:pt x="3110696" y="351409"/>
                    <a:pt x="3094060" y="314579"/>
                    <a:pt x="3060912" y="300736"/>
                  </a:cubicBezTo>
                  <a:cubicBezTo>
                    <a:pt x="3052404" y="297180"/>
                    <a:pt x="3044529" y="295275"/>
                    <a:pt x="3036529" y="295148"/>
                  </a:cubicBezTo>
                  <a:cubicBezTo>
                    <a:pt x="3036274" y="295148"/>
                    <a:pt x="3036148" y="295148"/>
                    <a:pt x="3035893" y="295148"/>
                  </a:cubicBezTo>
                  <a:close/>
                  <a:moveTo>
                    <a:pt x="715731" y="463803"/>
                  </a:moveTo>
                  <a:cubicBezTo>
                    <a:pt x="679663" y="463803"/>
                    <a:pt x="654517" y="488568"/>
                    <a:pt x="654517" y="524382"/>
                  </a:cubicBezTo>
                  <a:cubicBezTo>
                    <a:pt x="654517" y="560450"/>
                    <a:pt x="678012" y="584326"/>
                    <a:pt x="780628" y="652652"/>
                  </a:cubicBezTo>
                  <a:cubicBezTo>
                    <a:pt x="835746" y="689355"/>
                    <a:pt x="871179" y="707135"/>
                    <a:pt x="896325" y="707135"/>
                  </a:cubicBezTo>
                  <a:cubicBezTo>
                    <a:pt x="916645" y="707135"/>
                    <a:pt x="930234" y="695578"/>
                    <a:pt x="942172" y="673099"/>
                  </a:cubicBezTo>
                  <a:cubicBezTo>
                    <a:pt x="966683" y="627125"/>
                    <a:pt x="944712" y="597026"/>
                    <a:pt x="834095" y="524255"/>
                  </a:cubicBezTo>
                  <a:cubicBezTo>
                    <a:pt x="761705" y="476630"/>
                    <a:pt x="737067" y="463930"/>
                    <a:pt x="716493" y="463676"/>
                  </a:cubicBezTo>
                  <a:cubicBezTo>
                    <a:pt x="716239" y="463676"/>
                    <a:pt x="715858" y="463676"/>
                    <a:pt x="715604" y="463676"/>
                  </a:cubicBezTo>
                  <a:close/>
                  <a:moveTo>
                    <a:pt x="3583263" y="142494"/>
                  </a:moveTo>
                  <a:cubicBezTo>
                    <a:pt x="3555450" y="142494"/>
                    <a:pt x="3550878" y="146177"/>
                    <a:pt x="3448262" y="250317"/>
                  </a:cubicBezTo>
                  <a:cubicBezTo>
                    <a:pt x="3343741" y="356362"/>
                    <a:pt x="3198834" y="477900"/>
                    <a:pt x="3076660" y="561974"/>
                  </a:cubicBezTo>
                  <a:cubicBezTo>
                    <a:pt x="3043005" y="585088"/>
                    <a:pt x="3010621" y="612393"/>
                    <a:pt x="3004397" y="622680"/>
                  </a:cubicBezTo>
                  <a:cubicBezTo>
                    <a:pt x="2980267" y="663320"/>
                    <a:pt x="3000079" y="714120"/>
                    <a:pt x="3044784" y="726058"/>
                  </a:cubicBezTo>
                  <a:cubicBezTo>
                    <a:pt x="3051515" y="727836"/>
                    <a:pt x="3060150" y="728725"/>
                    <a:pt x="3068278" y="728725"/>
                  </a:cubicBezTo>
                  <a:cubicBezTo>
                    <a:pt x="3074882" y="728725"/>
                    <a:pt x="3081232" y="728090"/>
                    <a:pt x="3085931" y="726820"/>
                  </a:cubicBezTo>
                  <a:cubicBezTo>
                    <a:pt x="3113109" y="719200"/>
                    <a:pt x="3224615" y="642492"/>
                    <a:pt x="3291290" y="585469"/>
                  </a:cubicBezTo>
                  <a:cubicBezTo>
                    <a:pt x="3323167" y="558291"/>
                    <a:pt x="3376761" y="512190"/>
                    <a:pt x="3410670" y="483234"/>
                  </a:cubicBezTo>
                  <a:cubicBezTo>
                    <a:pt x="3468582" y="433578"/>
                    <a:pt x="3608790" y="283718"/>
                    <a:pt x="3636095" y="242443"/>
                  </a:cubicBezTo>
                  <a:cubicBezTo>
                    <a:pt x="3665051" y="198501"/>
                    <a:pt x="3635587" y="142494"/>
                    <a:pt x="3583390" y="142494"/>
                  </a:cubicBezTo>
                  <a:close/>
                  <a:moveTo>
                    <a:pt x="389722" y="565403"/>
                  </a:moveTo>
                  <a:cubicBezTo>
                    <a:pt x="354162" y="565403"/>
                    <a:pt x="323555" y="596899"/>
                    <a:pt x="323555" y="633475"/>
                  </a:cubicBezTo>
                  <a:cubicBezTo>
                    <a:pt x="323555" y="657224"/>
                    <a:pt x="328635" y="665225"/>
                    <a:pt x="368513" y="703325"/>
                  </a:cubicBezTo>
                  <a:cubicBezTo>
                    <a:pt x="393278" y="726947"/>
                    <a:pt x="433283" y="759586"/>
                    <a:pt x="457413" y="775715"/>
                  </a:cubicBezTo>
                  <a:cubicBezTo>
                    <a:pt x="487258" y="795654"/>
                    <a:pt x="510753" y="805433"/>
                    <a:pt x="530819" y="805433"/>
                  </a:cubicBezTo>
                  <a:cubicBezTo>
                    <a:pt x="546440" y="805433"/>
                    <a:pt x="559902" y="799464"/>
                    <a:pt x="572602" y="787780"/>
                  </a:cubicBezTo>
                  <a:cubicBezTo>
                    <a:pt x="586572" y="774826"/>
                    <a:pt x="591144" y="763777"/>
                    <a:pt x="591017" y="743711"/>
                  </a:cubicBezTo>
                  <a:cubicBezTo>
                    <a:pt x="590763" y="712723"/>
                    <a:pt x="585175" y="704468"/>
                    <a:pt x="541868" y="671194"/>
                  </a:cubicBezTo>
                  <a:cubicBezTo>
                    <a:pt x="524469" y="657732"/>
                    <a:pt x="488655" y="628522"/>
                    <a:pt x="462493" y="606170"/>
                  </a:cubicBezTo>
                  <a:cubicBezTo>
                    <a:pt x="423885" y="573277"/>
                    <a:pt x="410042" y="565530"/>
                    <a:pt x="389722" y="565530"/>
                  </a:cubicBezTo>
                  <a:close/>
                  <a:moveTo>
                    <a:pt x="2542879" y="640333"/>
                  </a:moveTo>
                  <a:cubicBezTo>
                    <a:pt x="2542625" y="640333"/>
                    <a:pt x="2542244" y="640333"/>
                    <a:pt x="2541990" y="640333"/>
                  </a:cubicBezTo>
                  <a:cubicBezTo>
                    <a:pt x="2521289" y="640587"/>
                    <a:pt x="2491190" y="649477"/>
                    <a:pt x="2439882" y="667003"/>
                  </a:cubicBezTo>
                  <a:cubicBezTo>
                    <a:pt x="2265892" y="726566"/>
                    <a:pt x="2232872" y="747394"/>
                    <a:pt x="2232872" y="797051"/>
                  </a:cubicBezTo>
                  <a:cubicBezTo>
                    <a:pt x="2232872" y="819530"/>
                    <a:pt x="2237063" y="828420"/>
                    <a:pt x="2254589" y="843152"/>
                  </a:cubicBezTo>
                  <a:cubicBezTo>
                    <a:pt x="2268305" y="854709"/>
                    <a:pt x="2279735" y="860424"/>
                    <a:pt x="2294467" y="860424"/>
                  </a:cubicBezTo>
                  <a:cubicBezTo>
                    <a:pt x="2308691" y="860424"/>
                    <a:pt x="2325963" y="855090"/>
                    <a:pt x="2351109" y="844549"/>
                  </a:cubicBezTo>
                  <a:cubicBezTo>
                    <a:pt x="2373334" y="835278"/>
                    <a:pt x="2429341" y="815847"/>
                    <a:pt x="2475823" y="801369"/>
                  </a:cubicBezTo>
                  <a:cubicBezTo>
                    <a:pt x="2541990" y="780795"/>
                    <a:pt x="2565231" y="770127"/>
                    <a:pt x="2583265" y="752093"/>
                  </a:cubicBezTo>
                  <a:cubicBezTo>
                    <a:pt x="2611967" y="723391"/>
                    <a:pt x="2613618" y="695070"/>
                    <a:pt x="2588472" y="665225"/>
                  </a:cubicBezTo>
                  <a:cubicBezTo>
                    <a:pt x="2574502" y="648715"/>
                    <a:pt x="2563199" y="640333"/>
                    <a:pt x="2543006" y="640333"/>
                  </a:cubicBezTo>
                  <a:close/>
                  <a:moveTo>
                    <a:pt x="1189949" y="709548"/>
                  </a:moveTo>
                  <a:cubicBezTo>
                    <a:pt x="1182075" y="709548"/>
                    <a:pt x="1175725" y="711961"/>
                    <a:pt x="1166200" y="716025"/>
                  </a:cubicBezTo>
                  <a:cubicBezTo>
                    <a:pt x="1120607" y="735075"/>
                    <a:pt x="1108288" y="792860"/>
                    <a:pt x="1143086" y="824356"/>
                  </a:cubicBezTo>
                  <a:cubicBezTo>
                    <a:pt x="1155786" y="835786"/>
                    <a:pt x="1278849" y="887348"/>
                    <a:pt x="1362669" y="916177"/>
                  </a:cubicBezTo>
                  <a:cubicBezTo>
                    <a:pt x="1379560" y="922019"/>
                    <a:pt x="1395562" y="924686"/>
                    <a:pt x="1410040" y="924686"/>
                  </a:cubicBezTo>
                  <a:cubicBezTo>
                    <a:pt x="1452458" y="924686"/>
                    <a:pt x="1482049" y="901318"/>
                    <a:pt x="1482049" y="862202"/>
                  </a:cubicBezTo>
                  <a:cubicBezTo>
                    <a:pt x="1482049" y="821562"/>
                    <a:pt x="1460840" y="802131"/>
                    <a:pt x="1391498" y="779525"/>
                  </a:cubicBezTo>
                  <a:cubicBezTo>
                    <a:pt x="1360129" y="769238"/>
                    <a:pt x="1302344" y="748283"/>
                    <a:pt x="1263228" y="732916"/>
                  </a:cubicBezTo>
                  <a:cubicBezTo>
                    <a:pt x="1228557" y="719327"/>
                    <a:pt x="1210650" y="712342"/>
                    <a:pt x="1198204" y="710183"/>
                  </a:cubicBezTo>
                  <a:cubicBezTo>
                    <a:pt x="1195156" y="709675"/>
                    <a:pt x="1192489" y="709421"/>
                    <a:pt x="1189949" y="709421"/>
                  </a:cubicBezTo>
                  <a:close/>
                  <a:moveTo>
                    <a:pt x="1955504" y="800607"/>
                  </a:moveTo>
                  <a:cubicBezTo>
                    <a:pt x="1927691" y="800607"/>
                    <a:pt x="1893655" y="800988"/>
                    <a:pt x="1851999" y="801623"/>
                  </a:cubicBezTo>
                  <a:lnTo>
                    <a:pt x="1658579" y="804417"/>
                  </a:lnTo>
                  <a:lnTo>
                    <a:pt x="1639148" y="825753"/>
                  </a:lnTo>
                  <a:cubicBezTo>
                    <a:pt x="1628480" y="837437"/>
                    <a:pt x="1619717" y="853566"/>
                    <a:pt x="1619717" y="861440"/>
                  </a:cubicBezTo>
                  <a:cubicBezTo>
                    <a:pt x="1619717" y="873505"/>
                    <a:pt x="1637751" y="917066"/>
                    <a:pt x="1642831" y="917447"/>
                  </a:cubicBezTo>
                  <a:cubicBezTo>
                    <a:pt x="1643720" y="917447"/>
                    <a:pt x="1657055" y="922146"/>
                    <a:pt x="1672549" y="927734"/>
                  </a:cubicBezTo>
                  <a:cubicBezTo>
                    <a:pt x="1693885" y="935481"/>
                    <a:pt x="1740367" y="938021"/>
                    <a:pt x="1865207" y="938148"/>
                  </a:cubicBezTo>
                  <a:cubicBezTo>
                    <a:pt x="1873589" y="938148"/>
                    <a:pt x="1881590" y="938148"/>
                    <a:pt x="1889083" y="938148"/>
                  </a:cubicBezTo>
                  <a:cubicBezTo>
                    <a:pt x="2008209" y="938148"/>
                    <a:pt x="2034625" y="935989"/>
                    <a:pt x="2054437" y="926591"/>
                  </a:cubicBezTo>
                  <a:cubicBezTo>
                    <a:pt x="2087457" y="910970"/>
                    <a:pt x="2102571" y="876553"/>
                    <a:pt x="2091394" y="842517"/>
                  </a:cubicBezTo>
                  <a:cubicBezTo>
                    <a:pt x="2080853" y="810513"/>
                    <a:pt x="2073106" y="801623"/>
                    <a:pt x="1978618" y="800607"/>
                  </a:cubicBezTo>
                  <a:cubicBezTo>
                    <a:pt x="1971379" y="800480"/>
                    <a:pt x="1963632" y="800480"/>
                    <a:pt x="1955377" y="800480"/>
                  </a:cubicBezTo>
                  <a:close/>
                  <a:moveTo>
                    <a:pt x="2724743" y="785367"/>
                  </a:moveTo>
                  <a:cubicBezTo>
                    <a:pt x="2696676" y="785367"/>
                    <a:pt x="2650956" y="806068"/>
                    <a:pt x="2583011" y="849502"/>
                  </a:cubicBezTo>
                  <a:cubicBezTo>
                    <a:pt x="2562691" y="862456"/>
                    <a:pt x="2522305" y="884935"/>
                    <a:pt x="2493349" y="899286"/>
                  </a:cubicBezTo>
                  <a:cubicBezTo>
                    <a:pt x="2464393" y="913637"/>
                    <a:pt x="2435056" y="932433"/>
                    <a:pt x="2428325" y="940688"/>
                  </a:cubicBezTo>
                  <a:cubicBezTo>
                    <a:pt x="2403687" y="971422"/>
                    <a:pt x="2417911" y="1029588"/>
                    <a:pt x="2453598" y="1043939"/>
                  </a:cubicBezTo>
                  <a:cubicBezTo>
                    <a:pt x="2461853" y="1047241"/>
                    <a:pt x="2475188" y="1050162"/>
                    <a:pt x="2482935" y="1050416"/>
                  </a:cubicBezTo>
                  <a:cubicBezTo>
                    <a:pt x="2483062" y="1050416"/>
                    <a:pt x="2483190" y="1050416"/>
                    <a:pt x="2483316" y="1050416"/>
                  </a:cubicBezTo>
                  <a:cubicBezTo>
                    <a:pt x="2503255" y="1050416"/>
                    <a:pt x="2588472" y="1009014"/>
                    <a:pt x="2648797" y="969898"/>
                  </a:cubicBezTo>
                  <a:cubicBezTo>
                    <a:pt x="2675848" y="952372"/>
                    <a:pt x="2713440" y="930274"/>
                    <a:pt x="2732490" y="920622"/>
                  </a:cubicBezTo>
                  <a:cubicBezTo>
                    <a:pt x="2751540" y="910970"/>
                    <a:pt x="2771987" y="895984"/>
                    <a:pt x="2778083" y="887348"/>
                  </a:cubicBezTo>
                  <a:cubicBezTo>
                    <a:pt x="2805134" y="848740"/>
                    <a:pt x="2780242" y="793241"/>
                    <a:pt x="2732236" y="785621"/>
                  </a:cubicBezTo>
                  <a:cubicBezTo>
                    <a:pt x="2729823" y="785240"/>
                    <a:pt x="2727410" y="785113"/>
                    <a:pt x="2724743" y="785113"/>
                  </a:cubicBezTo>
                  <a:close/>
                  <a:moveTo>
                    <a:pt x="762340" y="818260"/>
                  </a:moveTo>
                  <a:cubicBezTo>
                    <a:pt x="760181" y="818260"/>
                    <a:pt x="758022" y="818387"/>
                    <a:pt x="755736" y="818514"/>
                  </a:cubicBezTo>
                  <a:cubicBezTo>
                    <a:pt x="738210" y="819911"/>
                    <a:pt x="717255" y="826515"/>
                    <a:pt x="705317" y="836548"/>
                  </a:cubicBezTo>
                  <a:cubicBezTo>
                    <a:pt x="662518" y="872616"/>
                    <a:pt x="673567" y="926210"/>
                    <a:pt x="729193" y="952245"/>
                  </a:cubicBezTo>
                  <a:cubicBezTo>
                    <a:pt x="746338" y="960246"/>
                    <a:pt x="762086" y="966850"/>
                    <a:pt x="764499" y="966850"/>
                  </a:cubicBezTo>
                  <a:cubicBezTo>
                    <a:pt x="766912" y="966850"/>
                    <a:pt x="851621" y="1007871"/>
                    <a:pt x="952967" y="1057909"/>
                  </a:cubicBezTo>
                  <a:cubicBezTo>
                    <a:pt x="1142070" y="1151381"/>
                    <a:pt x="1217127" y="1181353"/>
                    <a:pt x="1287358" y="1191640"/>
                  </a:cubicBezTo>
                  <a:cubicBezTo>
                    <a:pt x="1309456" y="1194815"/>
                    <a:pt x="1348699" y="1197863"/>
                    <a:pt x="1374480" y="1198371"/>
                  </a:cubicBezTo>
                  <a:cubicBezTo>
                    <a:pt x="1378798" y="1198498"/>
                    <a:pt x="1382608" y="1198498"/>
                    <a:pt x="1386291" y="1198498"/>
                  </a:cubicBezTo>
                  <a:cubicBezTo>
                    <a:pt x="1417152" y="1198498"/>
                    <a:pt x="1426296" y="1195196"/>
                    <a:pt x="1442679" y="1181480"/>
                  </a:cubicBezTo>
                  <a:cubicBezTo>
                    <a:pt x="1468206" y="1160017"/>
                    <a:pt x="1476461" y="1129410"/>
                    <a:pt x="1463634" y="1103248"/>
                  </a:cubicBezTo>
                  <a:cubicBezTo>
                    <a:pt x="1446997" y="1069339"/>
                    <a:pt x="1423375" y="1058290"/>
                    <a:pt x="1344762" y="1048003"/>
                  </a:cubicBezTo>
                  <a:cubicBezTo>
                    <a:pt x="1246337" y="1035049"/>
                    <a:pt x="1149817" y="998727"/>
                    <a:pt x="933028" y="893063"/>
                  </a:cubicBezTo>
                  <a:cubicBezTo>
                    <a:pt x="882609" y="868552"/>
                    <a:pt x="829650" y="844676"/>
                    <a:pt x="815172" y="840104"/>
                  </a:cubicBezTo>
                  <a:cubicBezTo>
                    <a:pt x="800694" y="835532"/>
                    <a:pt x="786978" y="828801"/>
                    <a:pt x="784819" y="825245"/>
                  </a:cubicBezTo>
                  <a:cubicBezTo>
                    <a:pt x="782660" y="821816"/>
                    <a:pt x="777961" y="819657"/>
                    <a:pt x="771865" y="818641"/>
                  </a:cubicBezTo>
                  <a:cubicBezTo>
                    <a:pt x="769071" y="818133"/>
                    <a:pt x="765896" y="818006"/>
                    <a:pt x="762594" y="818006"/>
                  </a:cubicBezTo>
                  <a:close/>
                  <a:moveTo>
                    <a:pt x="2199725" y="1051432"/>
                  </a:moveTo>
                  <a:cubicBezTo>
                    <a:pt x="2185882" y="1051432"/>
                    <a:pt x="2131272" y="1065402"/>
                    <a:pt x="2078441" y="1082420"/>
                  </a:cubicBezTo>
                  <a:cubicBezTo>
                    <a:pt x="1972904" y="1116456"/>
                    <a:pt x="1918421" y="1127632"/>
                    <a:pt x="1828759" y="1127632"/>
                  </a:cubicBezTo>
                  <a:cubicBezTo>
                    <a:pt x="1807041" y="1127632"/>
                    <a:pt x="1783166" y="1126997"/>
                    <a:pt x="1755988" y="1125854"/>
                  </a:cubicBezTo>
                  <a:cubicBezTo>
                    <a:pt x="1728683" y="1124711"/>
                    <a:pt x="1706204" y="1123949"/>
                    <a:pt x="1687662" y="1123949"/>
                  </a:cubicBezTo>
                  <a:cubicBezTo>
                    <a:pt x="1619463" y="1123949"/>
                    <a:pt x="1603969" y="1133474"/>
                    <a:pt x="1587586" y="1165097"/>
                  </a:cubicBezTo>
                  <a:cubicBezTo>
                    <a:pt x="1567520" y="1203959"/>
                    <a:pt x="1583776" y="1244091"/>
                    <a:pt x="1626956" y="1262379"/>
                  </a:cubicBezTo>
                  <a:cubicBezTo>
                    <a:pt x="1635465" y="1265935"/>
                    <a:pt x="1675343" y="1267840"/>
                    <a:pt x="1737700" y="1267840"/>
                  </a:cubicBezTo>
                  <a:cubicBezTo>
                    <a:pt x="1756369" y="1267840"/>
                    <a:pt x="1777070" y="1267713"/>
                    <a:pt x="1799422" y="1267332"/>
                  </a:cubicBezTo>
                  <a:cubicBezTo>
                    <a:pt x="1971760" y="1264665"/>
                    <a:pt x="1987128" y="1261744"/>
                    <a:pt x="2161498" y="1197736"/>
                  </a:cubicBezTo>
                  <a:cubicBezTo>
                    <a:pt x="2227411" y="1173479"/>
                    <a:pt x="2244048" y="1164462"/>
                    <a:pt x="2255097" y="1146809"/>
                  </a:cubicBezTo>
                  <a:cubicBezTo>
                    <a:pt x="2281641" y="1104391"/>
                    <a:pt x="2250906" y="1051432"/>
                    <a:pt x="2199725" y="1051432"/>
                  </a:cubicBezTo>
                  <a:close/>
                </a:path>
              </a:pathLst>
            </a:custGeom>
            <a:solidFill>
              <a:srgbClr val="FFC26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877992" y="-63503"/>
            <a:ext cx="4473512" cy="3555997"/>
            <a:chOff x="0" y="0"/>
            <a:chExt cx="4473512" cy="355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979883" y="63500"/>
              <a:ext cx="3429051" cy="3429000"/>
            </a:xfrm>
            <a:custGeom>
              <a:avLst/>
              <a:gdLst/>
              <a:ahLst/>
              <a:cxnLst/>
              <a:rect r="r" b="b" t="t" l="l"/>
              <a:pathLst>
                <a:path h="3429000" w="3429051">
                  <a:moveTo>
                    <a:pt x="49" y="0"/>
                  </a:moveTo>
                  <a:lnTo>
                    <a:pt x="3429051" y="0"/>
                  </a:lnTo>
                  <a:lnTo>
                    <a:pt x="3429051" y="3429000"/>
                  </a:lnTo>
                  <a:cubicBezTo>
                    <a:pt x="3429051" y="3429000"/>
                    <a:pt x="2451786" y="3302127"/>
                    <a:pt x="2540940" y="2678049"/>
                  </a:cubicBezTo>
                  <a:cubicBezTo>
                    <a:pt x="2541575" y="2671826"/>
                    <a:pt x="2542972" y="2664968"/>
                    <a:pt x="2543734" y="2658872"/>
                  </a:cubicBezTo>
                  <a:cubicBezTo>
                    <a:pt x="2569769" y="2453132"/>
                    <a:pt x="2520366" y="2252853"/>
                    <a:pt x="2416226" y="2086864"/>
                  </a:cubicBezTo>
                  <a:cubicBezTo>
                    <a:pt x="2238552" y="1805051"/>
                    <a:pt x="2303069" y="1433322"/>
                    <a:pt x="2559609" y="1220724"/>
                  </a:cubicBezTo>
                  <a:lnTo>
                    <a:pt x="2847010" y="982091"/>
                  </a:lnTo>
                  <a:cubicBezTo>
                    <a:pt x="2934766" y="908685"/>
                    <a:pt x="2955341" y="783844"/>
                    <a:pt x="2898445" y="684403"/>
                  </a:cubicBezTo>
                  <a:cubicBezTo>
                    <a:pt x="2897810" y="683768"/>
                    <a:pt x="2897810" y="683006"/>
                    <a:pt x="2897047" y="682371"/>
                  </a:cubicBezTo>
                  <a:cubicBezTo>
                    <a:pt x="2675560" y="289433"/>
                    <a:pt x="2005507" y="572643"/>
                    <a:pt x="2005507" y="572643"/>
                  </a:cubicBezTo>
                  <a:cubicBezTo>
                    <a:pt x="2005507" y="572643"/>
                    <a:pt x="850442" y="1042416"/>
                    <a:pt x="216076" y="277749"/>
                  </a:cubicBezTo>
                  <a:cubicBezTo>
                    <a:pt x="-8968" y="6223"/>
                    <a:pt x="49" y="0"/>
                    <a:pt x="49" y="0"/>
                  </a:cubicBezTo>
                  <a:close/>
                </a:path>
              </a:pathLst>
            </a:custGeom>
            <a:solidFill>
              <a:srgbClr val="FFB4C9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67" y="70612"/>
              <a:ext cx="4346638" cy="2543937"/>
            </a:xfrm>
            <a:custGeom>
              <a:avLst/>
              <a:gdLst/>
              <a:ahLst/>
              <a:cxnLst/>
              <a:rect r="r" b="b" t="t" l="l"/>
              <a:pathLst>
                <a:path h="2543937" w="4346638">
                  <a:moveTo>
                    <a:pt x="49082" y="0"/>
                  </a:moveTo>
                  <a:cubicBezTo>
                    <a:pt x="-13529" y="0"/>
                    <a:pt x="-5528" y="5588"/>
                    <a:pt x="14665" y="80899"/>
                  </a:cubicBezTo>
                  <a:cubicBezTo>
                    <a:pt x="43621" y="189230"/>
                    <a:pt x="69656" y="231394"/>
                    <a:pt x="187639" y="362204"/>
                  </a:cubicBezTo>
                  <a:cubicBezTo>
                    <a:pt x="225993" y="404749"/>
                    <a:pt x="251266" y="422910"/>
                    <a:pt x="278317" y="422910"/>
                  </a:cubicBezTo>
                  <a:cubicBezTo>
                    <a:pt x="289239" y="422910"/>
                    <a:pt x="300542" y="419989"/>
                    <a:pt x="312988" y="414401"/>
                  </a:cubicBezTo>
                  <a:cubicBezTo>
                    <a:pt x="347532" y="399034"/>
                    <a:pt x="372297" y="361442"/>
                    <a:pt x="371916" y="324866"/>
                  </a:cubicBezTo>
                  <a:cubicBezTo>
                    <a:pt x="371662" y="295402"/>
                    <a:pt x="349564" y="259842"/>
                    <a:pt x="291906" y="196215"/>
                  </a:cubicBezTo>
                  <a:cubicBezTo>
                    <a:pt x="236026" y="134493"/>
                    <a:pt x="200085" y="77597"/>
                    <a:pt x="185099" y="26670"/>
                  </a:cubicBezTo>
                  <a:lnTo>
                    <a:pt x="177352" y="254"/>
                  </a:lnTo>
                  <a:lnTo>
                    <a:pt x="87944" y="254"/>
                  </a:lnTo>
                  <a:cubicBezTo>
                    <a:pt x="72704" y="254"/>
                    <a:pt x="59877" y="127"/>
                    <a:pt x="49082" y="127"/>
                  </a:cubicBezTo>
                  <a:close/>
                  <a:moveTo>
                    <a:pt x="555558" y="473837"/>
                  </a:moveTo>
                  <a:cubicBezTo>
                    <a:pt x="554669" y="473837"/>
                    <a:pt x="553780" y="473837"/>
                    <a:pt x="552891" y="473837"/>
                  </a:cubicBezTo>
                  <a:cubicBezTo>
                    <a:pt x="522157" y="474726"/>
                    <a:pt x="490788" y="490347"/>
                    <a:pt x="476564" y="516890"/>
                  </a:cubicBezTo>
                  <a:cubicBezTo>
                    <a:pt x="455609" y="555879"/>
                    <a:pt x="465134" y="593217"/>
                    <a:pt x="504631" y="626364"/>
                  </a:cubicBezTo>
                  <a:cubicBezTo>
                    <a:pt x="516188" y="636143"/>
                    <a:pt x="561654" y="676402"/>
                    <a:pt x="605850" y="715899"/>
                  </a:cubicBezTo>
                  <a:cubicBezTo>
                    <a:pt x="737168" y="833501"/>
                    <a:pt x="783523" y="869315"/>
                    <a:pt x="824671" y="869315"/>
                  </a:cubicBezTo>
                  <a:cubicBezTo>
                    <a:pt x="835974" y="869315"/>
                    <a:pt x="846896" y="866648"/>
                    <a:pt x="859088" y="862203"/>
                  </a:cubicBezTo>
                  <a:cubicBezTo>
                    <a:pt x="890965" y="850519"/>
                    <a:pt x="904427" y="837311"/>
                    <a:pt x="916492" y="805815"/>
                  </a:cubicBezTo>
                  <a:cubicBezTo>
                    <a:pt x="924621" y="784479"/>
                    <a:pt x="925255" y="774700"/>
                    <a:pt x="919668" y="753872"/>
                  </a:cubicBezTo>
                  <a:cubicBezTo>
                    <a:pt x="911793" y="724662"/>
                    <a:pt x="917635" y="729869"/>
                    <a:pt x="742756" y="595757"/>
                  </a:cubicBezTo>
                  <a:cubicBezTo>
                    <a:pt x="674684" y="543560"/>
                    <a:pt x="612200" y="495554"/>
                    <a:pt x="603691" y="488950"/>
                  </a:cubicBezTo>
                  <a:cubicBezTo>
                    <a:pt x="590229" y="478536"/>
                    <a:pt x="573084" y="473710"/>
                    <a:pt x="555558" y="473710"/>
                  </a:cubicBezTo>
                  <a:close/>
                  <a:moveTo>
                    <a:pt x="1172398" y="848233"/>
                  </a:moveTo>
                  <a:cubicBezTo>
                    <a:pt x="1107755" y="848233"/>
                    <a:pt x="1090483" y="855980"/>
                    <a:pt x="1072194" y="877697"/>
                  </a:cubicBezTo>
                  <a:cubicBezTo>
                    <a:pt x="1042350" y="913257"/>
                    <a:pt x="1043492" y="956818"/>
                    <a:pt x="1075369" y="988568"/>
                  </a:cubicBezTo>
                  <a:cubicBezTo>
                    <a:pt x="1095181" y="1008380"/>
                    <a:pt x="1098991" y="1009396"/>
                    <a:pt x="1196147" y="1020318"/>
                  </a:cubicBezTo>
                  <a:cubicBezTo>
                    <a:pt x="1230310" y="1024128"/>
                    <a:pt x="1288476" y="1031367"/>
                    <a:pt x="1325433" y="1036193"/>
                  </a:cubicBezTo>
                  <a:cubicBezTo>
                    <a:pt x="1366073" y="1041527"/>
                    <a:pt x="1389949" y="1044321"/>
                    <a:pt x="1406205" y="1044321"/>
                  </a:cubicBezTo>
                  <a:cubicBezTo>
                    <a:pt x="1424493" y="1044321"/>
                    <a:pt x="1433129" y="1040765"/>
                    <a:pt x="1445194" y="1033399"/>
                  </a:cubicBezTo>
                  <a:cubicBezTo>
                    <a:pt x="1508313" y="994918"/>
                    <a:pt x="1502344" y="905637"/>
                    <a:pt x="1434399" y="871855"/>
                  </a:cubicBezTo>
                  <a:cubicBezTo>
                    <a:pt x="1408110" y="858774"/>
                    <a:pt x="1391854" y="856742"/>
                    <a:pt x="1271839" y="851154"/>
                  </a:cubicBezTo>
                  <a:cubicBezTo>
                    <a:pt x="1234120" y="849376"/>
                    <a:pt x="1204402" y="848360"/>
                    <a:pt x="1180653" y="848106"/>
                  </a:cubicBezTo>
                  <a:cubicBezTo>
                    <a:pt x="1177859" y="848106"/>
                    <a:pt x="1175192" y="848106"/>
                    <a:pt x="1172525" y="848106"/>
                  </a:cubicBezTo>
                  <a:close/>
                  <a:moveTo>
                    <a:pt x="1626550" y="1039495"/>
                  </a:moveTo>
                  <a:cubicBezTo>
                    <a:pt x="1609024" y="1039495"/>
                    <a:pt x="1591625" y="1043686"/>
                    <a:pt x="1579052" y="1052322"/>
                  </a:cubicBezTo>
                  <a:cubicBezTo>
                    <a:pt x="1537142" y="1080770"/>
                    <a:pt x="1531173" y="1137666"/>
                    <a:pt x="1565844" y="1177290"/>
                  </a:cubicBezTo>
                  <a:cubicBezTo>
                    <a:pt x="1587180" y="1201801"/>
                    <a:pt x="1652839" y="1307846"/>
                    <a:pt x="1693606" y="1383919"/>
                  </a:cubicBezTo>
                  <a:cubicBezTo>
                    <a:pt x="1726626" y="1445641"/>
                    <a:pt x="1741485" y="1464691"/>
                    <a:pt x="1766631" y="1477772"/>
                  </a:cubicBezTo>
                  <a:cubicBezTo>
                    <a:pt x="1776664" y="1482979"/>
                    <a:pt x="1794952" y="1485900"/>
                    <a:pt x="1811716" y="1485900"/>
                  </a:cubicBezTo>
                  <a:cubicBezTo>
                    <a:pt x="1822638" y="1485900"/>
                    <a:pt x="1832925" y="1484630"/>
                    <a:pt x="1840037" y="1482090"/>
                  </a:cubicBezTo>
                  <a:cubicBezTo>
                    <a:pt x="1854515" y="1476756"/>
                    <a:pt x="1877629" y="1454023"/>
                    <a:pt x="1887281" y="1435481"/>
                  </a:cubicBezTo>
                  <a:cubicBezTo>
                    <a:pt x="1900235" y="1410589"/>
                    <a:pt x="1897822" y="1375537"/>
                    <a:pt x="1880550" y="1338453"/>
                  </a:cubicBezTo>
                  <a:cubicBezTo>
                    <a:pt x="1849181" y="1271016"/>
                    <a:pt x="1717482" y="1084580"/>
                    <a:pt x="1680906" y="1055878"/>
                  </a:cubicBezTo>
                  <a:cubicBezTo>
                    <a:pt x="1667952" y="1045718"/>
                    <a:pt x="1649283" y="1040130"/>
                    <a:pt x="1630487" y="1039495"/>
                  </a:cubicBezTo>
                  <a:cubicBezTo>
                    <a:pt x="1629217" y="1039495"/>
                    <a:pt x="1627947" y="1039368"/>
                    <a:pt x="1626677" y="1039368"/>
                  </a:cubicBezTo>
                  <a:close/>
                  <a:moveTo>
                    <a:pt x="719515" y="127"/>
                  </a:moveTo>
                  <a:lnTo>
                    <a:pt x="730691" y="18923"/>
                  </a:lnTo>
                  <a:cubicBezTo>
                    <a:pt x="753424" y="57531"/>
                    <a:pt x="835085" y="154559"/>
                    <a:pt x="899474" y="219837"/>
                  </a:cubicBezTo>
                  <a:cubicBezTo>
                    <a:pt x="1013647" y="335407"/>
                    <a:pt x="1098229" y="397510"/>
                    <a:pt x="1236406" y="466852"/>
                  </a:cubicBezTo>
                  <a:cubicBezTo>
                    <a:pt x="1340038" y="518922"/>
                    <a:pt x="1421953" y="548132"/>
                    <a:pt x="1559367" y="582041"/>
                  </a:cubicBezTo>
                  <a:cubicBezTo>
                    <a:pt x="1751772" y="629412"/>
                    <a:pt x="1806128" y="657352"/>
                    <a:pt x="1883217" y="748157"/>
                  </a:cubicBezTo>
                  <a:cubicBezTo>
                    <a:pt x="1943669" y="819404"/>
                    <a:pt x="1960433" y="847344"/>
                    <a:pt x="2023425" y="982599"/>
                  </a:cubicBezTo>
                  <a:cubicBezTo>
                    <a:pt x="2084893" y="1114679"/>
                    <a:pt x="2117024" y="1173353"/>
                    <a:pt x="2159315" y="1231646"/>
                  </a:cubicBezTo>
                  <a:cubicBezTo>
                    <a:pt x="2308667" y="1437005"/>
                    <a:pt x="2660076" y="1586230"/>
                    <a:pt x="3096321" y="1629410"/>
                  </a:cubicBezTo>
                  <a:cubicBezTo>
                    <a:pt x="3196525" y="1639316"/>
                    <a:pt x="3510469" y="1654556"/>
                    <a:pt x="3615370" y="1654683"/>
                  </a:cubicBezTo>
                  <a:cubicBezTo>
                    <a:pt x="3821873" y="1654810"/>
                    <a:pt x="3966653" y="1669796"/>
                    <a:pt x="4103305" y="1705229"/>
                  </a:cubicBezTo>
                  <a:cubicBezTo>
                    <a:pt x="4173028" y="1723263"/>
                    <a:pt x="4319205" y="1775206"/>
                    <a:pt x="4330762" y="1786001"/>
                  </a:cubicBezTo>
                  <a:cubicBezTo>
                    <a:pt x="4334064" y="1789049"/>
                    <a:pt x="4338890" y="1791462"/>
                    <a:pt x="4341684" y="1791462"/>
                  </a:cubicBezTo>
                  <a:cubicBezTo>
                    <a:pt x="4344478" y="1791462"/>
                    <a:pt x="4346637" y="1745742"/>
                    <a:pt x="4346637" y="1689735"/>
                  </a:cubicBezTo>
                  <a:lnTo>
                    <a:pt x="4346637" y="1688846"/>
                  </a:lnTo>
                  <a:cubicBezTo>
                    <a:pt x="4346637" y="1598168"/>
                    <a:pt x="4345494" y="1586992"/>
                    <a:pt x="4335715" y="1583055"/>
                  </a:cubicBezTo>
                  <a:cubicBezTo>
                    <a:pt x="4295202" y="1566545"/>
                    <a:pt x="4189157" y="1533144"/>
                    <a:pt x="4128959" y="1518031"/>
                  </a:cubicBezTo>
                  <a:cubicBezTo>
                    <a:pt x="3982528" y="1481328"/>
                    <a:pt x="3875975" y="1470660"/>
                    <a:pt x="3600257" y="1464945"/>
                  </a:cubicBezTo>
                  <a:cubicBezTo>
                    <a:pt x="3224973" y="1457325"/>
                    <a:pt x="3007421" y="1437894"/>
                    <a:pt x="2832161" y="1396365"/>
                  </a:cubicBezTo>
                  <a:cubicBezTo>
                    <a:pt x="2629977" y="1348486"/>
                    <a:pt x="2427793" y="1250696"/>
                    <a:pt x="2345751" y="1160780"/>
                  </a:cubicBezTo>
                  <a:cubicBezTo>
                    <a:pt x="2289109" y="1098804"/>
                    <a:pt x="2280092" y="1082548"/>
                    <a:pt x="2147250" y="804164"/>
                  </a:cubicBezTo>
                  <a:cubicBezTo>
                    <a:pt x="2097847" y="700659"/>
                    <a:pt x="1982912" y="564769"/>
                    <a:pt x="1895282" y="506476"/>
                  </a:cubicBezTo>
                  <a:cubicBezTo>
                    <a:pt x="1825178" y="459867"/>
                    <a:pt x="1751518" y="433578"/>
                    <a:pt x="1572575" y="391795"/>
                  </a:cubicBezTo>
                  <a:cubicBezTo>
                    <a:pt x="1493073" y="373126"/>
                    <a:pt x="1367343" y="324993"/>
                    <a:pt x="1289491" y="283083"/>
                  </a:cubicBezTo>
                  <a:cubicBezTo>
                    <a:pt x="1182430" y="225679"/>
                    <a:pt x="1101658" y="160782"/>
                    <a:pt x="992692" y="44704"/>
                  </a:cubicBezTo>
                  <a:lnTo>
                    <a:pt x="950782" y="127"/>
                  </a:lnTo>
                  <a:close/>
                  <a:moveTo>
                    <a:pt x="2179000" y="1549527"/>
                  </a:moveTo>
                  <a:cubicBezTo>
                    <a:pt x="2178365" y="1549527"/>
                    <a:pt x="2177857" y="1549527"/>
                    <a:pt x="2177222" y="1549527"/>
                  </a:cubicBezTo>
                  <a:cubicBezTo>
                    <a:pt x="2166300" y="1549781"/>
                    <a:pt x="2154870" y="1552702"/>
                    <a:pt x="2142551" y="1557909"/>
                  </a:cubicBezTo>
                  <a:cubicBezTo>
                    <a:pt x="2115500" y="1569212"/>
                    <a:pt x="2096069" y="1600581"/>
                    <a:pt x="2095942" y="1632712"/>
                  </a:cubicBezTo>
                  <a:cubicBezTo>
                    <a:pt x="2095942" y="1659509"/>
                    <a:pt x="2128581" y="1712976"/>
                    <a:pt x="2198558" y="1800860"/>
                  </a:cubicBezTo>
                  <a:cubicBezTo>
                    <a:pt x="2293935" y="1920494"/>
                    <a:pt x="2343465" y="1963928"/>
                    <a:pt x="2393630" y="1963928"/>
                  </a:cubicBezTo>
                  <a:cubicBezTo>
                    <a:pt x="2403536" y="1963928"/>
                    <a:pt x="2413315" y="1962277"/>
                    <a:pt x="2423602" y="1959102"/>
                  </a:cubicBezTo>
                  <a:cubicBezTo>
                    <a:pt x="2450780" y="1950847"/>
                    <a:pt x="2480244" y="1919732"/>
                    <a:pt x="2485070" y="1894332"/>
                  </a:cubicBezTo>
                  <a:cubicBezTo>
                    <a:pt x="2492817" y="1853057"/>
                    <a:pt x="2484308" y="1838960"/>
                    <a:pt x="2400996" y="1755140"/>
                  </a:cubicBezTo>
                  <a:cubicBezTo>
                    <a:pt x="2357181" y="1711071"/>
                    <a:pt x="2303841" y="1652905"/>
                    <a:pt x="2282505" y="1625981"/>
                  </a:cubicBezTo>
                  <a:cubicBezTo>
                    <a:pt x="2240087" y="1572387"/>
                    <a:pt x="2211131" y="1549527"/>
                    <a:pt x="2178873" y="1549527"/>
                  </a:cubicBezTo>
                  <a:close/>
                  <a:moveTo>
                    <a:pt x="2650678" y="1950212"/>
                  </a:moveTo>
                  <a:cubicBezTo>
                    <a:pt x="2620198" y="1950212"/>
                    <a:pt x="2600513" y="1959864"/>
                    <a:pt x="2581590" y="1981581"/>
                  </a:cubicBezTo>
                  <a:cubicBezTo>
                    <a:pt x="2566604" y="1998726"/>
                    <a:pt x="2562413" y="2009267"/>
                    <a:pt x="2562413" y="2029714"/>
                  </a:cubicBezTo>
                  <a:cubicBezTo>
                    <a:pt x="2562413" y="2061083"/>
                    <a:pt x="2579812" y="2092325"/>
                    <a:pt x="2604069" y="2104517"/>
                  </a:cubicBezTo>
                  <a:cubicBezTo>
                    <a:pt x="2627310" y="2116201"/>
                    <a:pt x="2717734" y="2136648"/>
                    <a:pt x="2801808" y="2149348"/>
                  </a:cubicBezTo>
                  <a:cubicBezTo>
                    <a:pt x="2839400" y="2154936"/>
                    <a:pt x="2886009" y="2163572"/>
                    <a:pt x="2905313" y="2168398"/>
                  </a:cubicBezTo>
                  <a:cubicBezTo>
                    <a:pt x="2926903" y="2173859"/>
                    <a:pt x="2944810" y="2176526"/>
                    <a:pt x="2960177" y="2176526"/>
                  </a:cubicBezTo>
                  <a:cubicBezTo>
                    <a:pt x="2975544" y="2176526"/>
                    <a:pt x="2988625" y="2173859"/>
                    <a:pt x="3000817" y="2168398"/>
                  </a:cubicBezTo>
                  <a:cubicBezTo>
                    <a:pt x="3032313" y="2154428"/>
                    <a:pt x="3048950" y="2131187"/>
                    <a:pt x="3052252" y="2096516"/>
                  </a:cubicBezTo>
                  <a:cubicBezTo>
                    <a:pt x="3059872" y="2017141"/>
                    <a:pt x="2990911" y="1981200"/>
                    <a:pt x="2808031" y="1969135"/>
                  </a:cubicBezTo>
                  <a:cubicBezTo>
                    <a:pt x="2773868" y="1966849"/>
                    <a:pt x="2724338" y="1960880"/>
                    <a:pt x="2698049" y="1955673"/>
                  </a:cubicBezTo>
                  <a:cubicBezTo>
                    <a:pt x="2682936" y="1952752"/>
                    <a:pt x="2669855" y="1950974"/>
                    <a:pt x="2658298" y="1950466"/>
                  </a:cubicBezTo>
                  <a:cubicBezTo>
                    <a:pt x="2655758" y="1950339"/>
                    <a:pt x="2653218" y="1950339"/>
                    <a:pt x="2650805" y="1950339"/>
                  </a:cubicBezTo>
                  <a:close/>
                  <a:moveTo>
                    <a:pt x="3590224" y="2001012"/>
                  </a:moveTo>
                  <a:cubicBezTo>
                    <a:pt x="3590098" y="2001012"/>
                    <a:pt x="3589970" y="2001012"/>
                    <a:pt x="3589843" y="2001012"/>
                  </a:cubicBezTo>
                  <a:cubicBezTo>
                    <a:pt x="3547680" y="2001139"/>
                    <a:pt x="3341305" y="2039366"/>
                    <a:pt x="3311332" y="2052574"/>
                  </a:cubicBezTo>
                  <a:cubicBezTo>
                    <a:pt x="3242880" y="2082800"/>
                    <a:pt x="3234117" y="2175891"/>
                    <a:pt x="3296728" y="2209546"/>
                  </a:cubicBezTo>
                  <a:cubicBezTo>
                    <a:pt x="3310062" y="2216658"/>
                    <a:pt x="3325430" y="2220468"/>
                    <a:pt x="3339273" y="2220468"/>
                  </a:cubicBezTo>
                  <a:cubicBezTo>
                    <a:pt x="3349687" y="2220468"/>
                    <a:pt x="3359212" y="2218436"/>
                    <a:pt x="3366450" y="2214118"/>
                  </a:cubicBezTo>
                  <a:cubicBezTo>
                    <a:pt x="3372547" y="2210562"/>
                    <a:pt x="3428173" y="2202307"/>
                    <a:pt x="3490022" y="2195576"/>
                  </a:cubicBezTo>
                  <a:cubicBezTo>
                    <a:pt x="3565332" y="2187448"/>
                    <a:pt x="3611433" y="2179574"/>
                    <a:pt x="3629594" y="2171573"/>
                  </a:cubicBezTo>
                  <a:cubicBezTo>
                    <a:pt x="3717987" y="2132457"/>
                    <a:pt x="3687253" y="2001139"/>
                    <a:pt x="3590098" y="2001139"/>
                  </a:cubicBezTo>
                  <a:close/>
                  <a:moveTo>
                    <a:pt x="283905" y="127"/>
                  </a:moveTo>
                  <a:lnTo>
                    <a:pt x="296351" y="20320"/>
                  </a:lnTo>
                  <a:cubicBezTo>
                    <a:pt x="303209" y="31496"/>
                    <a:pt x="323275" y="65786"/>
                    <a:pt x="340928" y="96520"/>
                  </a:cubicBezTo>
                  <a:cubicBezTo>
                    <a:pt x="389188" y="180467"/>
                    <a:pt x="414842" y="212090"/>
                    <a:pt x="517585" y="314325"/>
                  </a:cubicBezTo>
                  <a:cubicBezTo>
                    <a:pt x="622614" y="418719"/>
                    <a:pt x="678494" y="465201"/>
                    <a:pt x="801176" y="550164"/>
                  </a:cubicBezTo>
                  <a:cubicBezTo>
                    <a:pt x="962720" y="662051"/>
                    <a:pt x="981263" y="669798"/>
                    <a:pt x="1242756" y="734441"/>
                  </a:cubicBezTo>
                  <a:cubicBezTo>
                    <a:pt x="1464625" y="789305"/>
                    <a:pt x="1510980" y="808101"/>
                    <a:pt x="1600642" y="878967"/>
                  </a:cubicBezTo>
                  <a:cubicBezTo>
                    <a:pt x="1697670" y="955675"/>
                    <a:pt x="1752915" y="1033399"/>
                    <a:pt x="1849562" y="1228471"/>
                  </a:cubicBezTo>
                  <a:cubicBezTo>
                    <a:pt x="1928175" y="1387221"/>
                    <a:pt x="2011995" y="1503426"/>
                    <a:pt x="2141408" y="1632966"/>
                  </a:cubicBezTo>
                  <a:cubicBezTo>
                    <a:pt x="2251263" y="1742948"/>
                    <a:pt x="2352609" y="1808353"/>
                    <a:pt x="2482022" y="1852803"/>
                  </a:cubicBezTo>
                  <a:cubicBezTo>
                    <a:pt x="2608514" y="1896237"/>
                    <a:pt x="2721544" y="1913128"/>
                    <a:pt x="2947096" y="1922018"/>
                  </a:cubicBezTo>
                  <a:cubicBezTo>
                    <a:pt x="3120959" y="1928876"/>
                    <a:pt x="3248722" y="1938147"/>
                    <a:pt x="3329620" y="1949831"/>
                  </a:cubicBezTo>
                  <a:cubicBezTo>
                    <a:pt x="3363783" y="1954784"/>
                    <a:pt x="3428173" y="1961642"/>
                    <a:pt x="3472623" y="1965325"/>
                  </a:cubicBezTo>
                  <a:cubicBezTo>
                    <a:pt x="3556697" y="1972056"/>
                    <a:pt x="3690174" y="1991741"/>
                    <a:pt x="3839653" y="2019300"/>
                  </a:cubicBezTo>
                  <a:cubicBezTo>
                    <a:pt x="3992180" y="2047367"/>
                    <a:pt x="4048441" y="2065274"/>
                    <a:pt x="4159693" y="2120519"/>
                  </a:cubicBezTo>
                  <a:cubicBezTo>
                    <a:pt x="4229416" y="2155190"/>
                    <a:pt x="4270183" y="2182495"/>
                    <a:pt x="4317046" y="2225929"/>
                  </a:cubicBezTo>
                  <a:lnTo>
                    <a:pt x="4346637" y="2253361"/>
                  </a:lnTo>
                  <a:lnTo>
                    <a:pt x="4346637" y="2009267"/>
                  </a:lnTo>
                  <a:lnTo>
                    <a:pt x="4320221" y="1992503"/>
                  </a:lnTo>
                  <a:cubicBezTo>
                    <a:pt x="4275771" y="1964309"/>
                    <a:pt x="4147120" y="1905000"/>
                    <a:pt x="4086287" y="1884680"/>
                  </a:cubicBezTo>
                  <a:cubicBezTo>
                    <a:pt x="4025835" y="1864487"/>
                    <a:pt x="3903534" y="1837309"/>
                    <a:pt x="3793044" y="1819783"/>
                  </a:cubicBezTo>
                  <a:cubicBezTo>
                    <a:pt x="3757103" y="1814068"/>
                    <a:pt x="3694111" y="1803908"/>
                    <a:pt x="3653089" y="1797304"/>
                  </a:cubicBezTo>
                  <a:cubicBezTo>
                    <a:pt x="3612069" y="1790700"/>
                    <a:pt x="3543488" y="1782318"/>
                    <a:pt x="3500689" y="1778635"/>
                  </a:cubicBezTo>
                  <a:cubicBezTo>
                    <a:pt x="3457891" y="1774952"/>
                    <a:pt x="3390707" y="1767840"/>
                    <a:pt x="3351464" y="1762633"/>
                  </a:cubicBezTo>
                  <a:cubicBezTo>
                    <a:pt x="3250373" y="1749298"/>
                    <a:pt x="3160075" y="1742694"/>
                    <a:pt x="2981386" y="1735709"/>
                  </a:cubicBezTo>
                  <a:cubicBezTo>
                    <a:pt x="2650551" y="1722755"/>
                    <a:pt x="2526472" y="1692148"/>
                    <a:pt x="2371024" y="1585087"/>
                  </a:cubicBezTo>
                  <a:cubicBezTo>
                    <a:pt x="2312604" y="1544955"/>
                    <a:pt x="2210623" y="1439164"/>
                    <a:pt x="2143186" y="1348994"/>
                  </a:cubicBezTo>
                  <a:cubicBezTo>
                    <a:pt x="2079813" y="1264285"/>
                    <a:pt x="2050730" y="1217041"/>
                    <a:pt x="2017583" y="1144524"/>
                  </a:cubicBezTo>
                  <a:cubicBezTo>
                    <a:pt x="1903791" y="895731"/>
                    <a:pt x="1772600" y="744474"/>
                    <a:pt x="1585021" y="645287"/>
                  </a:cubicBezTo>
                  <a:cubicBezTo>
                    <a:pt x="1523045" y="612521"/>
                    <a:pt x="1487358" y="601091"/>
                    <a:pt x="1319972" y="559943"/>
                  </a:cubicBezTo>
                  <a:cubicBezTo>
                    <a:pt x="1102293" y="506476"/>
                    <a:pt x="1094927" y="504444"/>
                    <a:pt x="1052763" y="485394"/>
                  </a:cubicBezTo>
                  <a:cubicBezTo>
                    <a:pt x="1009202" y="465709"/>
                    <a:pt x="928684" y="413004"/>
                    <a:pt x="826195" y="336931"/>
                  </a:cubicBezTo>
                  <a:cubicBezTo>
                    <a:pt x="746312" y="278003"/>
                    <a:pt x="551113" y="86995"/>
                    <a:pt x="515045" y="32766"/>
                  </a:cubicBezTo>
                  <a:lnTo>
                    <a:pt x="493201" y="127"/>
                  </a:lnTo>
                  <a:lnTo>
                    <a:pt x="388553" y="127"/>
                  </a:lnTo>
                  <a:lnTo>
                    <a:pt x="283905" y="127"/>
                  </a:lnTo>
                  <a:close/>
                  <a:moveTo>
                    <a:pt x="3744403" y="2096897"/>
                  </a:moveTo>
                  <a:cubicBezTo>
                    <a:pt x="3738687" y="2096897"/>
                    <a:pt x="3733100" y="2097024"/>
                    <a:pt x="3727638" y="2097151"/>
                  </a:cubicBezTo>
                  <a:cubicBezTo>
                    <a:pt x="3693603" y="2098421"/>
                    <a:pt x="3664393" y="2103374"/>
                    <a:pt x="3646739" y="2112010"/>
                  </a:cubicBezTo>
                  <a:cubicBezTo>
                    <a:pt x="3598606" y="2135632"/>
                    <a:pt x="3580318" y="2188972"/>
                    <a:pt x="3605973" y="2231136"/>
                  </a:cubicBezTo>
                  <a:cubicBezTo>
                    <a:pt x="3624006" y="2260727"/>
                    <a:pt x="3644454" y="2269109"/>
                    <a:pt x="3701731" y="2269109"/>
                  </a:cubicBezTo>
                  <a:cubicBezTo>
                    <a:pt x="3704270" y="2269109"/>
                    <a:pt x="3706811" y="2269109"/>
                    <a:pt x="3709478" y="2269109"/>
                  </a:cubicBezTo>
                  <a:cubicBezTo>
                    <a:pt x="3711001" y="2269109"/>
                    <a:pt x="3712653" y="2269109"/>
                    <a:pt x="3714176" y="2269109"/>
                  </a:cubicBezTo>
                  <a:cubicBezTo>
                    <a:pt x="3771454" y="2269109"/>
                    <a:pt x="3827587" y="2281682"/>
                    <a:pt x="3918901" y="2314956"/>
                  </a:cubicBezTo>
                  <a:cubicBezTo>
                    <a:pt x="3950143" y="2326386"/>
                    <a:pt x="3969574" y="2331720"/>
                    <a:pt x="3985830" y="2331720"/>
                  </a:cubicBezTo>
                  <a:cubicBezTo>
                    <a:pt x="3998784" y="2331720"/>
                    <a:pt x="4009579" y="2328291"/>
                    <a:pt x="4022787" y="2321687"/>
                  </a:cubicBezTo>
                  <a:cubicBezTo>
                    <a:pt x="4091113" y="2287397"/>
                    <a:pt x="4088319" y="2188210"/>
                    <a:pt x="4018088" y="2153158"/>
                  </a:cubicBezTo>
                  <a:cubicBezTo>
                    <a:pt x="3989767" y="2139061"/>
                    <a:pt x="3914964" y="2119122"/>
                    <a:pt x="3837367" y="2105152"/>
                  </a:cubicBezTo>
                  <a:cubicBezTo>
                    <a:pt x="3806379" y="2099564"/>
                    <a:pt x="3773993" y="2096897"/>
                    <a:pt x="3744275" y="2096897"/>
                  </a:cubicBezTo>
                  <a:close/>
                  <a:moveTo>
                    <a:pt x="4234369" y="2295779"/>
                  </a:moveTo>
                  <a:cubicBezTo>
                    <a:pt x="4229543" y="2295779"/>
                    <a:pt x="4224463" y="2296033"/>
                    <a:pt x="4218494" y="2296541"/>
                  </a:cubicBezTo>
                  <a:cubicBezTo>
                    <a:pt x="4111941" y="2305431"/>
                    <a:pt x="4100511" y="2448941"/>
                    <a:pt x="4204778" y="2468499"/>
                  </a:cubicBezTo>
                  <a:cubicBezTo>
                    <a:pt x="4221923" y="2471674"/>
                    <a:pt x="4256340" y="2488057"/>
                    <a:pt x="4289995" y="2508885"/>
                  </a:cubicBezTo>
                  <a:lnTo>
                    <a:pt x="4346383" y="2543937"/>
                  </a:lnTo>
                  <a:lnTo>
                    <a:pt x="4346383" y="2338197"/>
                  </a:lnTo>
                  <a:lnTo>
                    <a:pt x="4299647" y="2315972"/>
                  </a:lnTo>
                  <a:cubicBezTo>
                    <a:pt x="4269167" y="2301494"/>
                    <a:pt x="4255578" y="2296414"/>
                    <a:pt x="4238052" y="2295906"/>
                  </a:cubicBezTo>
                  <a:cubicBezTo>
                    <a:pt x="4236909" y="2295906"/>
                    <a:pt x="4235639" y="2295906"/>
                    <a:pt x="4234369" y="2295906"/>
                  </a:cubicBezTo>
                  <a:close/>
                </a:path>
              </a:pathLst>
            </a:custGeom>
            <a:solidFill>
              <a:srgbClr val="FD6F96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4364376" y="6149092"/>
            <a:ext cx="3990165" cy="4204449"/>
          </a:xfrm>
          <a:custGeom>
            <a:avLst/>
            <a:gdLst/>
            <a:ahLst/>
            <a:cxnLst/>
            <a:rect r="r" b="b" t="t" l="l"/>
            <a:pathLst>
              <a:path h="4204449" w="3990165">
                <a:moveTo>
                  <a:pt x="0" y="0"/>
                </a:moveTo>
                <a:lnTo>
                  <a:pt x="3990166" y="0"/>
                </a:lnTo>
                <a:lnTo>
                  <a:pt x="3990166" y="4204450"/>
                </a:lnTo>
                <a:lnTo>
                  <a:pt x="0" y="42044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942489"/>
            <a:ext cx="10429875" cy="5095875"/>
            <a:chOff x="0" y="0"/>
            <a:chExt cx="13906500" cy="6794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906500" cy="6794500"/>
            </a:xfrm>
            <a:custGeom>
              <a:avLst/>
              <a:gdLst/>
              <a:ahLst/>
              <a:cxnLst/>
              <a:rect r="r" b="b" t="t" l="l"/>
              <a:pathLst>
                <a:path h="6794500" w="13906500">
                  <a:moveTo>
                    <a:pt x="0" y="0"/>
                  </a:moveTo>
                  <a:lnTo>
                    <a:pt x="13906500" y="0"/>
                  </a:lnTo>
                  <a:lnTo>
                    <a:pt x="13906500" y="6794500"/>
                  </a:lnTo>
                  <a:lnTo>
                    <a:pt x="0" y="679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831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5371943" y="4045581"/>
            <a:ext cx="3785281" cy="8387983"/>
            <a:chOff x="0" y="0"/>
            <a:chExt cx="3822700" cy="8470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22700" cy="8470900"/>
            </a:xfrm>
            <a:custGeom>
              <a:avLst/>
              <a:gdLst/>
              <a:ahLst/>
              <a:cxnLst/>
              <a:rect r="r" b="b" t="t" l="l"/>
              <a:pathLst>
                <a:path h="8470900" w="3822700">
                  <a:moveTo>
                    <a:pt x="0" y="0"/>
                  </a:moveTo>
                  <a:lnTo>
                    <a:pt x="3822700" y="0"/>
                  </a:lnTo>
                  <a:lnTo>
                    <a:pt x="3822700" y="8470900"/>
                  </a:lnTo>
                  <a:lnTo>
                    <a:pt x="0" y="847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703496" y="2766084"/>
            <a:ext cx="5304749" cy="4754832"/>
            <a:chOff x="0" y="0"/>
            <a:chExt cx="7072998" cy="63397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72999" cy="6339777"/>
            </a:xfrm>
            <a:custGeom>
              <a:avLst/>
              <a:gdLst/>
              <a:ahLst/>
              <a:cxnLst/>
              <a:rect r="r" b="b" t="t" l="l"/>
              <a:pathLst>
                <a:path h="6339777" w="7072999">
                  <a:moveTo>
                    <a:pt x="0" y="0"/>
                  </a:moveTo>
                  <a:lnTo>
                    <a:pt x="7072999" y="0"/>
                  </a:lnTo>
                  <a:lnTo>
                    <a:pt x="7072999" y="6339777"/>
                  </a:lnTo>
                  <a:lnTo>
                    <a:pt x="0" y="6339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9461" t="0" r="-49461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63503" y="6472933"/>
            <a:ext cx="3918642" cy="3877561"/>
            <a:chOff x="0" y="0"/>
            <a:chExt cx="3918649" cy="38775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0" y="63500"/>
              <a:ext cx="3791588" cy="3750564"/>
            </a:xfrm>
            <a:custGeom>
              <a:avLst/>
              <a:gdLst/>
              <a:ahLst/>
              <a:cxnLst/>
              <a:rect r="r" b="b" t="t" l="l"/>
              <a:pathLst>
                <a:path h="3750564" w="3791588">
                  <a:moveTo>
                    <a:pt x="0" y="0"/>
                  </a:moveTo>
                  <a:lnTo>
                    <a:pt x="0" y="3750564"/>
                  </a:lnTo>
                  <a:lnTo>
                    <a:pt x="3791588" y="3750564"/>
                  </a:lnTo>
                  <a:lnTo>
                    <a:pt x="379158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3500" y="771271"/>
              <a:ext cx="2621917" cy="3042793"/>
            </a:xfrm>
            <a:custGeom>
              <a:avLst/>
              <a:gdLst/>
              <a:ahLst/>
              <a:cxnLst/>
              <a:rect r="r" b="b" t="t" l="l"/>
              <a:pathLst>
                <a:path h="3042793" w="2621917">
                  <a:moveTo>
                    <a:pt x="0" y="0"/>
                  </a:moveTo>
                  <a:lnTo>
                    <a:pt x="0" y="3042793"/>
                  </a:lnTo>
                  <a:lnTo>
                    <a:pt x="2621917" y="3042793"/>
                  </a:lnTo>
                  <a:lnTo>
                    <a:pt x="262191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467359" y="1801368"/>
              <a:ext cx="1060832" cy="920115"/>
            </a:xfrm>
            <a:custGeom>
              <a:avLst/>
              <a:gdLst/>
              <a:ahLst/>
              <a:cxnLst/>
              <a:rect r="r" b="b" t="t" l="l"/>
              <a:pathLst>
                <a:path h="920115" w="1060832">
                  <a:moveTo>
                    <a:pt x="0" y="920115"/>
                  </a:moveTo>
                  <a:lnTo>
                    <a:pt x="1060832" y="920115"/>
                  </a:lnTo>
                  <a:lnTo>
                    <a:pt x="10608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-63503" y="-63503"/>
            <a:ext cx="6478133" cy="3558464"/>
            <a:chOff x="0" y="0"/>
            <a:chExt cx="6478143" cy="35584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3868551" cy="2852418"/>
            </a:xfrm>
            <a:custGeom>
              <a:avLst/>
              <a:gdLst/>
              <a:ahLst/>
              <a:cxnLst/>
              <a:rect r="r" b="b" t="t" l="l"/>
              <a:pathLst>
                <a:path h="2852418" w="3868551">
                  <a:moveTo>
                    <a:pt x="0" y="0"/>
                  </a:moveTo>
                  <a:lnTo>
                    <a:pt x="0" y="2852418"/>
                  </a:lnTo>
                  <a:lnTo>
                    <a:pt x="3868551" y="2852418"/>
                  </a:lnTo>
                  <a:lnTo>
                    <a:pt x="386855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500" y="63500"/>
              <a:ext cx="3449324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49324">
                  <a:moveTo>
                    <a:pt x="0" y="0"/>
                  </a:moveTo>
                  <a:lnTo>
                    <a:pt x="0" y="3431410"/>
                  </a:lnTo>
                  <a:lnTo>
                    <a:pt x="3449324" y="3431410"/>
                  </a:lnTo>
                  <a:lnTo>
                    <a:pt x="344932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741933" y="63500"/>
              <a:ext cx="3672717" cy="1267713"/>
            </a:xfrm>
            <a:custGeom>
              <a:avLst/>
              <a:gdLst/>
              <a:ahLst/>
              <a:cxnLst/>
              <a:rect r="r" b="b" t="t" l="l"/>
              <a:pathLst>
                <a:path h="1267713" w="3672717">
                  <a:moveTo>
                    <a:pt x="0" y="0"/>
                  </a:moveTo>
                  <a:lnTo>
                    <a:pt x="0" y="1267713"/>
                  </a:lnTo>
                  <a:lnTo>
                    <a:pt x="3672716" y="1267713"/>
                  </a:lnTo>
                  <a:lnTo>
                    <a:pt x="367271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863237" y="-63503"/>
            <a:ext cx="4488256" cy="3558464"/>
            <a:chOff x="0" y="0"/>
            <a:chExt cx="4488256" cy="35584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500" y="63500"/>
              <a:ext cx="4361304" cy="2549904"/>
            </a:xfrm>
            <a:custGeom>
              <a:avLst/>
              <a:gdLst/>
              <a:ahLst/>
              <a:cxnLst/>
              <a:rect r="r" b="b" t="t" l="l"/>
              <a:pathLst>
                <a:path h="2549904" w="4361304">
                  <a:moveTo>
                    <a:pt x="0" y="0"/>
                  </a:moveTo>
                  <a:lnTo>
                    <a:pt x="0" y="2549904"/>
                  </a:lnTo>
                  <a:lnTo>
                    <a:pt x="4361304" y="2549904"/>
                  </a:lnTo>
                  <a:lnTo>
                    <a:pt x="436130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987043" y="63500"/>
              <a:ext cx="3437761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37761">
                  <a:moveTo>
                    <a:pt x="0" y="0"/>
                  </a:moveTo>
                  <a:lnTo>
                    <a:pt x="0" y="3431410"/>
                  </a:lnTo>
                  <a:lnTo>
                    <a:pt x="3437761" y="3431410"/>
                  </a:lnTo>
                  <a:lnTo>
                    <a:pt x="343776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355870" y="6149092"/>
            <a:ext cx="3995623" cy="4201401"/>
            <a:chOff x="0" y="0"/>
            <a:chExt cx="3995623" cy="420140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2476244" y="63500"/>
              <a:ext cx="1455927" cy="2358134"/>
            </a:xfrm>
            <a:custGeom>
              <a:avLst/>
              <a:gdLst/>
              <a:ahLst/>
              <a:cxnLst/>
              <a:rect r="r" b="b" t="t" l="l"/>
              <a:pathLst>
                <a:path h="2358134" w="1455927">
                  <a:moveTo>
                    <a:pt x="0" y="0"/>
                  </a:moveTo>
                  <a:lnTo>
                    <a:pt x="0" y="2358134"/>
                  </a:lnTo>
                  <a:lnTo>
                    <a:pt x="1455927" y="2358134"/>
                  </a:lnTo>
                  <a:lnTo>
                    <a:pt x="145592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63500" y="276352"/>
              <a:ext cx="3868671" cy="3861559"/>
            </a:xfrm>
            <a:custGeom>
              <a:avLst/>
              <a:gdLst/>
              <a:ahLst/>
              <a:cxnLst/>
              <a:rect r="r" b="b" t="t" l="l"/>
              <a:pathLst>
                <a:path h="3861559" w="3868671">
                  <a:moveTo>
                    <a:pt x="0" y="0"/>
                  </a:moveTo>
                  <a:lnTo>
                    <a:pt x="0" y="3861559"/>
                  </a:lnTo>
                  <a:lnTo>
                    <a:pt x="3868671" y="3861559"/>
                  </a:lnTo>
                  <a:lnTo>
                    <a:pt x="386867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974597" y="2798697"/>
              <a:ext cx="2477387" cy="1234566"/>
            </a:xfrm>
            <a:custGeom>
              <a:avLst/>
              <a:gdLst/>
              <a:ahLst/>
              <a:cxnLst/>
              <a:rect r="r" b="b" t="t" l="l"/>
              <a:pathLst>
                <a:path h="1234566" w="2477387">
                  <a:moveTo>
                    <a:pt x="0" y="1234566"/>
                  </a:moveTo>
                  <a:lnTo>
                    <a:pt x="2477388" y="1234566"/>
                  </a:lnTo>
                  <a:lnTo>
                    <a:pt x="24773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000500"/>
            <a:ext cx="18288000" cy="18288000"/>
            <a:chOff x="0" y="0"/>
            <a:chExt cx="24384000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6551" y="6472933"/>
            <a:ext cx="3921690" cy="3880609"/>
          </a:xfrm>
          <a:custGeom>
            <a:avLst/>
            <a:gdLst/>
            <a:ahLst/>
            <a:cxnLst/>
            <a:rect r="r" b="b" t="t" l="l"/>
            <a:pathLst>
              <a:path h="3880609" w="3921690">
                <a:moveTo>
                  <a:pt x="0" y="0"/>
                </a:moveTo>
                <a:lnTo>
                  <a:pt x="3921690" y="0"/>
                </a:lnTo>
                <a:lnTo>
                  <a:pt x="3921690" y="3880609"/>
                </a:lnTo>
                <a:lnTo>
                  <a:pt x="0" y="38806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3503" y="-66551"/>
            <a:ext cx="6478133" cy="3561512"/>
          </a:xfrm>
          <a:custGeom>
            <a:avLst/>
            <a:gdLst/>
            <a:ahLst/>
            <a:cxnLst/>
            <a:rect r="r" b="b" t="t" l="l"/>
            <a:pathLst>
              <a:path h="3561512" w="6478133">
                <a:moveTo>
                  <a:pt x="0" y="0"/>
                </a:moveTo>
                <a:lnTo>
                  <a:pt x="6478133" y="0"/>
                </a:lnTo>
                <a:lnTo>
                  <a:pt x="6478133" y="3561512"/>
                </a:lnTo>
                <a:lnTo>
                  <a:pt x="0" y="3561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863237" y="-63503"/>
            <a:ext cx="4488256" cy="3558464"/>
            <a:chOff x="0" y="0"/>
            <a:chExt cx="4488256" cy="3558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94616" y="63500"/>
              <a:ext cx="3429045" cy="3428997"/>
            </a:xfrm>
            <a:custGeom>
              <a:avLst/>
              <a:gdLst/>
              <a:ahLst/>
              <a:cxnLst/>
              <a:rect r="r" b="b" t="t" l="l"/>
              <a:pathLst>
                <a:path h="3428997" w="3429045">
                  <a:moveTo>
                    <a:pt x="47" y="0"/>
                  </a:moveTo>
                  <a:lnTo>
                    <a:pt x="3429045" y="0"/>
                  </a:lnTo>
                  <a:lnTo>
                    <a:pt x="3429045" y="3428997"/>
                  </a:lnTo>
                  <a:cubicBezTo>
                    <a:pt x="3429045" y="3428997"/>
                    <a:pt x="2451781" y="3302124"/>
                    <a:pt x="2540935" y="2678047"/>
                  </a:cubicBezTo>
                  <a:cubicBezTo>
                    <a:pt x="2541570" y="2671824"/>
                    <a:pt x="2542967" y="2664966"/>
                    <a:pt x="2543728" y="2658870"/>
                  </a:cubicBezTo>
                  <a:cubicBezTo>
                    <a:pt x="2569764" y="2453130"/>
                    <a:pt x="2520361" y="2252851"/>
                    <a:pt x="2416221" y="2086862"/>
                  </a:cubicBezTo>
                  <a:cubicBezTo>
                    <a:pt x="2238548" y="1805050"/>
                    <a:pt x="2303064" y="1433321"/>
                    <a:pt x="2559603" y="1220723"/>
                  </a:cubicBezTo>
                  <a:lnTo>
                    <a:pt x="2847004" y="982090"/>
                  </a:lnTo>
                  <a:cubicBezTo>
                    <a:pt x="2934761" y="908684"/>
                    <a:pt x="2955335" y="783843"/>
                    <a:pt x="2898439" y="684402"/>
                  </a:cubicBezTo>
                  <a:cubicBezTo>
                    <a:pt x="2897804" y="683767"/>
                    <a:pt x="2897804" y="683005"/>
                    <a:pt x="2897042" y="682370"/>
                  </a:cubicBezTo>
                  <a:cubicBezTo>
                    <a:pt x="2675554" y="289433"/>
                    <a:pt x="2005503" y="572643"/>
                    <a:pt x="2005503" y="572643"/>
                  </a:cubicBezTo>
                  <a:cubicBezTo>
                    <a:pt x="2005503" y="572643"/>
                    <a:pt x="850439" y="1042415"/>
                    <a:pt x="216074" y="277749"/>
                  </a:cubicBezTo>
                  <a:cubicBezTo>
                    <a:pt x="-8843" y="6223"/>
                    <a:pt x="47" y="0"/>
                    <a:pt x="47" y="0"/>
                  </a:cubicBezTo>
                  <a:close/>
                </a:path>
              </a:pathLst>
            </a:custGeom>
            <a:solidFill>
              <a:srgbClr val="FFB4C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8256" y="70574"/>
              <a:ext cx="4346421" cy="2544100"/>
            </a:xfrm>
            <a:custGeom>
              <a:avLst/>
              <a:gdLst/>
              <a:ahLst/>
              <a:cxnLst/>
              <a:rect r="r" b="b" t="t" l="l"/>
              <a:pathLst>
                <a:path h="2544100" w="4346421">
                  <a:moveTo>
                    <a:pt x="283948" y="165"/>
                  </a:moveTo>
                  <a:lnTo>
                    <a:pt x="388596" y="165"/>
                  </a:lnTo>
                  <a:lnTo>
                    <a:pt x="493244" y="165"/>
                  </a:lnTo>
                  <a:lnTo>
                    <a:pt x="514961" y="32804"/>
                  </a:lnTo>
                  <a:cubicBezTo>
                    <a:pt x="551156" y="87033"/>
                    <a:pt x="746354" y="278041"/>
                    <a:pt x="825983" y="337096"/>
                  </a:cubicBezTo>
                  <a:cubicBezTo>
                    <a:pt x="928472" y="413042"/>
                    <a:pt x="1008990" y="465874"/>
                    <a:pt x="1052551" y="485559"/>
                  </a:cubicBezTo>
                  <a:cubicBezTo>
                    <a:pt x="1094715" y="504609"/>
                    <a:pt x="1102081" y="506641"/>
                    <a:pt x="1319759" y="560108"/>
                  </a:cubicBezTo>
                  <a:cubicBezTo>
                    <a:pt x="1487018" y="601255"/>
                    <a:pt x="1522832" y="612685"/>
                    <a:pt x="1584808" y="645451"/>
                  </a:cubicBezTo>
                  <a:cubicBezTo>
                    <a:pt x="1772387" y="744638"/>
                    <a:pt x="1903451" y="895895"/>
                    <a:pt x="2017370" y="1144688"/>
                  </a:cubicBezTo>
                  <a:cubicBezTo>
                    <a:pt x="2050517" y="1217205"/>
                    <a:pt x="2079599" y="1264449"/>
                    <a:pt x="2142973" y="1349158"/>
                  </a:cubicBezTo>
                  <a:cubicBezTo>
                    <a:pt x="2210410" y="1439328"/>
                    <a:pt x="2312517" y="1544992"/>
                    <a:pt x="2370810" y="1585251"/>
                  </a:cubicBezTo>
                  <a:cubicBezTo>
                    <a:pt x="2526258" y="1692312"/>
                    <a:pt x="2650337" y="1722919"/>
                    <a:pt x="2981172" y="1735873"/>
                  </a:cubicBezTo>
                  <a:cubicBezTo>
                    <a:pt x="3159861" y="1742858"/>
                    <a:pt x="3250158" y="1749462"/>
                    <a:pt x="3351250" y="1762797"/>
                  </a:cubicBezTo>
                  <a:cubicBezTo>
                    <a:pt x="3390620" y="1768004"/>
                    <a:pt x="3457803" y="1775243"/>
                    <a:pt x="3500474" y="1778799"/>
                  </a:cubicBezTo>
                  <a:cubicBezTo>
                    <a:pt x="3543146" y="1782355"/>
                    <a:pt x="3611853" y="1790737"/>
                    <a:pt x="3652874" y="1797468"/>
                  </a:cubicBezTo>
                  <a:cubicBezTo>
                    <a:pt x="3693896" y="1804199"/>
                    <a:pt x="3756887" y="1814232"/>
                    <a:pt x="3792828" y="1819947"/>
                  </a:cubicBezTo>
                  <a:cubicBezTo>
                    <a:pt x="3903191" y="1837473"/>
                    <a:pt x="4025619" y="1864651"/>
                    <a:pt x="4086071" y="1884843"/>
                  </a:cubicBezTo>
                  <a:cubicBezTo>
                    <a:pt x="4146904" y="1905290"/>
                    <a:pt x="4275555" y="1964473"/>
                    <a:pt x="4320005" y="1992667"/>
                  </a:cubicBezTo>
                  <a:lnTo>
                    <a:pt x="4346421" y="2009430"/>
                  </a:lnTo>
                  <a:lnTo>
                    <a:pt x="4346421" y="2131477"/>
                  </a:lnTo>
                  <a:lnTo>
                    <a:pt x="4346421" y="2253524"/>
                  </a:lnTo>
                  <a:lnTo>
                    <a:pt x="4316830" y="2226092"/>
                  </a:lnTo>
                  <a:cubicBezTo>
                    <a:pt x="4269967" y="2182658"/>
                    <a:pt x="4229200" y="2155353"/>
                    <a:pt x="4159477" y="2120682"/>
                  </a:cubicBezTo>
                  <a:cubicBezTo>
                    <a:pt x="4048352" y="2065437"/>
                    <a:pt x="3991965" y="2047530"/>
                    <a:pt x="3839437" y="2019464"/>
                  </a:cubicBezTo>
                  <a:cubicBezTo>
                    <a:pt x="3689958" y="1991904"/>
                    <a:pt x="3556481" y="1972220"/>
                    <a:pt x="3472408" y="1965489"/>
                  </a:cubicBezTo>
                  <a:cubicBezTo>
                    <a:pt x="3427958" y="1961932"/>
                    <a:pt x="3363569" y="1954948"/>
                    <a:pt x="3329406" y="1949995"/>
                  </a:cubicBezTo>
                  <a:cubicBezTo>
                    <a:pt x="3248507" y="1938310"/>
                    <a:pt x="3120745" y="1929039"/>
                    <a:pt x="2946882" y="1922181"/>
                  </a:cubicBezTo>
                  <a:cubicBezTo>
                    <a:pt x="2721330" y="1913292"/>
                    <a:pt x="2608427" y="1896401"/>
                    <a:pt x="2481808" y="1852967"/>
                  </a:cubicBezTo>
                  <a:cubicBezTo>
                    <a:pt x="2352395" y="1808517"/>
                    <a:pt x="2251049" y="1743112"/>
                    <a:pt x="2141195" y="1633130"/>
                  </a:cubicBezTo>
                  <a:cubicBezTo>
                    <a:pt x="2011782" y="1503463"/>
                    <a:pt x="1927962" y="1387385"/>
                    <a:pt x="1849349" y="1228635"/>
                  </a:cubicBezTo>
                  <a:cubicBezTo>
                    <a:pt x="1752702" y="1033563"/>
                    <a:pt x="1697457" y="955966"/>
                    <a:pt x="1600429" y="879131"/>
                  </a:cubicBezTo>
                  <a:cubicBezTo>
                    <a:pt x="1510767" y="808138"/>
                    <a:pt x="1464412" y="789469"/>
                    <a:pt x="1242543" y="734605"/>
                  </a:cubicBezTo>
                  <a:cubicBezTo>
                    <a:pt x="981050" y="669962"/>
                    <a:pt x="962381" y="662088"/>
                    <a:pt x="800964" y="550329"/>
                  </a:cubicBezTo>
                  <a:cubicBezTo>
                    <a:pt x="678283" y="465366"/>
                    <a:pt x="622276" y="418884"/>
                    <a:pt x="517374" y="314490"/>
                  </a:cubicBezTo>
                  <a:cubicBezTo>
                    <a:pt x="414758" y="212128"/>
                    <a:pt x="389104" y="180505"/>
                    <a:pt x="340844" y="96558"/>
                  </a:cubicBezTo>
                  <a:cubicBezTo>
                    <a:pt x="323191" y="65824"/>
                    <a:pt x="303125" y="31534"/>
                    <a:pt x="296267" y="20358"/>
                  </a:cubicBezTo>
                  <a:lnTo>
                    <a:pt x="283821" y="165"/>
                  </a:lnTo>
                  <a:close/>
                  <a:moveTo>
                    <a:pt x="950570" y="165"/>
                  </a:moveTo>
                  <a:lnTo>
                    <a:pt x="992480" y="44742"/>
                  </a:lnTo>
                  <a:cubicBezTo>
                    <a:pt x="1101319" y="160820"/>
                    <a:pt x="1182218" y="225717"/>
                    <a:pt x="1289279" y="283121"/>
                  </a:cubicBezTo>
                  <a:cubicBezTo>
                    <a:pt x="1367257" y="324904"/>
                    <a:pt x="1492987" y="373164"/>
                    <a:pt x="1572362" y="391833"/>
                  </a:cubicBezTo>
                  <a:cubicBezTo>
                    <a:pt x="1751305" y="433743"/>
                    <a:pt x="1824965" y="459905"/>
                    <a:pt x="1895069" y="506514"/>
                  </a:cubicBezTo>
                  <a:cubicBezTo>
                    <a:pt x="1982572" y="564807"/>
                    <a:pt x="2097633" y="700696"/>
                    <a:pt x="2147036" y="804201"/>
                  </a:cubicBezTo>
                  <a:cubicBezTo>
                    <a:pt x="2279878" y="1082712"/>
                    <a:pt x="2288895" y="1098841"/>
                    <a:pt x="2345537" y="1160817"/>
                  </a:cubicBezTo>
                  <a:cubicBezTo>
                    <a:pt x="2427706" y="1250733"/>
                    <a:pt x="2629763" y="1348523"/>
                    <a:pt x="2831947" y="1396402"/>
                  </a:cubicBezTo>
                  <a:cubicBezTo>
                    <a:pt x="3007207" y="1437931"/>
                    <a:pt x="3224885" y="1457362"/>
                    <a:pt x="3600042" y="1464982"/>
                  </a:cubicBezTo>
                  <a:cubicBezTo>
                    <a:pt x="3875759" y="1470570"/>
                    <a:pt x="3982312" y="1481238"/>
                    <a:pt x="4128743" y="1518068"/>
                  </a:cubicBezTo>
                  <a:cubicBezTo>
                    <a:pt x="4188941" y="1533181"/>
                    <a:pt x="4294986" y="1566455"/>
                    <a:pt x="4335499" y="1583092"/>
                  </a:cubicBezTo>
                  <a:cubicBezTo>
                    <a:pt x="4345278" y="1587029"/>
                    <a:pt x="4346421" y="1598205"/>
                    <a:pt x="4346421" y="1689518"/>
                  </a:cubicBezTo>
                  <a:cubicBezTo>
                    <a:pt x="4346421" y="1745652"/>
                    <a:pt x="4344135" y="1791499"/>
                    <a:pt x="4341468" y="1791499"/>
                  </a:cubicBezTo>
                  <a:cubicBezTo>
                    <a:pt x="4338801" y="1791499"/>
                    <a:pt x="4333848" y="1788959"/>
                    <a:pt x="4330546" y="1786038"/>
                  </a:cubicBezTo>
                  <a:cubicBezTo>
                    <a:pt x="4318989" y="1775243"/>
                    <a:pt x="4172812" y="1723300"/>
                    <a:pt x="4103089" y="1705266"/>
                  </a:cubicBezTo>
                  <a:cubicBezTo>
                    <a:pt x="3966564" y="1669833"/>
                    <a:pt x="3821658" y="1654847"/>
                    <a:pt x="3615155" y="1654720"/>
                  </a:cubicBezTo>
                  <a:cubicBezTo>
                    <a:pt x="3510253" y="1654720"/>
                    <a:pt x="3196310" y="1639353"/>
                    <a:pt x="3096107" y="1629447"/>
                  </a:cubicBezTo>
                  <a:cubicBezTo>
                    <a:pt x="2659862" y="1586267"/>
                    <a:pt x="2308453" y="1437042"/>
                    <a:pt x="2159102" y="1231683"/>
                  </a:cubicBezTo>
                  <a:cubicBezTo>
                    <a:pt x="2116683" y="1173390"/>
                    <a:pt x="2084680" y="1114716"/>
                    <a:pt x="2023211" y="982636"/>
                  </a:cubicBezTo>
                  <a:cubicBezTo>
                    <a:pt x="1960220" y="847381"/>
                    <a:pt x="1943456" y="819441"/>
                    <a:pt x="1883004" y="748194"/>
                  </a:cubicBezTo>
                  <a:cubicBezTo>
                    <a:pt x="1805915" y="657389"/>
                    <a:pt x="1751559" y="629449"/>
                    <a:pt x="1559154" y="582079"/>
                  </a:cubicBezTo>
                  <a:cubicBezTo>
                    <a:pt x="1421867" y="548170"/>
                    <a:pt x="1339825" y="518960"/>
                    <a:pt x="1236193" y="466890"/>
                  </a:cubicBezTo>
                  <a:cubicBezTo>
                    <a:pt x="1098144" y="397548"/>
                    <a:pt x="1013435" y="335445"/>
                    <a:pt x="899262" y="219875"/>
                  </a:cubicBezTo>
                  <a:cubicBezTo>
                    <a:pt x="834873" y="154724"/>
                    <a:pt x="753213" y="57569"/>
                    <a:pt x="730479" y="18961"/>
                  </a:cubicBezTo>
                  <a:lnTo>
                    <a:pt x="719304" y="165"/>
                  </a:lnTo>
                  <a:lnTo>
                    <a:pt x="834873" y="165"/>
                  </a:lnTo>
                  <a:lnTo>
                    <a:pt x="950443" y="165"/>
                  </a:lnTo>
                  <a:close/>
                  <a:moveTo>
                    <a:pt x="177014" y="165"/>
                  </a:moveTo>
                  <a:lnTo>
                    <a:pt x="184761" y="26581"/>
                  </a:lnTo>
                  <a:cubicBezTo>
                    <a:pt x="199874" y="77508"/>
                    <a:pt x="235688" y="134404"/>
                    <a:pt x="291568" y="196126"/>
                  </a:cubicBezTo>
                  <a:cubicBezTo>
                    <a:pt x="349226" y="259753"/>
                    <a:pt x="371324" y="295313"/>
                    <a:pt x="371578" y="324777"/>
                  </a:cubicBezTo>
                  <a:cubicBezTo>
                    <a:pt x="371832" y="361480"/>
                    <a:pt x="347194" y="399072"/>
                    <a:pt x="312650" y="414312"/>
                  </a:cubicBezTo>
                  <a:cubicBezTo>
                    <a:pt x="269343" y="433616"/>
                    <a:pt x="241149" y="421932"/>
                    <a:pt x="187301" y="362115"/>
                  </a:cubicBezTo>
                  <a:cubicBezTo>
                    <a:pt x="69572" y="231432"/>
                    <a:pt x="43664" y="189141"/>
                    <a:pt x="14708" y="80937"/>
                  </a:cubicBezTo>
                  <a:cubicBezTo>
                    <a:pt x="-9041" y="-7455"/>
                    <a:pt x="-15899" y="165"/>
                    <a:pt x="87987" y="165"/>
                  </a:cubicBezTo>
                  <a:lnTo>
                    <a:pt x="177141" y="165"/>
                  </a:lnTo>
                  <a:close/>
                  <a:moveTo>
                    <a:pt x="552934" y="473748"/>
                  </a:moveTo>
                  <a:cubicBezTo>
                    <a:pt x="571349" y="473240"/>
                    <a:pt x="589637" y="478066"/>
                    <a:pt x="603734" y="488988"/>
                  </a:cubicBezTo>
                  <a:cubicBezTo>
                    <a:pt x="612116" y="495465"/>
                    <a:pt x="674726" y="543598"/>
                    <a:pt x="742798" y="595795"/>
                  </a:cubicBezTo>
                  <a:cubicBezTo>
                    <a:pt x="917550" y="729906"/>
                    <a:pt x="911835" y="724699"/>
                    <a:pt x="919709" y="753909"/>
                  </a:cubicBezTo>
                  <a:cubicBezTo>
                    <a:pt x="925297" y="774737"/>
                    <a:pt x="924789" y="784389"/>
                    <a:pt x="916534" y="805852"/>
                  </a:cubicBezTo>
                  <a:cubicBezTo>
                    <a:pt x="904596" y="837221"/>
                    <a:pt x="891007" y="850556"/>
                    <a:pt x="859130" y="862240"/>
                  </a:cubicBezTo>
                  <a:cubicBezTo>
                    <a:pt x="802615" y="882941"/>
                    <a:pt x="773278" y="865923"/>
                    <a:pt x="605893" y="715936"/>
                  </a:cubicBezTo>
                  <a:cubicBezTo>
                    <a:pt x="561824" y="676439"/>
                    <a:pt x="516231" y="636053"/>
                    <a:pt x="504674" y="626401"/>
                  </a:cubicBezTo>
                  <a:cubicBezTo>
                    <a:pt x="465304" y="593254"/>
                    <a:pt x="455652" y="556043"/>
                    <a:pt x="476607" y="516928"/>
                  </a:cubicBezTo>
                  <a:cubicBezTo>
                    <a:pt x="490831" y="490385"/>
                    <a:pt x="522200" y="474764"/>
                    <a:pt x="552934" y="473875"/>
                  </a:cubicBezTo>
                  <a:close/>
                  <a:moveTo>
                    <a:pt x="1180567" y="848270"/>
                  </a:moveTo>
                  <a:cubicBezTo>
                    <a:pt x="1204316" y="848524"/>
                    <a:pt x="1234034" y="849540"/>
                    <a:pt x="1271753" y="851318"/>
                  </a:cubicBezTo>
                  <a:cubicBezTo>
                    <a:pt x="1391768" y="856779"/>
                    <a:pt x="1408024" y="858938"/>
                    <a:pt x="1434313" y="872019"/>
                  </a:cubicBezTo>
                  <a:cubicBezTo>
                    <a:pt x="1502258" y="905801"/>
                    <a:pt x="1508354" y="995082"/>
                    <a:pt x="1445108" y="1033563"/>
                  </a:cubicBezTo>
                  <a:cubicBezTo>
                    <a:pt x="1422375" y="1047406"/>
                    <a:pt x="1411707" y="1047660"/>
                    <a:pt x="1325347" y="1036357"/>
                  </a:cubicBezTo>
                  <a:cubicBezTo>
                    <a:pt x="1288390" y="1031531"/>
                    <a:pt x="1230224" y="1024419"/>
                    <a:pt x="1196061" y="1020482"/>
                  </a:cubicBezTo>
                  <a:cubicBezTo>
                    <a:pt x="1098906" y="1009560"/>
                    <a:pt x="1095096" y="1008544"/>
                    <a:pt x="1075284" y="988732"/>
                  </a:cubicBezTo>
                  <a:cubicBezTo>
                    <a:pt x="1043534" y="956982"/>
                    <a:pt x="1042264" y="913421"/>
                    <a:pt x="1072109" y="877861"/>
                  </a:cubicBezTo>
                  <a:cubicBezTo>
                    <a:pt x="1091159" y="855128"/>
                    <a:pt x="1109066" y="847762"/>
                    <a:pt x="1180440" y="848397"/>
                  </a:cubicBezTo>
                  <a:close/>
                  <a:moveTo>
                    <a:pt x="1630147" y="1039786"/>
                  </a:moveTo>
                  <a:cubicBezTo>
                    <a:pt x="1648943" y="1040421"/>
                    <a:pt x="1667612" y="1046009"/>
                    <a:pt x="1680566" y="1056169"/>
                  </a:cubicBezTo>
                  <a:cubicBezTo>
                    <a:pt x="1717015" y="1084871"/>
                    <a:pt x="1848841" y="1271434"/>
                    <a:pt x="1880210" y="1338744"/>
                  </a:cubicBezTo>
                  <a:cubicBezTo>
                    <a:pt x="1897482" y="1375828"/>
                    <a:pt x="1899895" y="1410880"/>
                    <a:pt x="1886941" y="1435772"/>
                  </a:cubicBezTo>
                  <a:cubicBezTo>
                    <a:pt x="1877289" y="1454314"/>
                    <a:pt x="1854175" y="1477047"/>
                    <a:pt x="1839697" y="1482381"/>
                  </a:cubicBezTo>
                  <a:cubicBezTo>
                    <a:pt x="1821663" y="1488985"/>
                    <a:pt x="1782928" y="1486699"/>
                    <a:pt x="1766291" y="1478063"/>
                  </a:cubicBezTo>
                  <a:cubicBezTo>
                    <a:pt x="1741145" y="1464982"/>
                    <a:pt x="1726286" y="1445932"/>
                    <a:pt x="1693266" y="1384210"/>
                  </a:cubicBezTo>
                  <a:cubicBezTo>
                    <a:pt x="1652499" y="1308137"/>
                    <a:pt x="1586967" y="1201965"/>
                    <a:pt x="1565504" y="1177581"/>
                  </a:cubicBezTo>
                  <a:cubicBezTo>
                    <a:pt x="1530833" y="1137957"/>
                    <a:pt x="1536802" y="1081061"/>
                    <a:pt x="1578712" y="1052613"/>
                  </a:cubicBezTo>
                  <a:cubicBezTo>
                    <a:pt x="1592301" y="1043342"/>
                    <a:pt x="1611351" y="1039151"/>
                    <a:pt x="1630147" y="1039913"/>
                  </a:cubicBezTo>
                  <a:close/>
                  <a:moveTo>
                    <a:pt x="1945869" y="1549818"/>
                  </a:moveTo>
                  <a:cubicBezTo>
                    <a:pt x="1978762" y="1548929"/>
                    <a:pt x="2007972" y="1571662"/>
                    <a:pt x="2051151" y="1626272"/>
                  </a:cubicBezTo>
                  <a:cubicBezTo>
                    <a:pt x="2072488" y="1653196"/>
                    <a:pt x="2125827" y="1711362"/>
                    <a:pt x="2169642" y="1755431"/>
                  </a:cubicBezTo>
                  <a:cubicBezTo>
                    <a:pt x="2252954" y="1839378"/>
                    <a:pt x="2261463" y="1853348"/>
                    <a:pt x="2253716" y="1894623"/>
                  </a:cubicBezTo>
                  <a:cubicBezTo>
                    <a:pt x="2248891" y="1920023"/>
                    <a:pt x="2219426" y="1951137"/>
                    <a:pt x="2192248" y="1959392"/>
                  </a:cubicBezTo>
                  <a:cubicBezTo>
                    <a:pt x="2129891" y="1978315"/>
                    <a:pt x="2081377" y="1944279"/>
                    <a:pt x="1967205" y="1801151"/>
                  </a:cubicBezTo>
                  <a:cubicBezTo>
                    <a:pt x="1897228" y="1713394"/>
                    <a:pt x="1864462" y="1659800"/>
                    <a:pt x="1864589" y="1633003"/>
                  </a:cubicBezTo>
                  <a:cubicBezTo>
                    <a:pt x="1864589" y="1600872"/>
                    <a:pt x="1884147" y="1569376"/>
                    <a:pt x="1911198" y="1558200"/>
                  </a:cubicBezTo>
                  <a:cubicBezTo>
                    <a:pt x="1923644" y="1552993"/>
                    <a:pt x="1934947" y="1550199"/>
                    <a:pt x="1945869" y="1549818"/>
                  </a:cubicBezTo>
                  <a:close/>
                  <a:moveTo>
                    <a:pt x="2426944" y="1950629"/>
                  </a:moveTo>
                  <a:cubicBezTo>
                    <a:pt x="2438501" y="1951137"/>
                    <a:pt x="2451582" y="1952915"/>
                    <a:pt x="2466695" y="1955836"/>
                  </a:cubicBezTo>
                  <a:cubicBezTo>
                    <a:pt x="2492984" y="1960917"/>
                    <a:pt x="2542514" y="1967012"/>
                    <a:pt x="2576677" y="1969298"/>
                  </a:cubicBezTo>
                  <a:cubicBezTo>
                    <a:pt x="2759684" y="1981490"/>
                    <a:pt x="2828518" y="2017431"/>
                    <a:pt x="2820898" y="2096679"/>
                  </a:cubicBezTo>
                  <a:cubicBezTo>
                    <a:pt x="2817596" y="2131350"/>
                    <a:pt x="2800959" y="2154591"/>
                    <a:pt x="2769463" y="2168561"/>
                  </a:cubicBezTo>
                  <a:cubicBezTo>
                    <a:pt x="2745079" y="2179356"/>
                    <a:pt x="2717139" y="2179356"/>
                    <a:pt x="2673959" y="2168561"/>
                  </a:cubicBezTo>
                  <a:cubicBezTo>
                    <a:pt x="2654655" y="2163735"/>
                    <a:pt x="2608046" y="2155099"/>
                    <a:pt x="2570454" y="2149511"/>
                  </a:cubicBezTo>
                  <a:cubicBezTo>
                    <a:pt x="2486380" y="2136938"/>
                    <a:pt x="2395956" y="2116491"/>
                    <a:pt x="2372715" y="2104680"/>
                  </a:cubicBezTo>
                  <a:cubicBezTo>
                    <a:pt x="2348458" y="2092489"/>
                    <a:pt x="2331059" y="2061246"/>
                    <a:pt x="2331059" y="2029877"/>
                  </a:cubicBezTo>
                  <a:cubicBezTo>
                    <a:pt x="2331059" y="2009430"/>
                    <a:pt x="2335250" y="1998889"/>
                    <a:pt x="2350236" y="1981745"/>
                  </a:cubicBezTo>
                  <a:cubicBezTo>
                    <a:pt x="2370810" y="1958376"/>
                    <a:pt x="2392146" y="1948851"/>
                    <a:pt x="2426944" y="1950629"/>
                  </a:cubicBezTo>
                  <a:close/>
                  <a:moveTo>
                    <a:pt x="3358489" y="2001176"/>
                  </a:moveTo>
                  <a:cubicBezTo>
                    <a:pt x="3456025" y="2000795"/>
                    <a:pt x="3486758" y="2132493"/>
                    <a:pt x="3398367" y="2171609"/>
                  </a:cubicBezTo>
                  <a:cubicBezTo>
                    <a:pt x="3380206" y="2179610"/>
                    <a:pt x="3334105" y="2187611"/>
                    <a:pt x="3258794" y="2195612"/>
                  </a:cubicBezTo>
                  <a:cubicBezTo>
                    <a:pt x="3196945" y="2202216"/>
                    <a:pt x="3141319" y="2210598"/>
                    <a:pt x="3135223" y="2214154"/>
                  </a:cubicBezTo>
                  <a:cubicBezTo>
                    <a:pt x="3118205" y="2224060"/>
                    <a:pt x="3088868" y="2222155"/>
                    <a:pt x="3065500" y="2209582"/>
                  </a:cubicBezTo>
                  <a:cubicBezTo>
                    <a:pt x="3002889" y="2176054"/>
                    <a:pt x="3011652" y="2082836"/>
                    <a:pt x="3080105" y="2052610"/>
                  </a:cubicBezTo>
                  <a:cubicBezTo>
                    <a:pt x="3110077" y="2039402"/>
                    <a:pt x="3316452" y="2001176"/>
                    <a:pt x="3358616" y="2001048"/>
                  </a:cubicBezTo>
                  <a:close/>
                  <a:moveTo>
                    <a:pt x="3727677" y="2097441"/>
                  </a:moveTo>
                  <a:cubicBezTo>
                    <a:pt x="3761713" y="2096171"/>
                    <a:pt x="3800575" y="2098838"/>
                    <a:pt x="3837533" y="2105442"/>
                  </a:cubicBezTo>
                  <a:cubicBezTo>
                    <a:pt x="3915002" y="2119412"/>
                    <a:pt x="3989933" y="2139224"/>
                    <a:pt x="4018253" y="2153448"/>
                  </a:cubicBezTo>
                  <a:cubicBezTo>
                    <a:pt x="4088484" y="2188627"/>
                    <a:pt x="4091278" y="2287687"/>
                    <a:pt x="4022952" y="2321977"/>
                  </a:cubicBezTo>
                  <a:cubicBezTo>
                    <a:pt x="3993234" y="2336836"/>
                    <a:pt x="3975327" y="2335693"/>
                    <a:pt x="3919066" y="2315246"/>
                  </a:cubicBezTo>
                  <a:cubicBezTo>
                    <a:pt x="3825213" y="2281083"/>
                    <a:pt x="3768698" y="2268764"/>
                    <a:pt x="3709643" y="2269399"/>
                  </a:cubicBezTo>
                  <a:cubicBezTo>
                    <a:pt x="3646397" y="2270161"/>
                    <a:pt x="3624808" y="2262287"/>
                    <a:pt x="3606011" y="2231426"/>
                  </a:cubicBezTo>
                  <a:cubicBezTo>
                    <a:pt x="3580358" y="2189262"/>
                    <a:pt x="3598645" y="2135922"/>
                    <a:pt x="3646778" y="2112300"/>
                  </a:cubicBezTo>
                  <a:cubicBezTo>
                    <a:pt x="3664304" y="2103664"/>
                    <a:pt x="3693514" y="2098711"/>
                    <a:pt x="3727677" y="2097441"/>
                  </a:cubicBezTo>
                  <a:close/>
                  <a:moveTo>
                    <a:pt x="4238090" y="2296069"/>
                  </a:moveTo>
                  <a:cubicBezTo>
                    <a:pt x="4255616" y="2296704"/>
                    <a:pt x="4269205" y="2301657"/>
                    <a:pt x="4299685" y="2316135"/>
                  </a:cubicBezTo>
                  <a:lnTo>
                    <a:pt x="4346421" y="2338360"/>
                  </a:lnTo>
                  <a:lnTo>
                    <a:pt x="4346421" y="2441230"/>
                  </a:lnTo>
                  <a:lnTo>
                    <a:pt x="4346421" y="2544100"/>
                  </a:lnTo>
                  <a:lnTo>
                    <a:pt x="4290033" y="2509048"/>
                  </a:lnTo>
                  <a:cubicBezTo>
                    <a:pt x="4256378" y="2488093"/>
                    <a:pt x="4221961" y="2471837"/>
                    <a:pt x="4204816" y="2468662"/>
                  </a:cubicBezTo>
                  <a:cubicBezTo>
                    <a:pt x="4100549" y="2449231"/>
                    <a:pt x="4112106" y="2305594"/>
                    <a:pt x="4218532" y="2296704"/>
                  </a:cubicBezTo>
                  <a:cubicBezTo>
                    <a:pt x="4226025" y="2296069"/>
                    <a:pt x="4232248" y="2295815"/>
                    <a:pt x="4238090" y="2295942"/>
                  </a:cubicBezTo>
                  <a:close/>
                </a:path>
              </a:pathLst>
            </a:custGeom>
            <a:solidFill>
              <a:srgbClr val="FD6F9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4361304" cy="2549904"/>
            </a:xfrm>
            <a:custGeom>
              <a:avLst/>
              <a:gdLst/>
              <a:ahLst/>
              <a:cxnLst/>
              <a:rect r="r" b="b" t="t" l="l"/>
              <a:pathLst>
                <a:path h="2549904" w="4361304">
                  <a:moveTo>
                    <a:pt x="0" y="0"/>
                  </a:moveTo>
                  <a:lnTo>
                    <a:pt x="0" y="2549904"/>
                  </a:lnTo>
                  <a:lnTo>
                    <a:pt x="4361304" y="2549904"/>
                  </a:lnTo>
                  <a:lnTo>
                    <a:pt x="436130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87043" y="63500"/>
              <a:ext cx="3437761" cy="3431410"/>
            </a:xfrm>
            <a:custGeom>
              <a:avLst/>
              <a:gdLst/>
              <a:ahLst/>
              <a:cxnLst/>
              <a:rect r="r" b="b" t="t" l="l"/>
              <a:pathLst>
                <a:path h="3431410" w="3437761">
                  <a:moveTo>
                    <a:pt x="0" y="0"/>
                  </a:moveTo>
                  <a:lnTo>
                    <a:pt x="0" y="3431410"/>
                  </a:lnTo>
                  <a:lnTo>
                    <a:pt x="3437761" y="3431410"/>
                  </a:lnTo>
                  <a:lnTo>
                    <a:pt x="343776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4355870" y="6149092"/>
            <a:ext cx="3998671" cy="4204449"/>
          </a:xfrm>
          <a:custGeom>
            <a:avLst/>
            <a:gdLst/>
            <a:ahLst/>
            <a:cxnLst/>
            <a:rect r="r" b="b" t="t" l="l"/>
            <a:pathLst>
              <a:path h="4204449" w="3998671">
                <a:moveTo>
                  <a:pt x="0" y="0"/>
                </a:moveTo>
                <a:lnTo>
                  <a:pt x="3998672" y="0"/>
                </a:lnTo>
                <a:lnTo>
                  <a:pt x="3998672" y="4204450"/>
                </a:lnTo>
                <a:lnTo>
                  <a:pt x="0" y="42044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593051" y="4786170"/>
            <a:ext cx="6692332" cy="1676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8"/>
              </a:lnSpc>
            </a:pPr>
            <a:r>
              <a:rPr lang="en-US" sz="9999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DAHAileQbZ4</dc:identifier>
  <dcterms:modified xsi:type="dcterms:W3CDTF">2011-08-01T06:04:30Z</dcterms:modified>
  <cp:revision>1</cp:revision>
  <dc:title>colour-hunter.pptx_20260206_153054_0000.pdf</dc:title>
</cp:coreProperties>
</file>